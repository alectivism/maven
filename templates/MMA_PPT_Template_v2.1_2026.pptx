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tiff" ContentType="image/tiff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theme/theme2.xml" ContentType="application/vnd.openxmlformats-officedocument.theme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theme/theme3.xml" ContentType="application/vnd.openxmlformats-officedocument.theme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theme/theme4.xml" ContentType="application/vnd.openxmlformats-officedocument.theme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theme/theme5.xml" ContentType="application/vnd.openxmlformats-officedocument.theme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8.xml" ContentType="application/vnd.openxmlformats-officedocument.them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  <p:sldMasterId id="2147483658" r:id="rId5"/>
    <p:sldMasterId id="2147483670" r:id="rId6"/>
    <p:sldMasterId id="2147483682" r:id="rId7"/>
    <p:sldMasterId id="2147483694" r:id="rId8"/>
    <p:sldMasterId id="2147483713" r:id="rId9"/>
  </p:sldMasterIdLst>
  <p:notesMasterIdLst>
    <p:notesMasterId r:id="rId29"/>
  </p:notesMasterIdLst>
  <p:handoutMasterIdLst>
    <p:handoutMasterId r:id="rId30"/>
  </p:handoutMasterIdLst>
  <p:sldIdLst>
    <p:sldId id="256" r:id="rId10"/>
    <p:sldId id="258" r:id="rId11"/>
    <p:sldId id="259" r:id="rId12"/>
    <p:sldId id="260" r:id="rId13"/>
    <p:sldId id="261" r:id="rId14"/>
    <p:sldId id="262" r:id="rId15"/>
    <p:sldId id="263" r:id="rId16"/>
    <p:sldId id="278" r:id="rId17"/>
    <p:sldId id="279" r:id="rId18"/>
    <p:sldId id="281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FFA400"/>
    <a:srgbClr val="FFA404"/>
    <a:srgbClr val="B6C800"/>
    <a:srgbClr val="0046B2"/>
    <a:srgbClr val="D45400"/>
    <a:srgbClr val="10A988"/>
    <a:srgbClr val="02A98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4138"/>
    <p:restoredTop sz="93228"/>
  </p:normalViewPr>
  <p:slideViewPr>
    <p:cSldViewPr snapToGrid="0">
      <p:cViewPr varScale="1">
        <p:scale>
          <a:sx n="118" d="100"/>
          <a:sy n="118" d="100"/>
        </p:scale>
        <p:origin x="360" y="2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4.xml"/><Relationship Id="rId18" Type="http://schemas.openxmlformats.org/officeDocument/2006/relationships/slide" Target="slides/slide9.xml"/><Relationship Id="rId26" Type="http://schemas.openxmlformats.org/officeDocument/2006/relationships/slide" Target="slides/slide17.xml"/><Relationship Id="rId3" Type="http://schemas.openxmlformats.org/officeDocument/2006/relationships/customXml" Target="../customXml/item3.xml"/><Relationship Id="rId21" Type="http://schemas.openxmlformats.org/officeDocument/2006/relationships/slide" Target="slides/slide12.xml"/><Relationship Id="rId34" Type="http://schemas.openxmlformats.org/officeDocument/2006/relationships/tableStyles" Target="tableStyles.xml"/><Relationship Id="rId7" Type="http://schemas.openxmlformats.org/officeDocument/2006/relationships/slideMaster" Target="slideMasters/slideMaster4.xml"/><Relationship Id="rId12" Type="http://schemas.openxmlformats.org/officeDocument/2006/relationships/slide" Target="slides/slide3.xml"/><Relationship Id="rId17" Type="http://schemas.openxmlformats.org/officeDocument/2006/relationships/slide" Target="slides/slide8.xml"/><Relationship Id="rId25" Type="http://schemas.openxmlformats.org/officeDocument/2006/relationships/slide" Target="slides/slide16.xml"/><Relationship Id="rId33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slide" Target="slides/slide7.xml"/><Relationship Id="rId20" Type="http://schemas.openxmlformats.org/officeDocument/2006/relationships/slide" Target="slides/slide11.xml"/><Relationship Id="rId29" Type="http://schemas.openxmlformats.org/officeDocument/2006/relationships/notesMaster" Target="notesMasters/notesMaster1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3.xml"/><Relationship Id="rId11" Type="http://schemas.openxmlformats.org/officeDocument/2006/relationships/slide" Target="slides/slide2.xml"/><Relationship Id="rId24" Type="http://schemas.openxmlformats.org/officeDocument/2006/relationships/slide" Target="slides/slide15.xml"/><Relationship Id="rId32" Type="http://schemas.openxmlformats.org/officeDocument/2006/relationships/viewProps" Target="viewProps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6.xml"/><Relationship Id="rId23" Type="http://schemas.openxmlformats.org/officeDocument/2006/relationships/slide" Target="slides/slide14.xml"/><Relationship Id="rId28" Type="http://schemas.openxmlformats.org/officeDocument/2006/relationships/slide" Target="slides/slide19.xml"/><Relationship Id="rId10" Type="http://schemas.openxmlformats.org/officeDocument/2006/relationships/slide" Target="slides/slide1.xml"/><Relationship Id="rId19" Type="http://schemas.openxmlformats.org/officeDocument/2006/relationships/slide" Target="slides/slide10.xml"/><Relationship Id="rId31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Master" Target="slideMasters/slideMaster6.xml"/><Relationship Id="rId14" Type="http://schemas.openxmlformats.org/officeDocument/2006/relationships/slide" Target="slides/slide5.xml"/><Relationship Id="rId22" Type="http://schemas.openxmlformats.org/officeDocument/2006/relationships/slide" Target="slides/slide13.xml"/><Relationship Id="rId27" Type="http://schemas.openxmlformats.org/officeDocument/2006/relationships/slide" Target="slides/slide18.xml"/><Relationship Id="rId30" Type="http://schemas.openxmlformats.org/officeDocument/2006/relationships/handoutMaster" Target="handoutMasters/handoutMaster1.xml"/><Relationship Id="rId35" Type="http://schemas.microsoft.com/office/2016/11/relationships/changesInfo" Target="changesInfos/changesInfo1.xml"/><Relationship Id="rId8" Type="http://schemas.openxmlformats.org/officeDocument/2006/relationships/slideMaster" Target="slideMasters/slideMaster5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lec Foster" userId="5a47e35e-c17a-44f6-8d5d-3cc9a960b394" providerId="ADAL" clId="{F1345395-68BD-580C-9D6C-60117DFA8573}"/>
    <pc:docChg chg="undo custSel addSld delSld">
      <pc:chgData name="Alec Foster" userId="5a47e35e-c17a-44f6-8d5d-3cc9a960b394" providerId="ADAL" clId="{F1345395-68BD-580C-9D6C-60117DFA8573}" dt="2026-04-21T19:49:06.162" v="24" actId="2696"/>
      <pc:docMkLst>
        <pc:docMk/>
      </pc:docMkLst>
      <pc:sldChg chg="add">
        <pc:chgData name="Alec Foster" userId="5a47e35e-c17a-44f6-8d5d-3cc9a960b394" providerId="ADAL" clId="{F1345395-68BD-580C-9D6C-60117DFA8573}" dt="2026-04-21T19:49:06.162" v="24" actId="2696"/>
        <pc:sldMkLst>
          <pc:docMk/>
          <pc:sldMk cId="1770960914" sldId="256"/>
        </pc:sldMkLst>
      </pc:sldChg>
      <pc:sldChg chg="new add del">
        <pc:chgData name="Alec Foster" userId="5a47e35e-c17a-44f6-8d5d-3cc9a960b394" providerId="ADAL" clId="{F1345395-68BD-580C-9D6C-60117DFA8573}" dt="2026-04-21T19:49:05.248" v="5" actId="680"/>
        <pc:sldMkLst>
          <pc:docMk/>
          <pc:sldMk cId="2417287576" sldId="256"/>
        </pc:sldMkLst>
      </pc:sldChg>
      <pc:sldChg chg="new del">
        <pc:chgData name="Alec Foster" userId="5a47e35e-c17a-44f6-8d5d-3cc9a960b394" providerId="ADAL" clId="{F1345395-68BD-580C-9D6C-60117DFA8573}" dt="2026-04-21T19:49:04.740" v="4" actId="680"/>
        <pc:sldMkLst>
          <pc:docMk/>
          <pc:sldMk cId="1509466740" sldId="257"/>
        </pc:sldMkLst>
      </pc:sldChg>
      <pc:sldChg chg="add">
        <pc:chgData name="Alec Foster" userId="5a47e35e-c17a-44f6-8d5d-3cc9a960b394" providerId="ADAL" clId="{F1345395-68BD-580C-9D6C-60117DFA8573}" dt="2026-04-21T19:49:06.157" v="23" actId="2696"/>
        <pc:sldMkLst>
          <pc:docMk/>
          <pc:sldMk cId="1326275049" sldId="258"/>
        </pc:sldMkLst>
      </pc:sldChg>
      <pc:sldChg chg="add">
        <pc:chgData name="Alec Foster" userId="5a47e35e-c17a-44f6-8d5d-3cc9a960b394" providerId="ADAL" clId="{F1345395-68BD-580C-9D6C-60117DFA8573}" dt="2026-04-21T19:49:06.155" v="22" actId="2696"/>
        <pc:sldMkLst>
          <pc:docMk/>
          <pc:sldMk cId="667239212" sldId="259"/>
        </pc:sldMkLst>
      </pc:sldChg>
      <pc:sldChg chg="add">
        <pc:chgData name="Alec Foster" userId="5a47e35e-c17a-44f6-8d5d-3cc9a960b394" providerId="ADAL" clId="{F1345395-68BD-580C-9D6C-60117DFA8573}" dt="2026-04-21T19:49:06.153" v="21" actId="2696"/>
        <pc:sldMkLst>
          <pc:docMk/>
          <pc:sldMk cId="3424825396" sldId="260"/>
        </pc:sldMkLst>
      </pc:sldChg>
      <pc:sldChg chg="add">
        <pc:chgData name="Alec Foster" userId="5a47e35e-c17a-44f6-8d5d-3cc9a960b394" providerId="ADAL" clId="{F1345395-68BD-580C-9D6C-60117DFA8573}" dt="2026-04-21T19:49:06.151" v="20" actId="2696"/>
        <pc:sldMkLst>
          <pc:docMk/>
          <pc:sldMk cId="2960387978" sldId="261"/>
        </pc:sldMkLst>
      </pc:sldChg>
      <pc:sldChg chg="add">
        <pc:chgData name="Alec Foster" userId="5a47e35e-c17a-44f6-8d5d-3cc9a960b394" providerId="ADAL" clId="{F1345395-68BD-580C-9D6C-60117DFA8573}" dt="2026-04-21T19:49:06.148" v="19" actId="2696"/>
        <pc:sldMkLst>
          <pc:docMk/>
          <pc:sldMk cId="1097054843" sldId="262"/>
        </pc:sldMkLst>
      </pc:sldChg>
      <pc:sldChg chg="add">
        <pc:chgData name="Alec Foster" userId="5a47e35e-c17a-44f6-8d5d-3cc9a960b394" providerId="ADAL" clId="{F1345395-68BD-580C-9D6C-60117DFA8573}" dt="2026-04-21T19:49:06.145" v="18" actId="2696"/>
        <pc:sldMkLst>
          <pc:docMk/>
          <pc:sldMk cId="3611708082" sldId="263"/>
        </pc:sldMkLst>
      </pc:sldChg>
      <pc:sldChg chg="add">
        <pc:chgData name="Alec Foster" userId="5a47e35e-c17a-44f6-8d5d-3cc9a960b394" providerId="ADAL" clId="{F1345395-68BD-580C-9D6C-60117DFA8573}" dt="2026-04-21T19:49:06.119" v="14" actId="2696"/>
        <pc:sldMkLst>
          <pc:docMk/>
          <pc:sldMk cId="2019978163" sldId="269"/>
        </pc:sldMkLst>
      </pc:sldChg>
      <pc:sldChg chg="add">
        <pc:chgData name="Alec Foster" userId="5a47e35e-c17a-44f6-8d5d-3cc9a960b394" providerId="ADAL" clId="{F1345395-68BD-580C-9D6C-60117DFA8573}" dt="2026-04-21T19:49:06.108" v="13" actId="2696"/>
        <pc:sldMkLst>
          <pc:docMk/>
          <pc:sldMk cId="2159137083" sldId="270"/>
        </pc:sldMkLst>
      </pc:sldChg>
      <pc:sldChg chg="add">
        <pc:chgData name="Alec Foster" userId="5a47e35e-c17a-44f6-8d5d-3cc9a960b394" providerId="ADAL" clId="{F1345395-68BD-580C-9D6C-60117DFA8573}" dt="2026-04-21T19:49:06.107" v="12" actId="2696"/>
        <pc:sldMkLst>
          <pc:docMk/>
          <pc:sldMk cId="4003640876" sldId="271"/>
        </pc:sldMkLst>
      </pc:sldChg>
      <pc:sldChg chg="add">
        <pc:chgData name="Alec Foster" userId="5a47e35e-c17a-44f6-8d5d-3cc9a960b394" providerId="ADAL" clId="{F1345395-68BD-580C-9D6C-60117DFA8573}" dt="2026-04-21T19:49:06.105" v="11" actId="2696"/>
        <pc:sldMkLst>
          <pc:docMk/>
          <pc:sldMk cId="1359053250" sldId="272"/>
        </pc:sldMkLst>
      </pc:sldChg>
      <pc:sldChg chg="add">
        <pc:chgData name="Alec Foster" userId="5a47e35e-c17a-44f6-8d5d-3cc9a960b394" providerId="ADAL" clId="{F1345395-68BD-580C-9D6C-60117DFA8573}" dt="2026-04-21T19:49:06.095" v="10" actId="2696"/>
        <pc:sldMkLst>
          <pc:docMk/>
          <pc:sldMk cId="3497603260" sldId="273"/>
        </pc:sldMkLst>
      </pc:sldChg>
      <pc:sldChg chg="add">
        <pc:chgData name="Alec Foster" userId="5a47e35e-c17a-44f6-8d5d-3cc9a960b394" providerId="ADAL" clId="{F1345395-68BD-580C-9D6C-60117DFA8573}" dt="2026-04-21T19:49:06.092" v="9" actId="2696"/>
        <pc:sldMkLst>
          <pc:docMk/>
          <pc:sldMk cId="1931212246" sldId="274"/>
        </pc:sldMkLst>
      </pc:sldChg>
      <pc:sldChg chg="add">
        <pc:chgData name="Alec Foster" userId="5a47e35e-c17a-44f6-8d5d-3cc9a960b394" providerId="ADAL" clId="{F1345395-68BD-580C-9D6C-60117DFA8573}" dt="2026-04-21T19:49:06.089" v="8" actId="2696"/>
        <pc:sldMkLst>
          <pc:docMk/>
          <pc:sldMk cId="2962663687" sldId="275"/>
        </pc:sldMkLst>
      </pc:sldChg>
      <pc:sldChg chg="add">
        <pc:chgData name="Alec Foster" userId="5a47e35e-c17a-44f6-8d5d-3cc9a960b394" providerId="ADAL" clId="{F1345395-68BD-580C-9D6C-60117DFA8573}" dt="2026-04-21T19:49:06.083" v="7" actId="2696"/>
        <pc:sldMkLst>
          <pc:docMk/>
          <pc:sldMk cId="3228992104" sldId="276"/>
        </pc:sldMkLst>
      </pc:sldChg>
      <pc:sldChg chg="add">
        <pc:chgData name="Alec Foster" userId="5a47e35e-c17a-44f6-8d5d-3cc9a960b394" providerId="ADAL" clId="{F1345395-68BD-580C-9D6C-60117DFA8573}" dt="2026-04-21T19:49:06.076" v="6" actId="2696"/>
        <pc:sldMkLst>
          <pc:docMk/>
          <pc:sldMk cId="1976565049" sldId="277"/>
        </pc:sldMkLst>
      </pc:sldChg>
      <pc:sldChg chg="add">
        <pc:chgData name="Alec Foster" userId="5a47e35e-c17a-44f6-8d5d-3cc9a960b394" providerId="ADAL" clId="{F1345395-68BD-580C-9D6C-60117DFA8573}" dt="2026-04-21T19:49:06.138" v="17" actId="2696"/>
        <pc:sldMkLst>
          <pc:docMk/>
          <pc:sldMk cId="47112559" sldId="278"/>
        </pc:sldMkLst>
      </pc:sldChg>
      <pc:sldChg chg="add">
        <pc:chgData name="Alec Foster" userId="5a47e35e-c17a-44f6-8d5d-3cc9a960b394" providerId="ADAL" clId="{F1345395-68BD-580C-9D6C-60117DFA8573}" dt="2026-04-21T19:49:06.131" v="16" actId="2696"/>
        <pc:sldMkLst>
          <pc:docMk/>
          <pc:sldMk cId="3453659299" sldId="279"/>
        </pc:sldMkLst>
      </pc:sldChg>
      <pc:sldChg chg="add">
        <pc:chgData name="Alec Foster" userId="5a47e35e-c17a-44f6-8d5d-3cc9a960b394" providerId="ADAL" clId="{F1345395-68BD-580C-9D6C-60117DFA8573}" dt="2026-04-21T19:49:06.125" v="15" actId="2696"/>
        <pc:sldMkLst>
          <pc:docMk/>
          <pc:sldMk cId="3137478455" sldId="281"/>
        </pc:sldMkLst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8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324C94E1-B5E6-B2D5-6864-E2AF7DCAEA41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5BDEDAD-82DE-02CA-21FD-D9758BE10FE7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D43837A-45DF-9F4E-87BC-DDDE493F1544}" type="datetimeFigureOut">
              <a:rPr lang="en-US" smtClean="0"/>
              <a:t>4/21/26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696C30A-2F08-BC18-7E1A-7205F6031619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AD36A9F-D9A8-DBCD-BC12-D93188F0159E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D2BF9E6-E434-174A-815A-1FFE8015EE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257842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7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9DE16FA-47BD-8E41-A2D1-9EE4FDA64541}" type="datetimeFigureOut">
              <a:rPr lang="en-US" smtClean="0"/>
              <a:t>4/21/26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9A3E10A-19FD-1C41-B635-941A828C2F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715650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tiff"/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image" Target="../media/image5.sv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image" Target="../media/image5.sv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6.sv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1.svg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6.sv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1.svg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6.sv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1.svg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image" Target="../media/image10.svg"/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10.svg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11.svg"/><Relationship Id="rId1" Type="http://schemas.openxmlformats.org/officeDocument/2006/relationships/slideMaster" Target="../slideMasters/slideMaster3.xml"/><Relationship Id="rId4" Type="http://schemas.openxmlformats.org/officeDocument/2006/relationships/image" Target="../media/image1.svg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image" Target="../media/image8.svg"/><Relationship Id="rId1" Type="http://schemas.openxmlformats.org/officeDocument/2006/relationships/slideMaster" Target="../slideMasters/slideMaster3.xml"/><Relationship Id="rId4" Type="http://schemas.openxmlformats.org/officeDocument/2006/relationships/image" Target="../media/image11.svg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image" Target="../media/image9.svg"/><Relationship Id="rId1" Type="http://schemas.openxmlformats.org/officeDocument/2006/relationships/slideMaster" Target="../slideMasters/slideMaster3.xml"/><Relationship Id="rId4" Type="http://schemas.openxmlformats.org/officeDocument/2006/relationships/image" Target="../media/image11.svg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image" Target="../media/image12.svg"/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3.xml"/><Relationship Id="rId4" Type="http://schemas.openxmlformats.org/officeDocument/2006/relationships/image" Target="../media/image12.svg"/></Relationships>
</file>

<file path=ppt/slideLayouts/_rels/slideLayout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13.svg"/><Relationship Id="rId1" Type="http://schemas.openxmlformats.org/officeDocument/2006/relationships/slideMaster" Target="../slideMasters/slideMaster4.xml"/><Relationship Id="rId4" Type="http://schemas.openxmlformats.org/officeDocument/2006/relationships/image" Target="../media/image1.svg"/></Relationships>
</file>

<file path=ppt/slideLayouts/_rels/slideLayout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image" Target="../media/image8.svg"/><Relationship Id="rId1" Type="http://schemas.openxmlformats.org/officeDocument/2006/relationships/slideMaster" Target="../slideMasters/slideMaster4.xml"/><Relationship Id="rId4" Type="http://schemas.openxmlformats.org/officeDocument/2006/relationships/image" Target="../media/image13.svg"/></Relationships>
</file>

<file path=ppt/slideLayouts/_rels/slideLayout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image" Target="../media/image9.svg"/><Relationship Id="rId1" Type="http://schemas.openxmlformats.org/officeDocument/2006/relationships/slideMaster" Target="../slideMasters/slideMaster4.xml"/><Relationship Id="rId4" Type="http://schemas.openxmlformats.org/officeDocument/2006/relationships/image" Target="../media/image13.svg"/></Relationships>
</file>

<file path=ppt/slideLayouts/_rels/slideLayout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image" Target="../media/image14.svg"/><Relationship Id="rId1" Type="http://schemas.openxmlformats.org/officeDocument/2006/relationships/slideMaster" Target="../slideMasters/slideMaster4.xml"/></Relationships>
</file>

<file path=ppt/slideLayouts/_rels/slideLayout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svg"/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4.xml"/><Relationship Id="rId4" Type="http://schemas.openxmlformats.org/officeDocument/2006/relationships/image" Target="../media/image14.svg"/></Relationships>
</file>

<file path=ppt/slideLayouts/_rels/slideLayout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svg"/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4.xml"/></Relationships>
</file>

<file path=ppt/slideLayouts/_rels/slideLayout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15.svg"/><Relationship Id="rId1" Type="http://schemas.openxmlformats.org/officeDocument/2006/relationships/slideMaster" Target="../slideMasters/slideMaster5.xml"/><Relationship Id="rId4" Type="http://schemas.openxmlformats.org/officeDocument/2006/relationships/image" Target="../media/image1.svg"/></Relationships>
</file>

<file path=ppt/slideLayouts/_rels/slideLayout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image" Target="../media/image8.svg"/><Relationship Id="rId1" Type="http://schemas.openxmlformats.org/officeDocument/2006/relationships/slideMaster" Target="../slideMasters/slideMaster5.xml"/><Relationship Id="rId4" Type="http://schemas.openxmlformats.org/officeDocument/2006/relationships/image" Target="../media/image15.svg"/></Relationships>
</file>

<file path=ppt/slideLayouts/_rels/slideLayout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image" Target="../media/image9.svg"/><Relationship Id="rId1" Type="http://schemas.openxmlformats.org/officeDocument/2006/relationships/slideMaster" Target="../slideMasters/slideMaster5.xml"/><Relationship Id="rId4" Type="http://schemas.openxmlformats.org/officeDocument/2006/relationships/image" Target="../media/image15.svg"/></Relationships>
</file>

<file path=ppt/slideLayouts/_rels/slideLayout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image" Target="../media/image16.svg"/><Relationship Id="rId1" Type="http://schemas.openxmlformats.org/officeDocument/2006/relationships/slideMaster" Target="../slideMasters/slideMaster5.xml"/></Relationships>
</file>

<file path=ppt/slideLayouts/_rels/slideLayout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svg"/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5.xml"/><Relationship Id="rId4" Type="http://schemas.openxmlformats.org/officeDocument/2006/relationships/image" Target="../media/image16.svg"/></Relationships>
</file>

<file path=ppt/slideLayouts/_rels/slideLayout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svg"/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5.xml"/></Relationships>
</file>

<file path=ppt/slideLayouts/_rels/slideLayout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6.xml"/></Relationships>
</file>

<file path=ppt/slideLayouts/_rels/slideLayout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6.xml"/></Relationships>
</file>

<file path=ppt/slideLayouts/_rels/slideLayout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Master" Target="../slideMasters/slideMaster6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4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svg"/><Relationship Id="rId3" Type="http://schemas.openxmlformats.org/officeDocument/2006/relationships/image" Target="../media/image18.svg"/><Relationship Id="rId7" Type="http://schemas.openxmlformats.org/officeDocument/2006/relationships/image" Target="../media/image22.svg"/><Relationship Id="rId2" Type="http://schemas.openxmlformats.org/officeDocument/2006/relationships/image" Target="../media/image17.svg"/><Relationship Id="rId1" Type="http://schemas.openxmlformats.org/officeDocument/2006/relationships/slideMaster" Target="../slideMasters/slideMaster6.xml"/><Relationship Id="rId6" Type="http://schemas.openxmlformats.org/officeDocument/2006/relationships/image" Target="../media/image21.svg"/><Relationship Id="rId5" Type="http://schemas.openxmlformats.org/officeDocument/2006/relationships/image" Target="../media/image20.svg"/><Relationship Id="rId4" Type="http://schemas.openxmlformats.org/officeDocument/2006/relationships/image" Target="../media/image19.svg"/><Relationship Id="rId9" Type="http://schemas.openxmlformats.org/officeDocument/2006/relationships/image" Target="../media/image24.sv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EE2BA2C2-BEA9-56EC-B316-E66645F8F4E5}"/>
              </a:ext>
            </a:extLst>
          </p:cNvPr>
          <p:cNvSpPr/>
          <p:nvPr userDrawn="1"/>
        </p:nvSpPr>
        <p:spPr>
          <a:xfrm>
            <a:off x="0" y="0"/>
            <a:ext cx="12192000" cy="4331970"/>
          </a:xfrm>
          <a:prstGeom prst="rect">
            <a:avLst/>
          </a:prstGeom>
          <a:solidFill>
            <a:srgbClr val="FFA4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3200"/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78BF5AF9-2D64-F24F-20DA-E1AC624FF68E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093023" y="5922334"/>
            <a:ext cx="1747558" cy="646357"/>
          </a:xfrm>
          <a:prstGeom prst="rect">
            <a:avLst/>
          </a:prstGeom>
        </p:spPr>
      </p:pic>
      <p:sp>
        <p:nvSpPr>
          <p:cNvPr id="3" name="Text Placeholder 8">
            <a:extLst>
              <a:ext uri="{FF2B5EF4-FFF2-40B4-BE49-F238E27FC236}">
                <a16:creationId xmlns:a16="http://schemas.microsoft.com/office/drawing/2014/main" id="{A40FE61C-D374-5F25-099C-BF6989D96F11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31812" y="2672148"/>
            <a:ext cx="10170823" cy="1279525"/>
          </a:xfrm>
        </p:spPr>
        <p:txBody>
          <a:bodyPr>
            <a:noAutofit/>
          </a:bodyPr>
          <a:lstStyle>
            <a:lvl1pPr marL="0" indent="0">
              <a:spcBef>
                <a:spcPts val="0"/>
              </a:spcBef>
              <a:tabLst>
                <a:tab pos="3759200" algn="l"/>
              </a:tabLst>
              <a:defRPr sz="3600" b="0">
                <a:solidFill>
                  <a:schemeClr val="tx1"/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8E93D8BE-5039-1ECC-D2D2-8AE7DCCACD25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alphaModFix amt="50000"/>
          </a:blip>
          <a:stretch>
            <a:fillRect/>
          </a:stretch>
        </p:blipFill>
        <p:spPr>
          <a:xfrm>
            <a:off x="4352497" y="5867110"/>
            <a:ext cx="3452884" cy="99089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C734EF36-0037-B16E-FD0B-8A2F3F6310C4}"/>
              </a:ext>
            </a:extLst>
          </p:cNvPr>
          <p:cNvSpPr txBox="1"/>
          <p:nvPr userDrawn="1"/>
        </p:nvSpPr>
        <p:spPr>
          <a:xfrm>
            <a:off x="10496550" y="66675"/>
            <a:ext cx="0" cy="0"/>
          </a:xfrm>
          <a:prstGeom prst="rect">
            <a:avLst/>
          </a:prstGeom>
        </p:spPr>
        <p:txBody>
          <a:bodyPr wrap="none" rtlCol="0">
            <a:noAutofit/>
          </a:bodyPr>
          <a:lstStyle/>
          <a:p>
            <a:pPr marL="457200" indent="-457200">
              <a:spcBef>
                <a:spcPts val="587"/>
              </a:spcBef>
              <a:buSzPct val="100000"/>
              <a:buBlip>
                <a:blip r:embed="rId4"/>
              </a:buBlip>
            </a:pPr>
            <a:endParaRPr lang="en-US" sz="2800">
              <a:solidFill>
                <a:srgbClr val="000000">
                  <a:lumMod val="75000"/>
                </a:srgbClr>
              </a:solidFill>
              <a:latin typeface="Calibri"/>
              <a:sym typeface="Calibri"/>
            </a:endParaRPr>
          </a:p>
        </p:txBody>
      </p:sp>
      <p:sp>
        <p:nvSpPr>
          <p:cNvPr id="11" name="Text Placeholder 8">
            <a:extLst>
              <a:ext uri="{FF2B5EF4-FFF2-40B4-BE49-F238E27FC236}">
                <a16:creationId xmlns:a16="http://schemas.microsoft.com/office/drawing/2014/main" id="{6E474119-A41C-6832-2FD0-BF097B182EF1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31812" y="554036"/>
            <a:ext cx="10170823" cy="1775686"/>
          </a:xfrm>
        </p:spPr>
        <p:txBody>
          <a:bodyPr>
            <a:noAutofit/>
          </a:bodyPr>
          <a:lstStyle>
            <a:lvl1pPr>
              <a:spcBef>
                <a:spcPts val="0"/>
              </a:spcBef>
              <a:defRPr sz="5400" b="0">
                <a:solidFill>
                  <a:schemeClr val="tx1"/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2" name="Text Placeholder 8">
            <a:extLst>
              <a:ext uri="{FF2B5EF4-FFF2-40B4-BE49-F238E27FC236}">
                <a16:creationId xmlns:a16="http://schemas.microsoft.com/office/drawing/2014/main" id="{E48C4287-93C3-A2D4-D66B-4DD0C2F9DEFF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31812" y="4587585"/>
            <a:ext cx="10170823" cy="1279525"/>
          </a:xfrm>
        </p:spPr>
        <p:txBody>
          <a:bodyPr>
            <a:noAutofit/>
          </a:bodyPr>
          <a:lstStyle>
            <a:lvl1pPr>
              <a:spcBef>
                <a:spcPts val="0"/>
              </a:spcBef>
              <a:defRPr sz="3200" b="0">
                <a:solidFill>
                  <a:schemeClr val="tx1"/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96099682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Pr>
        <a:solidFill>
          <a:srgbClr val="FFA4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CAEA9D-721C-AA89-3D1E-A640C0499F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612202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055C819-C99E-AD14-7588-9C8E283D424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360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71384C45-01D3-AF1B-2F49-F078547018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989352" y="6356350"/>
            <a:ext cx="8934138" cy="365125"/>
          </a:xfrm>
        </p:spPr>
        <p:txBody>
          <a:bodyPr/>
          <a:lstStyle>
            <a:lvl1pPr algn="l">
              <a:defRPr/>
            </a:lvl1pPr>
          </a:lstStyle>
          <a:p>
            <a:endParaRPr lang="en-US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21B39368-D83D-65C7-FB67-4305EE5042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274820" y="6356350"/>
            <a:ext cx="563380" cy="365125"/>
          </a:xfrm>
          <a:prstGeom prst="rect">
            <a:avLst/>
          </a:prstGeom>
        </p:spPr>
        <p:txBody>
          <a:bodyPr/>
          <a:lstStyle>
            <a:lvl1pPr algn="l">
              <a:defRPr/>
            </a:lvl1pPr>
          </a:lstStyle>
          <a:p>
            <a:fld id="{72ECEB05-2AC3-9C41-AEB5-C6E3F88C8DFE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5" name="Picture 4" descr="A white line in a black background&#10;&#10;AI-generated content may be incorrect.">
            <a:extLst>
              <a:ext uri="{FF2B5EF4-FFF2-40B4-BE49-F238E27FC236}">
                <a16:creationId xmlns:a16="http://schemas.microsoft.com/office/drawing/2014/main" id="{60EB690F-5387-49ED-57A6-165517874C4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074642" y="6130856"/>
            <a:ext cx="1742305" cy="6463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50997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2/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Graphic 10">
            <a:extLst>
              <a:ext uri="{FF2B5EF4-FFF2-40B4-BE49-F238E27FC236}">
                <a16:creationId xmlns:a16="http://schemas.microsoft.com/office/drawing/2014/main" id="{BC0F2AD9-27CE-CAA2-AC1E-49CDE60F4F19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093023" y="5922334"/>
            <a:ext cx="1747558" cy="646357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FE39738C-3943-2C11-9472-99AEFE722C2B}"/>
              </a:ext>
            </a:extLst>
          </p:cNvPr>
          <p:cNvSpPr/>
          <p:nvPr userDrawn="1"/>
        </p:nvSpPr>
        <p:spPr>
          <a:xfrm>
            <a:off x="0" y="0"/>
            <a:ext cx="6268720" cy="6858000"/>
          </a:xfrm>
          <a:prstGeom prst="rect">
            <a:avLst/>
          </a:prstGeom>
          <a:solidFill>
            <a:srgbClr val="FFA4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  <p:sp>
        <p:nvSpPr>
          <p:cNvPr id="2" name="Rectangle 4">
            <a:extLst>
              <a:ext uri="{FF2B5EF4-FFF2-40B4-BE49-F238E27FC236}">
                <a16:creationId xmlns:a16="http://schemas.microsoft.com/office/drawing/2014/main" id="{59C9C4A8-9A50-A893-2814-FE5E00AEC074}"/>
              </a:ext>
            </a:extLst>
          </p:cNvPr>
          <p:cNvSpPr/>
          <p:nvPr userDrawn="1"/>
        </p:nvSpPr>
        <p:spPr>
          <a:xfrm rot="10800000">
            <a:off x="1539240" y="-2"/>
            <a:ext cx="4324454" cy="6858002"/>
          </a:xfrm>
          <a:custGeom>
            <a:avLst/>
            <a:gdLst>
              <a:gd name="connsiteX0" fmla="*/ 0 w 2505206"/>
              <a:gd name="connsiteY0" fmla="*/ 0 h 5824603"/>
              <a:gd name="connsiteX1" fmla="*/ 2505206 w 2505206"/>
              <a:gd name="connsiteY1" fmla="*/ 0 h 5824603"/>
              <a:gd name="connsiteX2" fmla="*/ 2505206 w 2505206"/>
              <a:gd name="connsiteY2" fmla="*/ 5824603 h 5824603"/>
              <a:gd name="connsiteX3" fmla="*/ 0 w 2505206"/>
              <a:gd name="connsiteY3" fmla="*/ 5824603 h 5824603"/>
              <a:gd name="connsiteX4" fmla="*/ 0 w 2505206"/>
              <a:gd name="connsiteY4" fmla="*/ 0 h 5824603"/>
              <a:gd name="connsiteX0" fmla="*/ 0 w 3535109"/>
              <a:gd name="connsiteY0" fmla="*/ 0 h 5824603"/>
              <a:gd name="connsiteX1" fmla="*/ 3535109 w 3535109"/>
              <a:gd name="connsiteY1" fmla="*/ 0 h 5824603"/>
              <a:gd name="connsiteX2" fmla="*/ 2505206 w 3535109"/>
              <a:gd name="connsiteY2" fmla="*/ 5824603 h 5824603"/>
              <a:gd name="connsiteX3" fmla="*/ 0 w 3535109"/>
              <a:gd name="connsiteY3" fmla="*/ 5824603 h 5824603"/>
              <a:gd name="connsiteX4" fmla="*/ 0 w 3535109"/>
              <a:gd name="connsiteY4" fmla="*/ 0 h 5824603"/>
              <a:gd name="connsiteX0" fmla="*/ 1126156 w 3535109"/>
              <a:gd name="connsiteY0" fmla="*/ 0 h 5834229"/>
              <a:gd name="connsiteX1" fmla="*/ 3535109 w 3535109"/>
              <a:gd name="connsiteY1" fmla="*/ 9626 h 5834229"/>
              <a:gd name="connsiteX2" fmla="*/ 2505206 w 3535109"/>
              <a:gd name="connsiteY2" fmla="*/ 5834229 h 5834229"/>
              <a:gd name="connsiteX3" fmla="*/ 0 w 3535109"/>
              <a:gd name="connsiteY3" fmla="*/ 5834229 h 5834229"/>
              <a:gd name="connsiteX4" fmla="*/ 1126156 w 3535109"/>
              <a:gd name="connsiteY4" fmla="*/ 0 h 5834229"/>
              <a:gd name="connsiteX0" fmla="*/ 1103854 w 3535109"/>
              <a:gd name="connsiteY0" fmla="*/ 20110 h 5824603"/>
              <a:gd name="connsiteX1" fmla="*/ 3535109 w 3535109"/>
              <a:gd name="connsiteY1" fmla="*/ 0 h 5824603"/>
              <a:gd name="connsiteX2" fmla="*/ 2505206 w 3535109"/>
              <a:gd name="connsiteY2" fmla="*/ 5824603 h 5824603"/>
              <a:gd name="connsiteX3" fmla="*/ 0 w 3535109"/>
              <a:gd name="connsiteY3" fmla="*/ 5824603 h 5824603"/>
              <a:gd name="connsiteX4" fmla="*/ 1103854 w 3535109"/>
              <a:gd name="connsiteY4" fmla="*/ 20110 h 5824603"/>
              <a:gd name="connsiteX0" fmla="*/ 1111288 w 3535109"/>
              <a:gd name="connsiteY0" fmla="*/ 0 h 5826795"/>
              <a:gd name="connsiteX1" fmla="*/ 3535109 w 3535109"/>
              <a:gd name="connsiteY1" fmla="*/ 2192 h 5826795"/>
              <a:gd name="connsiteX2" fmla="*/ 2505206 w 3535109"/>
              <a:gd name="connsiteY2" fmla="*/ 5826795 h 5826795"/>
              <a:gd name="connsiteX3" fmla="*/ 0 w 3535109"/>
              <a:gd name="connsiteY3" fmla="*/ 5826795 h 5826795"/>
              <a:gd name="connsiteX4" fmla="*/ 1111288 w 3535109"/>
              <a:gd name="connsiteY4" fmla="*/ 0 h 5826795"/>
              <a:gd name="connsiteX0" fmla="*/ 1111288 w 4940163"/>
              <a:gd name="connsiteY0" fmla="*/ 0 h 5826795"/>
              <a:gd name="connsiteX1" fmla="*/ 4940163 w 4940163"/>
              <a:gd name="connsiteY1" fmla="*/ 2192 h 5826795"/>
              <a:gd name="connsiteX2" fmla="*/ 2505206 w 4940163"/>
              <a:gd name="connsiteY2" fmla="*/ 5826795 h 5826795"/>
              <a:gd name="connsiteX3" fmla="*/ 0 w 4940163"/>
              <a:gd name="connsiteY3" fmla="*/ 5826795 h 5826795"/>
              <a:gd name="connsiteX4" fmla="*/ 1111288 w 4940163"/>
              <a:gd name="connsiteY4" fmla="*/ 0 h 5826795"/>
              <a:gd name="connsiteX0" fmla="*/ 2486605 w 4940163"/>
              <a:gd name="connsiteY0" fmla="*/ 0 h 5826795"/>
              <a:gd name="connsiteX1" fmla="*/ 4940163 w 4940163"/>
              <a:gd name="connsiteY1" fmla="*/ 2192 h 5826795"/>
              <a:gd name="connsiteX2" fmla="*/ 2505206 w 4940163"/>
              <a:gd name="connsiteY2" fmla="*/ 5826795 h 5826795"/>
              <a:gd name="connsiteX3" fmla="*/ 0 w 4940163"/>
              <a:gd name="connsiteY3" fmla="*/ 5826795 h 5826795"/>
              <a:gd name="connsiteX4" fmla="*/ 2486605 w 4940163"/>
              <a:gd name="connsiteY4" fmla="*/ 0 h 5826795"/>
              <a:gd name="connsiteX0" fmla="*/ 2486605 w 4940163"/>
              <a:gd name="connsiteY0" fmla="*/ 0 h 5826795"/>
              <a:gd name="connsiteX1" fmla="*/ 4940163 w 4940163"/>
              <a:gd name="connsiteY1" fmla="*/ 2192 h 5826795"/>
              <a:gd name="connsiteX2" fmla="*/ 2001457 w 4940163"/>
              <a:gd name="connsiteY2" fmla="*/ 5826795 h 5826795"/>
              <a:gd name="connsiteX3" fmla="*/ 0 w 4940163"/>
              <a:gd name="connsiteY3" fmla="*/ 5826795 h 5826795"/>
              <a:gd name="connsiteX4" fmla="*/ 2486605 w 4940163"/>
              <a:gd name="connsiteY4" fmla="*/ 0 h 5826795"/>
              <a:gd name="connsiteX0" fmla="*/ 2486605 w 4478393"/>
              <a:gd name="connsiteY0" fmla="*/ 10165 h 5836960"/>
              <a:gd name="connsiteX1" fmla="*/ 4478393 w 4478393"/>
              <a:gd name="connsiteY1" fmla="*/ 0 h 5836960"/>
              <a:gd name="connsiteX2" fmla="*/ 2001457 w 4478393"/>
              <a:gd name="connsiteY2" fmla="*/ 5836960 h 5836960"/>
              <a:gd name="connsiteX3" fmla="*/ 0 w 4478393"/>
              <a:gd name="connsiteY3" fmla="*/ 5836960 h 5836960"/>
              <a:gd name="connsiteX4" fmla="*/ 2486605 w 4478393"/>
              <a:gd name="connsiteY4" fmla="*/ 10165 h 5836960"/>
              <a:gd name="connsiteX0" fmla="*/ 2486605 w 4422421"/>
              <a:gd name="connsiteY0" fmla="*/ 10165 h 5836960"/>
              <a:gd name="connsiteX1" fmla="*/ 4422421 w 4422421"/>
              <a:gd name="connsiteY1" fmla="*/ 0 h 5836960"/>
              <a:gd name="connsiteX2" fmla="*/ 2001457 w 4422421"/>
              <a:gd name="connsiteY2" fmla="*/ 5836960 h 5836960"/>
              <a:gd name="connsiteX3" fmla="*/ 0 w 4422421"/>
              <a:gd name="connsiteY3" fmla="*/ 5836960 h 5836960"/>
              <a:gd name="connsiteX4" fmla="*/ 2486605 w 4422421"/>
              <a:gd name="connsiteY4" fmla="*/ 10165 h 5836960"/>
              <a:gd name="connsiteX0" fmla="*/ 2486605 w 4478393"/>
              <a:gd name="connsiteY0" fmla="*/ 0 h 5826795"/>
              <a:gd name="connsiteX1" fmla="*/ 4478393 w 4478393"/>
              <a:gd name="connsiteY1" fmla="*/ 14549 h 5826795"/>
              <a:gd name="connsiteX2" fmla="*/ 2001457 w 4478393"/>
              <a:gd name="connsiteY2" fmla="*/ 5826795 h 5826795"/>
              <a:gd name="connsiteX3" fmla="*/ 0 w 4478393"/>
              <a:gd name="connsiteY3" fmla="*/ 5826795 h 5826795"/>
              <a:gd name="connsiteX4" fmla="*/ 2486605 w 4478393"/>
              <a:gd name="connsiteY4" fmla="*/ 0 h 5826795"/>
              <a:gd name="connsiteX0" fmla="*/ 2486605 w 4522645"/>
              <a:gd name="connsiteY0" fmla="*/ 1082 h 5827877"/>
              <a:gd name="connsiteX1" fmla="*/ 4522645 w 4522645"/>
              <a:gd name="connsiteY1" fmla="*/ 0 h 5827877"/>
              <a:gd name="connsiteX2" fmla="*/ 2001457 w 4522645"/>
              <a:gd name="connsiteY2" fmla="*/ 5827877 h 5827877"/>
              <a:gd name="connsiteX3" fmla="*/ 0 w 4522645"/>
              <a:gd name="connsiteY3" fmla="*/ 5827877 h 5827877"/>
              <a:gd name="connsiteX4" fmla="*/ 2486605 w 4522645"/>
              <a:gd name="connsiteY4" fmla="*/ 1082 h 5827877"/>
              <a:gd name="connsiteX0" fmla="*/ 2486605 w 4491075"/>
              <a:gd name="connsiteY0" fmla="*/ 1082 h 5827877"/>
              <a:gd name="connsiteX1" fmla="*/ 4491075 w 4491075"/>
              <a:gd name="connsiteY1" fmla="*/ 0 h 5827877"/>
              <a:gd name="connsiteX2" fmla="*/ 2001457 w 4491075"/>
              <a:gd name="connsiteY2" fmla="*/ 5827877 h 5827877"/>
              <a:gd name="connsiteX3" fmla="*/ 0 w 4491075"/>
              <a:gd name="connsiteY3" fmla="*/ 5827877 h 5827877"/>
              <a:gd name="connsiteX4" fmla="*/ 2486605 w 4491075"/>
              <a:gd name="connsiteY4" fmla="*/ 1082 h 5827877"/>
              <a:gd name="connsiteX0" fmla="*/ 2616040 w 4620510"/>
              <a:gd name="connsiteY0" fmla="*/ 1082 h 5827877"/>
              <a:gd name="connsiteX1" fmla="*/ 4620510 w 4620510"/>
              <a:gd name="connsiteY1" fmla="*/ 0 h 5827877"/>
              <a:gd name="connsiteX2" fmla="*/ 2130892 w 4620510"/>
              <a:gd name="connsiteY2" fmla="*/ 5827877 h 5827877"/>
              <a:gd name="connsiteX3" fmla="*/ 0 w 4620510"/>
              <a:gd name="connsiteY3" fmla="*/ 5821527 h 5827877"/>
              <a:gd name="connsiteX4" fmla="*/ 2616040 w 4620510"/>
              <a:gd name="connsiteY4" fmla="*/ 1082 h 5827877"/>
              <a:gd name="connsiteX0" fmla="*/ 2616040 w 4620510"/>
              <a:gd name="connsiteY0" fmla="*/ 1082 h 5821527"/>
              <a:gd name="connsiteX1" fmla="*/ 4620510 w 4620510"/>
              <a:gd name="connsiteY1" fmla="*/ 0 h 5821527"/>
              <a:gd name="connsiteX2" fmla="*/ 1828876 w 4620510"/>
              <a:gd name="connsiteY2" fmla="*/ 5821527 h 5821527"/>
              <a:gd name="connsiteX3" fmla="*/ 0 w 4620510"/>
              <a:gd name="connsiteY3" fmla="*/ 5821527 h 5821527"/>
              <a:gd name="connsiteX4" fmla="*/ 2616040 w 4620510"/>
              <a:gd name="connsiteY4" fmla="*/ 1082 h 5821527"/>
              <a:gd name="connsiteX0" fmla="*/ 2616040 w 4620510"/>
              <a:gd name="connsiteY0" fmla="*/ 1082 h 5821527"/>
              <a:gd name="connsiteX1" fmla="*/ 4620510 w 4620510"/>
              <a:gd name="connsiteY1" fmla="*/ 0 h 5821527"/>
              <a:gd name="connsiteX2" fmla="*/ 1641914 w 4620510"/>
              <a:gd name="connsiteY2" fmla="*/ 5821527 h 5821527"/>
              <a:gd name="connsiteX3" fmla="*/ 0 w 4620510"/>
              <a:gd name="connsiteY3" fmla="*/ 5821527 h 5821527"/>
              <a:gd name="connsiteX4" fmla="*/ 2616040 w 4620510"/>
              <a:gd name="connsiteY4" fmla="*/ 1082 h 5821527"/>
              <a:gd name="connsiteX0" fmla="*/ 2616040 w 4620510"/>
              <a:gd name="connsiteY0" fmla="*/ 1082 h 5821527"/>
              <a:gd name="connsiteX1" fmla="*/ 4620510 w 4620510"/>
              <a:gd name="connsiteY1" fmla="*/ 0 h 5821527"/>
              <a:gd name="connsiteX2" fmla="*/ 1699441 w 4620510"/>
              <a:gd name="connsiteY2" fmla="*/ 5808827 h 5821527"/>
              <a:gd name="connsiteX3" fmla="*/ 0 w 4620510"/>
              <a:gd name="connsiteY3" fmla="*/ 5821527 h 5821527"/>
              <a:gd name="connsiteX4" fmla="*/ 2616040 w 4620510"/>
              <a:gd name="connsiteY4" fmla="*/ 1082 h 5821527"/>
              <a:gd name="connsiteX0" fmla="*/ 2616040 w 4620510"/>
              <a:gd name="connsiteY0" fmla="*/ 1082 h 5821527"/>
              <a:gd name="connsiteX1" fmla="*/ 4620510 w 4620510"/>
              <a:gd name="connsiteY1" fmla="*/ 0 h 5821527"/>
              <a:gd name="connsiteX2" fmla="*/ 1692250 w 4620510"/>
              <a:gd name="connsiteY2" fmla="*/ 5821527 h 5821527"/>
              <a:gd name="connsiteX3" fmla="*/ 0 w 4620510"/>
              <a:gd name="connsiteY3" fmla="*/ 5821527 h 5821527"/>
              <a:gd name="connsiteX4" fmla="*/ 2616040 w 4620510"/>
              <a:gd name="connsiteY4" fmla="*/ 1082 h 5821527"/>
              <a:gd name="connsiteX0" fmla="*/ 2780776 w 4620510"/>
              <a:gd name="connsiteY0" fmla="*/ 1082 h 5821527"/>
              <a:gd name="connsiteX1" fmla="*/ 4620510 w 4620510"/>
              <a:gd name="connsiteY1" fmla="*/ 0 h 5821527"/>
              <a:gd name="connsiteX2" fmla="*/ 1692250 w 4620510"/>
              <a:gd name="connsiteY2" fmla="*/ 5821527 h 5821527"/>
              <a:gd name="connsiteX3" fmla="*/ 0 w 4620510"/>
              <a:gd name="connsiteY3" fmla="*/ 5821527 h 5821527"/>
              <a:gd name="connsiteX4" fmla="*/ 2780776 w 4620510"/>
              <a:gd name="connsiteY4" fmla="*/ 1082 h 5821527"/>
              <a:gd name="connsiteX0" fmla="*/ 2780776 w 4526375"/>
              <a:gd name="connsiteY0" fmla="*/ 11473 h 5831918"/>
              <a:gd name="connsiteX1" fmla="*/ 4526375 w 4526375"/>
              <a:gd name="connsiteY1" fmla="*/ 0 h 5831918"/>
              <a:gd name="connsiteX2" fmla="*/ 1692250 w 4526375"/>
              <a:gd name="connsiteY2" fmla="*/ 5831918 h 5831918"/>
              <a:gd name="connsiteX3" fmla="*/ 0 w 4526375"/>
              <a:gd name="connsiteY3" fmla="*/ 5831918 h 5831918"/>
              <a:gd name="connsiteX4" fmla="*/ 2780776 w 4526375"/>
              <a:gd name="connsiteY4" fmla="*/ 11473 h 5831918"/>
              <a:gd name="connsiteX0" fmla="*/ 2780776 w 4526375"/>
              <a:gd name="connsiteY0" fmla="*/ 0 h 5820445"/>
              <a:gd name="connsiteX1" fmla="*/ 4526375 w 4526375"/>
              <a:gd name="connsiteY1" fmla="*/ 9309 h 5820445"/>
              <a:gd name="connsiteX2" fmla="*/ 1692250 w 4526375"/>
              <a:gd name="connsiteY2" fmla="*/ 5820445 h 5820445"/>
              <a:gd name="connsiteX3" fmla="*/ 0 w 4526375"/>
              <a:gd name="connsiteY3" fmla="*/ 5820445 h 5820445"/>
              <a:gd name="connsiteX4" fmla="*/ 2780776 w 4526375"/>
              <a:gd name="connsiteY4" fmla="*/ 0 h 5820445"/>
              <a:gd name="connsiteX0" fmla="*/ 2780776 w 4526375"/>
              <a:gd name="connsiteY0" fmla="*/ 6278 h 5811136"/>
              <a:gd name="connsiteX1" fmla="*/ 4526375 w 4526375"/>
              <a:gd name="connsiteY1" fmla="*/ 0 h 5811136"/>
              <a:gd name="connsiteX2" fmla="*/ 1692250 w 4526375"/>
              <a:gd name="connsiteY2" fmla="*/ 5811136 h 5811136"/>
              <a:gd name="connsiteX3" fmla="*/ 0 w 4526375"/>
              <a:gd name="connsiteY3" fmla="*/ 5811136 h 5811136"/>
              <a:gd name="connsiteX4" fmla="*/ 2780776 w 4526375"/>
              <a:gd name="connsiteY4" fmla="*/ 6278 h 5811136"/>
              <a:gd name="connsiteX0" fmla="*/ 2828323 w 4526375"/>
              <a:gd name="connsiteY0" fmla="*/ 0 h 5814189"/>
              <a:gd name="connsiteX1" fmla="*/ 4526375 w 4526375"/>
              <a:gd name="connsiteY1" fmla="*/ 3053 h 5814189"/>
              <a:gd name="connsiteX2" fmla="*/ 1692250 w 4526375"/>
              <a:gd name="connsiteY2" fmla="*/ 5814189 h 5814189"/>
              <a:gd name="connsiteX3" fmla="*/ 0 w 4526375"/>
              <a:gd name="connsiteY3" fmla="*/ 5814189 h 5814189"/>
              <a:gd name="connsiteX4" fmla="*/ 2828323 w 4526375"/>
              <a:gd name="connsiteY4" fmla="*/ 0 h 5814189"/>
              <a:gd name="connsiteX0" fmla="*/ 2828323 w 4526375"/>
              <a:gd name="connsiteY0" fmla="*/ 1048 h 5811136"/>
              <a:gd name="connsiteX1" fmla="*/ 4526375 w 4526375"/>
              <a:gd name="connsiteY1" fmla="*/ 0 h 5811136"/>
              <a:gd name="connsiteX2" fmla="*/ 1692250 w 4526375"/>
              <a:gd name="connsiteY2" fmla="*/ 5811136 h 5811136"/>
              <a:gd name="connsiteX3" fmla="*/ 0 w 4526375"/>
              <a:gd name="connsiteY3" fmla="*/ 5811136 h 5811136"/>
              <a:gd name="connsiteX4" fmla="*/ 2828323 w 4526375"/>
              <a:gd name="connsiteY4" fmla="*/ 1048 h 5811136"/>
              <a:gd name="connsiteX0" fmla="*/ 2207366 w 4526375"/>
              <a:gd name="connsiteY0" fmla="*/ 10475 h 5811136"/>
              <a:gd name="connsiteX1" fmla="*/ 4526375 w 4526375"/>
              <a:gd name="connsiteY1" fmla="*/ 0 h 5811136"/>
              <a:gd name="connsiteX2" fmla="*/ 1692250 w 4526375"/>
              <a:gd name="connsiteY2" fmla="*/ 5811136 h 5811136"/>
              <a:gd name="connsiteX3" fmla="*/ 0 w 4526375"/>
              <a:gd name="connsiteY3" fmla="*/ 5811136 h 5811136"/>
              <a:gd name="connsiteX4" fmla="*/ 2207366 w 4526375"/>
              <a:gd name="connsiteY4" fmla="*/ 10475 h 5811136"/>
              <a:gd name="connsiteX0" fmla="*/ 2197638 w 4526375"/>
              <a:gd name="connsiteY0" fmla="*/ 4125 h 5811136"/>
              <a:gd name="connsiteX1" fmla="*/ 4526375 w 4526375"/>
              <a:gd name="connsiteY1" fmla="*/ 0 h 5811136"/>
              <a:gd name="connsiteX2" fmla="*/ 1692250 w 4526375"/>
              <a:gd name="connsiteY2" fmla="*/ 5811136 h 5811136"/>
              <a:gd name="connsiteX3" fmla="*/ 0 w 4526375"/>
              <a:gd name="connsiteY3" fmla="*/ 5811136 h 5811136"/>
              <a:gd name="connsiteX4" fmla="*/ 2197638 w 4526375"/>
              <a:gd name="connsiteY4" fmla="*/ 4125 h 5811136"/>
              <a:gd name="connsiteX0" fmla="*/ 2187911 w 4526375"/>
              <a:gd name="connsiteY0" fmla="*/ 0 h 5813361"/>
              <a:gd name="connsiteX1" fmla="*/ 4526375 w 4526375"/>
              <a:gd name="connsiteY1" fmla="*/ 2225 h 5813361"/>
              <a:gd name="connsiteX2" fmla="*/ 1692250 w 4526375"/>
              <a:gd name="connsiteY2" fmla="*/ 5813361 h 5813361"/>
              <a:gd name="connsiteX3" fmla="*/ 0 w 4526375"/>
              <a:gd name="connsiteY3" fmla="*/ 5813361 h 5813361"/>
              <a:gd name="connsiteX4" fmla="*/ 2187911 w 4526375"/>
              <a:gd name="connsiteY4" fmla="*/ 0 h 5813361"/>
              <a:gd name="connsiteX0" fmla="*/ 2158728 w 4526375"/>
              <a:gd name="connsiteY0" fmla="*/ 0 h 5813361"/>
              <a:gd name="connsiteX1" fmla="*/ 4526375 w 4526375"/>
              <a:gd name="connsiteY1" fmla="*/ 2225 h 5813361"/>
              <a:gd name="connsiteX2" fmla="*/ 1692250 w 4526375"/>
              <a:gd name="connsiteY2" fmla="*/ 5813361 h 5813361"/>
              <a:gd name="connsiteX3" fmla="*/ 0 w 4526375"/>
              <a:gd name="connsiteY3" fmla="*/ 5813361 h 5813361"/>
              <a:gd name="connsiteX4" fmla="*/ 2158728 w 4526375"/>
              <a:gd name="connsiteY4" fmla="*/ 0 h 5813361"/>
              <a:gd name="connsiteX0" fmla="*/ 2771564 w 5139211"/>
              <a:gd name="connsiteY0" fmla="*/ 0 h 5819711"/>
              <a:gd name="connsiteX1" fmla="*/ 5139211 w 5139211"/>
              <a:gd name="connsiteY1" fmla="*/ 2225 h 5819711"/>
              <a:gd name="connsiteX2" fmla="*/ 2305086 w 5139211"/>
              <a:gd name="connsiteY2" fmla="*/ 5813361 h 5819711"/>
              <a:gd name="connsiteX3" fmla="*/ 0 w 5139211"/>
              <a:gd name="connsiteY3" fmla="*/ 5819711 h 5819711"/>
              <a:gd name="connsiteX4" fmla="*/ 2771564 w 5139211"/>
              <a:gd name="connsiteY4" fmla="*/ 0 h 5819711"/>
              <a:gd name="connsiteX0" fmla="*/ 2771564 w 5139211"/>
              <a:gd name="connsiteY0" fmla="*/ 0 h 5815517"/>
              <a:gd name="connsiteX1" fmla="*/ 5139211 w 5139211"/>
              <a:gd name="connsiteY1" fmla="*/ 2225 h 5815517"/>
              <a:gd name="connsiteX2" fmla="*/ 2305086 w 5139211"/>
              <a:gd name="connsiteY2" fmla="*/ 5813361 h 5815517"/>
              <a:gd name="connsiteX3" fmla="*/ 0 w 5139211"/>
              <a:gd name="connsiteY3" fmla="*/ 5815517 h 5815517"/>
              <a:gd name="connsiteX4" fmla="*/ 2771564 w 5139211"/>
              <a:gd name="connsiteY4" fmla="*/ 0 h 5815517"/>
              <a:gd name="connsiteX0" fmla="*/ 2791575 w 5159222"/>
              <a:gd name="connsiteY0" fmla="*/ 0 h 5815517"/>
              <a:gd name="connsiteX1" fmla="*/ 5159222 w 5159222"/>
              <a:gd name="connsiteY1" fmla="*/ 2225 h 5815517"/>
              <a:gd name="connsiteX2" fmla="*/ 2325097 w 5159222"/>
              <a:gd name="connsiteY2" fmla="*/ 5813361 h 5815517"/>
              <a:gd name="connsiteX3" fmla="*/ 0 w 5159222"/>
              <a:gd name="connsiteY3" fmla="*/ 5815517 h 5815517"/>
              <a:gd name="connsiteX4" fmla="*/ 2791575 w 5159222"/>
              <a:gd name="connsiteY4" fmla="*/ 0 h 58155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159222" h="5815517">
                <a:moveTo>
                  <a:pt x="2791575" y="0"/>
                </a:moveTo>
                <a:lnTo>
                  <a:pt x="5159222" y="2225"/>
                </a:lnTo>
                <a:lnTo>
                  <a:pt x="2325097" y="5813361"/>
                </a:lnTo>
                <a:lnTo>
                  <a:pt x="0" y="5815517"/>
                </a:lnTo>
                <a:lnTo>
                  <a:pt x="2791575" y="0"/>
                </a:lnTo>
                <a:close/>
              </a:path>
            </a:pathLst>
          </a:custGeom>
          <a:solidFill>
            <a:srgbClr val="FFA4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1B80FF2-3C32-6C72-E907-FAFFECC96160}"/>
              </a:ext>
            </a:extLst>
          </p:cNvPr>
          <p:cNvSpPr/>
          <p:nvPr userDrawn="1"/>
        </p:nvSpPr>
        <p:spPr>
          <a:xfrm rot="10800000">
            <a:off x="4309006" y="0"/>
            <a:ext cx="4324454" cy="6858002"/>
          </a:xfrm>
          <a:custGeom>
            <a:avLst/>
            <a:gdLst>
              <a:gd name="connsiteX0" fmla="*/ 0 w 2505206"/>
              <a:gd name="connsiteY0" fmla="*/ 0 h 5824603"/>
              <a:gd name="connsiteX1" fmla="*/ 2505206 w 2505206"/>
              <a:gd name="connsiteY1" fmla="*/ 0 h 5824603"/>
              <a:gd name="connsiteX2" fmla="*/ 2505206 w 2505206"/>
              <a:gd name="connsiteY2" fmla="*/ 5824603 h 5824603"/>
              <a:gd name="connsiteX3" fmla="*/ 0 w 2505206"/>
              <a:gd name="connsiteY3" fmla="*/ 5824603 h 5824603"/>
              <a:gd name="connsiteX4" fmla="*/ 0 w 2505206"/>
              <a:gd name="connsiteY4" fmla="*/ 0 h 5824603"/>
              <a:gd name="connsiteX0" fmla="*/ 0 w 3535109"/>
              <a:gd name="connsiteY0" fmla="*/ 0 h 5824603"/>
              <a:gd name="connsiteX1" fmla="*/ 3535109 w 3535109"/>
              <a:gd name="connsiteY1" fmla="*/ 0 h 5824603"/>
              <a:gd name="connsiteX2" fmla="*/ 2505206 w 3535109"/>
              <a:gd name="connsiteY2" fmla="*/ 5824603 h 5824603"/>
              <a:gd name="connsiteX3" fmla="*/ 0 w 3535109"/>
              <a:gd name="connsiteY3" fmla="*/ 5824603 h 5824603"/>
              <a:gd name="connsiteX4" fmla="*/ 0 w 3535109"/>
              <a:gd name="connsiteY4" fmla="*/ 0 h 5824603"/>
              <a:gd name="connsiteX0" fmla="*/ 1126156 w 3535109"/>
              <a:gd name="connsiteY0" fmla="*/ 0 h 5834229"/>
              <a:gd name="connsiteX1" fmla="*/ 3535109 w 3535109"/>
              <a:gd name="connsiteY1" fmla="*/ 9626 h 5834229"/>
              <a:gd name="connsiteX2" fmla="*/ 2505206 w 3535109"/>
              <a:gd name="connsiteY2" fmla="*/ 5834229 h 5834229"/>
              <a:gd name="connsiteX3" fmla="*/ 0 w 3535109"/>
              <a:gd name="connsiteY3" fmla="*/ 5834229 h 5834229"/>
              <a:gd name="connsiteX4" fmla="*/ 1126156 w 3535109"/>
              <a:gd name="connsiteY4" fmla="*/ 0 h 5834229"/>
              <a:gd name="connsiteX0" fmla="*/ 1103854 w 3535109"/>
              <a:gd name="connsiteY0" fmla="*/ 20110 h 5824603"/>
              <a:gd name="connsiteX1" fmla="*/ 3535109 w 3535109"/>
              <a:gd name="connsiteY1" fmla="*/ 0 h 5824603"/>
              <a:gd name="connsiteX2" fmla="*/ 2505206 w 3535109"/>
              <a:gd name="connsiteY2" fmla="*/ 5824603 h 5824603"/>
              <a:gd name="connsiteX3" fmla="*/ 0 w 3535109"/>
              <a:gd name="connsiteY3" fmla="*/ 5824603 h 5824603"/>
              <a:gd name="connsiteX4" fmla="*/ 1103854 w 3535109"/>
              <a:gd name="connsiteY4" fmla="*/ 20110 h 5824603"/>
              <a:gd name="connsiteX0" fmla="*/ 1111288 w 3535109"/>
              <a:gd name="connsiteY0" fmla="*/ 0 h 5826795"/>
              <a:gd name="connsiteX1" fmla="*/ 3535109 w 3535109"/>
              <a:gd name="connsiteY1" fmla="*/ 2192 h 5826795"/>
              <a:gd name="connsiteX2" fmla="*/ 2505206 w 3535109"/>
              <a:gd name="connsiteY2" fmla="*/ 5826795 h 5826795"/>
              <a:gd name="connsiteX3" fmla="*/ 0 w 3535109"/>
              <a:gd name="connsiteY3" fmla="*/ 5826795 h 5826795"/>
              <a:gd name="connsiteX4" fmla="*/ 1111288 w 3535109"/>
              <a:gd name="connsiteY4" fmla="*/ 0 h 5826795"/>
              <a:gd name="connsiteX0" fmla="*/ 1111288 w 4940163"/>
              <a:gd name="connsiteY0" fmla="*/ 0 h 5826795"/>
              <a:gd name="connsiteX1" fmla="*/ 4940163 w 4940163"/>
              <a:gd name="connsiteY1" fmla="*/ 2192 h 5826795"/>
              <a:gd name="connsiteX2" fmla="*/ 2505206 w 4940163"/>
              <a:gd name="connsiteY2" fmla="*/ 5826795 h 5826795"/>
              <a:gd name="connsiteX3" fmla="*/ 0 w 4940163"/>
              <a:gd name="connsiteY3" fmla="*/ 5826795 h 5826795"/>
              <a:gd name="connsiteX4" fmla="*/ 1111288 w 4940163"/>
              <a:gd name="connsiteY4" fmla="*/ 0 h 5826795"/>
              <a:gd name="connsiteX0" fmla="*/ 2486605 w 4940163"/>
              <a:gd name="connsiteY0" fmla="*/ 0 h 5826795"/>
              <a:gd name="connsiteX1" fmla="*/ 4940163 w 4940163"/>
              <a:gd name="connsiteY1" fmla="*/ 2192 h 5826795"/>
              <a:gd name="connsiteX2" fmla="*/ 2505206 w 4940163"/>
              <a:gd name="connsiteY2" fmla="*/ 5826795 h 5826795"/>
              <a:gd name="connsiteX3" fmla="*/ 0 w 4940163"/>
              <a:gd name="connsiteY3" fmla="*/ 5826795 h 5826795"/>
              <a:gd name="connsiteX4" fmla="*/ 2486605 w 4940163"/>
              <a:gd name="connsiteY4" fmla="*/ 0 h 5826795"/>
              <a:gd name="connsiteX0" fmla="*/ 2486605 w 4940163"/>
              <a:gd name="connsiteY0" fmla="*/ 0 h 5826795"/>
              <a:gd name="connsiteX1" fmla="*/ 4940163 w 4940163"/>
              <a:gd name="connsiteY1" fmla="*/ 2192 h 5826795"/>
              <a:gd name="connsiteX2" fmla="*/ 2001457 w 4940163"/>
              <a:gd name="connsiteY2" fmla="*/ 5826795 h 5826795"/>
              <a:gd name="connsiteX3" fmla="*/ 0 w 4940163"/>
              <a:gd name="connsiteY3" fmla="*/ 5826795 h 5826795"/>
              <a:gd name="connsiteX4" fmla="*/ 2486605 w 4940163"/>
              <a:gd name="connsiteY4" fmla="*/ 0 h 5826795"/>
              <a:gd name="connsiteX0" fmla="*/ 2486605 w 4478393"/>
              <a:gd name="connsiteY0" fmla="*/ 10165 h 5836960"/>
              <a:gd name="connsiteX1" fmla="*/ 4478393 w 4478393"/>
              <a:gd name="connsiteY1" fmla="*/ 0 h 5836960"/>
              <a:gd name="connsiteX2" fmla="*/ 2001457 w 4478393"/>
              <a:gd name="connsiteY2" fmla="*/ 5836960 h 5836960"/>
              <a:gd name="connsiteX3" fmla="*/ 0 w 4478393"/>
              <a:gd name="connsiteY3" fmla="*/ 5836960 h 5836960"/>
              <a:gd name="connsiteX4" fmla="*/ 2486605 w 4478393"/>
              <a:gd name="connsiteY4" fmla="*/ 10165 h 5836960"/>
              <a:gd name="connsiteX0" fmla="*/ 2486605 w 4422421"/>
              <a:gd name="connsiteY0" fmla="*/ 10165 h 5836960"/>
              <a:gd name="connsiteX1" fmla="*/ 4422421 w 4422421"/>
              <a:gd name="connsiteY1" fmla="*/ 0 h 5836960"/>
              <a:gd name="connsiteX2" fmla="*/ 2001457 w 4422421"/>
              <a:gd name="connsiteY2" fmla="*/ 5836960 h 5836960"/>
              <a:gd name="connsiteX3" fmla="*/ 0 w 4422421"/>
              <a:gd name="connsiteY3" fmla="*/ 5836960 h 5836960"/>
              <a:gd name="connsiteX4" fmla="*/ 2486605 w 4422421"/>
              <a:gd name="connsiteY4" fmla="*/ 10165 h 5836960"/>
              <a:gd name="connsiteX0" fmla="*/ 2486605 w 4478393"/>
              <a:gd name="connsiteY0" fmla="*/ 0 h 5826795"/>
              <a:gd name="connsiteX1" fmla="*/ 4478393 w 4478393"/>
              <a:gd name="connsiteY1" fmla="*/ 14549 h 5826795"/>
              <a:gd name="connsiteX2" fmla="*/ 2001457 w 4478393"/>
              <a:gd name="connsiteY2" fmla="*/ 5826795 h 5826795"/>
              <a:gd name="connsiteX3" fmla="*/ 0 w 4478393"/>
              <a:gd name="connsiteY3" fmla="*/ 5826795 h 5826795"/>
              <a:gd name="connsiteX4" fmla="*/ 2486605 w 4478393"/>
              <a:gd name="connsiteY4" fmla="*/ 0 h 5826795"/>
              <a:gd name="connsiteX0" fmla="*/ 2486605 w 4522645"/>
              <a:gd name="connsiteY0" fmla="*/ 1082 h 5827877"/>
              <a:gd name="connsiteX1" fmla="*/ 4522645 w 4522645"/>
              <a:gd name="connsiteY1" fmla="*/ 0 h 5827877"/>
              <a:gd name="connsiteX2" fmla="*/ 2001457 w 4522645"/>
              <a:gd name="connsiteY2" fmla="*/ 5827877 h 5827877"/>
              <a:gd name="connsiteX3" fmla="*/ 0 w 4522645"/>
              <a:gd name="connsiteY3" fmla="*/ 5827877 h 5827877"/>
              <a:gd name="connsiteX4" fmla="*/ 2486605 w 4522645"/>
              <a:gd name="connsiteY4" fmla="*/ 1082 h 5827877"/>
              <a:gd name="connsiteX0" fmla="*/ 2486605 w 4491075"/>
              <a:gd name="connsiteY0" fmla="*/ 1082 h 5827877"/>
              <a:gd name="connsiteX1" fmla="*/ 4491075 w 4491075"/>
              <a:gd name="connsiteY1" fmla="*/ 0 h 5827877"/>
              <a:gd name="connsiteX2" fmla="*/ 2001457 w 4491075"/>
              <a:gd name="connsiteY2" fmla="*/ 5827877 h 5827877"/>
              <a:gd name="connsiteX3" fmla="*/ 0 w 4491075"/>
              <a:gd name="connsiteY3" fmla="*/ 5827877 h 5827877"/>
              <a:gd name="connsiteX4" fmla="*/ 2486605 w 4491075"/>
              <a:gd name="connsiteY4" fmla="*/ 1082 h 5827877"/>
              <a:gd name="connsiteX0" fmla="*/ 2616040 w 4620510"/>
              <a:gd name="connsiteY0" fmla="*/ 1082 h 5827877"/>
              <a:gd name="connsiteX1" fmla="*/ 4620510 w 4620510"/>
              <a:gd name="connsiteY1" fmla="*/ 0 h 5827877"/>
              <a:gd name="connsiteX2" fmla="*/ 2130892 w 4620510"/>
              <a:gd name="connsiteY2" fmla="*/ 5827877 h 5827877"/>
              <a:gd name="connsiteX3" fmla="*/ 0 w 4620510"/>
              <a:gd name="connsiteY3" fmla="*/ 5821527 h 5827877"/>
              <a:gd name="connsiteX4" fmla="*/ 2616040 w 4620510"/>
              <a:gd name="connsiteY4" fmla="*/ 1082 h 5827877"/>
              <a:gd name="connsiteX0" fmla="*/ 2616040 w 4620510"/>
              <a:gd name="connsiteY0" fmla="*/ 1082 h 5821527"/>
              <a:gd name="connsiteX1" fmla="*/ 4620510 w 4620510"/>
              <a:gd name="connsiteY1" fmla="*/ 0 h 5821527"/>
              <a:gd name="connsiteX2" fmla="*/ 1828876 w 4620510"/>
              <a:gd name="connsiteY2" fmla="*/ 5821527 h 5821527"/>
              <a:gd name="connsiteX3" fmla="*/ 0 w 4620510"/>
              <a:gd name="connsiteY3" fmla="*/ 5821527 h 5821527"/>
              <a:gd name="connsiteX4" fmla="*/ 2616040 w 4620510"/>
              <a:gd name="connsiteY4" fmla="*/ 1082 h 5821527"/>
              <a:gd name="connsiteX0" fmla="*/ 2616040 w 4620510"/>
              <a:gd name="connsiteY0" fmla="*/ 1082 h 5821527"/>
              <a:gd name="connsiteX1" fmla="*/ 4620510 w 4620510"/>
              <a:gd name="connsiteY1" fmla="*/ 0 h 5821527"/>
              <a:gd name="connsiteX2" fmla="*/ 1641914 w 4620510"/>
              <a:gd name="connsiteY2" fmla="*/ 5821527 h 5821527"/>
              <a:gd name="connsiteX3" fmla="*/ 0 w 4620510"/>
              <a:gd name="connsiteY3" fmla="*/ 5821527 h 5821527"/>
              <a:gd name="connsiteX4" fmla="*/ 2616040 w 4620510"/>
              <a:gd name="connsiteY4" fmla="*/ 1082 h 5821527"/>
              <a:gd name="connsiteX0" fmla="*/ 2616040 w 4620510"/>
              <a:gd name="connsiteY0" fmla="*/ 1082 h 5821527"/>
              <a:gd name="connsiteX1" fmla="*/ 4620510 w 4620510"/>
              <a:gd name="connsiteY1" fmla="*/ 0 h 5821527"/>
              <a:gd name="connsiteX2" fmla="*/ 1699441 w 4620510"/>
              <a:gd name="connsiteY2" fmla="*/ 5808827 h 5821527"/>
              <a:gd name="connsiteX3" fmla="*/ 0 w 4620510"/>
              <a:gd name="connsiteY3" fmla="*/ 5821527 h 5821527"/>
              <a:gd name="connsiteX4" fmla="*/ 2616040 w 4620510"/>
              <a:gd name="connsiteY4" fmla="*/ 1082 h 5821527"/>
              <a:gd name="connsiteX0" fmla="*/ 2616040 w 4620510"/>
              <a:gd name="connsiteY0" fmla="*/ 1082 h 5821527"/>
              <a:gd name="connsiteX1" fmla="*/ 4620510 w 4620510"/>
              <a:gd name="connsiteY1" fmla="*/ 0 h 5821527"/>
              <a:gd name="connsiteX2" fmla="*/ 1692250 w 4620510"/>
              <a:gd name="connsiteY2" fmla="*/ 5821527 h 5821527"/>
              <a:gd name="connsiteX3" fmla="*/ 0 w 4620510"/>
              <a:gd name="connsiteY3" fmla="*/ 5821527 h 5821527"/>
              <a:gd name="connsiteX4" fmla="*/ 2616040 w 4620510"/>
              <a:gd name="connsiteY4" fmla="*/ 1082 h 5821527"/>
              <a:gd name="connsiteX0" fmla="*/ 2780776 w 4620510"/>
              <a:gd name="connsiteY0" fmla="*/ 1082 h 5821527"/>
              <a:gd name="connsiteX1" fmla="*/ 4620510 w 4620510"/>
              <a:gd name="connsiteY1" fmla="*/ 0 h 5821527"/>
              <a:gd name="connsiteX2" fmla="*/ 1692250 w 4620510"/>
              <a:gd name="connsiteY2" fmla="*/ 5821527 h 5821527"/>
              <a:gd name="connsiteX3" fmla="*/ 0 w 4620510"/>
              <a:gd name="connsiteY3" fmla="*/ 5821527 h 5821527"/>
              <a:gd name="connsiteX4" fmla="*/ 2780776 w 4620510"/>
              <a:gd name="connsiteY4" fmla="*/ 1082 h 5821527"/>
              <a:gd name="connsiteX0" fmla="*/ 2780776 w 4526375"/>
              <a:gd name="connsiteY0" fmla="*/ 11473 h 5831918"/>
              <a:gd name="connsiteX1" fmla="*/ 4526375 w 4526375"/>
              <a:gd name="connsiteY1" fmla="*/ 0 h 5831918"/>
              <a:gd name="connsiteX2" fmla="*/ 1692250 w 4526375"/>
              <a:gd name="connsiteY2" fmla="*/ 5831918 h 5831918"/>
              <a:gd name="connsiteX3" fmla="*/ 0 w 4526375"/>
              <a:gd name="connsiteY3" fmla="*/ 5831918 h 5831918"/>
              <a:gd name="connsiteX4" fmla="*/ 2780776 w 4526375"/>
              <a:gd name="connsiteY4" fmla="*/ 11473 h 5831918"/>
              <a:gd name="connsiteX0" fmla="*/ 2780776 w 4526375"/>
              <a:gd name="connsiteY0" fmla="*/ 0 h 5820445"/>
              <a:gd name="connsiteX1" fmla="*/ 4526375 w 4526375"/>
              <a:gd name="connsiteY1" fmla="*/ 9309 h 5820445"/>
              <a:gd name="connsiteX2" fmla="*/ 1692250 w 4526375"/>
              <a:gd name="connsiteY2" fmla="*/ 5820445 h 5820445"/>
              <a:gd name="connsiteX3" fmla="*/ 0 w 4526375"/>
              <a:gd name="connsiteY3" fmla="*/ 5820445 h 5820445"/>
              <a:gd name="connsiteX4" fmla="*/ 2780776 w 4526375"/>
              <a:gd name="connsiteY4" fmla="*/ 0 h 5820445"/>
              <a:gd name="connsiteX0" fmla="*/ 2780776 w 4526375"/>
              <a:gd name="connsiteY0" fmla="*/ 6278 h 5811136"/>
              <a:gd name="connsiteX1" fmla="*/ 4526375 w 4526375"/>
              <a:gd name="connsiteY1" fmla="*/ 0 h 5811136"/>
              <a:gd name="connsiteX2" fmla="*/ 1692250 w 4526375"/>
              <a:gd name="connsiteY2" fmla="*/ 5811136 h 5811136"/>
              <a:gd name="connsiteX3" fmla="*/ 0 w 4526375"/>
              <a:gd name="connsiteY3" fmla="*/ 5811136 h 5811136"/>
              <a:gd name="connsiteX4" fmla="*/ 2780776 w 4526375"/>
              <a:gd name="connsiteY4" fmla="*/ 6278 h 5811136"/>
              <a:gd name="connsiteX0" fmla="*/ 2828323 w 4526375"/>
              <a:gd name="connsiteY0" fmla="*/ 0 h 5814189"/>
              <a:gd name="connsiteX1" fmla="*/ 4526375 w 4526375"/>
              <a:gd name="connsiteY1" fmla="*/ 3053 h 5814189"/>
              <a:gd name="connsiteX2" fmla="*/ 1692250 w 4526375"/>
              <a:gd name="connsiteY2" fmla="*/ 5814189 h 5814189"/>
              <a:gd name="connsiteX3" fmla="*/ 0 w 4526375"/>
              <a:gd name="connsiteY3" fmla="*/ 5814189 h 5814189"/>
              <a:gd name="connsiteX4" fmla="*/ 2828323 w 4526375"/>
              <a:gd name="connsiteY4" fmla="*/ 0 h 5814189"/>
              <a:gd name="connsiteX0" fmla="*/ 2828323 w 4526375"/>
              <a:gd name="connsiteY0" fmla="*/ 1048 h 5811136"/>
              <a:gd name="connsiteX1" fmla="*/ 4526375 w 4526375"/>
              <a:gd name="connsiteY1" fmla="*/ 0 h 5811136"/>
              <a:gd name="connsiteX2" fmla="*/ 1692250 w 4526375"/>
              <a:gd name="connsiteY2" fmla="*/ 5811136 h 5811136"/>
              <a:gd name="connsiteX3" fmla="*/ 0 w 4526375"/>
              <a:gd name="connsiteY3" fmla="*/ 5811136 h 5811136"/>
              <a:gd name="connsiteX4" fmla="*/ 2828323 w 4526375"/>
              <a:gd name="connsiteY4" fmla="*/ 1048 h 5811136"/>
              <a:gd name="connsiteX0" fmla="*/ 2207366 w 4526375"/>
              <a:gd name="connsiteY0" fmla="*/ 10475 h 5811136"/>
              <a:gd name="connsiteX1" fmla="*/ 4526375 w 4526375"/>
              <a:gd name="connsiteY1" fmla="*/ 0 h 5811136"/>
              <a:gd name="connsiteX2" fmla="*/ 1692250 w 4526375"/>
              <a:gd name="connsiteY2" fmla="*/ 5811136 h 5811136"/>
              <a:gd name="connsiteX3" fmla="*/ 0 w 4526375"/>
              <a:gd name="connsiteY3" fmla="*/ 5811136 h 5811136"/>
              <a:gd name="connsiteX4" fmla="*/ 2207366 w 4526375"/>
              <a:gd name="connsiteY4" fmla="*/ 10475 h 5811136"/>
              <a:gd name="connsiteX0" fmla="*/ 2197638 w 4526375"/>
              <a:gd name="connsiteY0" fmla="*/ 4125 h 5811136"/>
              <a:gd name="connsiteX1" fmla="*/ 4526375 w 4526375"/>
              <a:gd name="connsiteY1" fmla="*/ 0 h 5811136"/>
              <a:gd name="connsiteX2" fmla="*/ 1692250 w 4526375"/>
              <a:gd name="connsiteY2" fmla="*/ 5811136 h 5811136"/>
              <a:gd name="connsiteX3" fmla="*/ 0 w 4526375"/>
              <a:gd name="connsiteY3" fmla="*/ 5811136 h 5811136"/>
              <a:gd name="connsiteX4" fmla="*/ 2197638 w 4526375"/>
              <a:gd name="connsiteY4" fmla="*/ 4125 h 5811136"/>
              <a:gd name="connsiteX0" fmla="*/ 2187911 w 4526375"/>
              <a:gd name="connsiteY0" fmla="*/ 0 h 5813361"/>
              <a:gd name="connsiteX1" fmla="*/ 4526375 w 4526375"/>
              <a:gd name="connsiteY1" fmla="*/ 2225 h 5813361"/>
              <a:gd name="connsiteX2" fmla="*/ 1692250 w 4526375"/>
              <a:gd name="connsiteY2" fmla="*/ 5813361 h 5813361"/>
              <a:gd name="connsiteX3" fmla="*/ 0 w 4526375"/>
              <a:gd name="connsiteY3" fmla="*/ 5813361 h 5813361"/>
              <a:gd name="connsiteX4" fmla="*/ 2187911 w 4526375"/>
              <a:gd name="connsiteY4" fmla="*/ 0 h 5813361"/>
              <a:gd name="connsiteX0" fmla="*/ 2158728 w 4526375"/>
              <a:gd name="connsiteY0" fmla="*/ 0 h 5813361"/>
              <a:gd name="connsiteX1" fmla="*/ 4526375 w 4526375"/>
              <a:gd name="connsiteY1" fmla="*/ 2225 h 5813361"/>
              <a:gd name="connsiteX2" fmla="*/ 1692250 w 4526375"/>
              <a:gd name="connsiteY2" fmla="*/ 5813361 h 5813361"/>
              <a:gd name="connsiteX3" fmla="*/ 0 w 4526375"/>
              <a:gd name="connsiteY3" fmla="*/ 5813361 h 5813361"/>
              <a:gd name="connsiteX4" fmla="*/ 2158728 w 4526375"/>
              <a:gd name="connsiteY4" fmla="*/ 0 h 5813361"/>
              <a:gd name="connsiteX0" fmla="*/ 2771564 w 5139211"/>
              <a:gd name="connsiteY0" fmla="*/ 0 h 5819711"/>
              <a:gd name="connsiteX1" fmla="*/ 5139211 w 5139211"/>
              <a:gd name="connsiteY1" fmla="*/ 2225 h 5819711"/>
              <a:gd name="connsiteX2" fmla="*/ 2305086 w 5139211"/>
              <a:gd name="connsiteY2" fmla="*/ 5813361 h 5819711"/>
              <a:gd name="connsiteX3" fmla="*/ 0 w 5139211"/>
              <a:gd name="connsiteY3" fmla="*/ 5819711 h 5819711"/>
              <a:gd name="connsiteX4" fmla="*/ 2771564 w 5139211"/>
              <a:gd name="connsiteY4" fmla="*/ 0 h 5819711"/>
              <a:gd name="connsiteX0" fmla="*/ 2771564 w 5139211"/>
              <a:gd name="connsiteY0" fmla="*/ 0 h 5815517"/>
              <a:gd name="connsiteX1" fmla="*/ 5139211 w 5139211"/>
              <a:gd name="connsiteY1" fmla="*/ 2225 h 5815517"/>
              <a:gd name="connsiteX2" fmla="*/ 2305086 w 5139211"/>
              <a:gd name="connsiteY2" fmla="*/ 5813361 h 5815517"/>
              <a:gd name="connsiteX3" fmla="*/ 0 w 5139211"/>
              <a:gd name="connsiteY3" fmla="*/ 5815517 h 5815517"/>
              <a:gd name="connsiteX4" fmla="*/ 2771564 w 5139211"/>
              <a:gd name="connsiteY4" fmla="*/ 0 h 5815517"/>
              <a:gd name="connsiteX0" fmla="*/ 2791575 w 5159222"/>
              <a:gd name="connsiteY0" fmla="*/ 0 h 5815517"/>
              <a:gd name="connsiteX1" fmla="*/ 5159222 w 5159222"/>
              <a:gd name="connsiteY1" fmla="*/ 2225 h 5815517"/>
              <a:gd name="connsiteX2" fmla="*/ 2325097 w 5159222"/>
              <a:gd name="connsiteY2" fmla="*/ 5813361 h 5815517"/>
              <a:gd name="connsiteX3" fmla="*/ 0 w 5159222"/>
              <a:gd name="connsiteY3" fmla="*/ 5815517 h 5815517"/>
              <a:gd name="connsiteX4" fmla="*/ 2791575 w 5159222"/>
              <a:gd name="connsiteY4" fmla="*/ 0 h 58155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159222" h="5815517">
                <a:moveTo>
                  <a:pt x="2791575" y="0"/>
                </a:moveTo>
                <a:lnTo>
                  <a:pt x="5159222" y="2225"/>
                </a:lnTo>
                <a:lnTo>
                  <a:pt x="2325097" y="5813361"/>
                </a:lnTo>
                <a:lnTo>
                  <a:pt x="0" y="5815517"/>
                </a:lnTo>
                <a:lnTo>
                  <a:pt x="2791575" y="0"/>
                </a:lnTo>
                <a:close/>
              </a:path>
            </a:pathLst>
          </a:custGeom>
          <a:solidFill>
            <a:srgbClr val="FFA4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4">
            <a:extLst>
              <a:ext uri="{FF2B5EF4-FFF2-40B4-BE49-F238E27FC236}">
                <a16:creationId xmlns:a16="http://schemas.microsoft.com/office/drawing/2014/main" id="{E7D4A7E7-56E4-EA45-16B9-80A758C7AC21}"/>
              </a:ext>
            </a:extLst>
          </p:cNvPr>
          <p:cNvSpPr/>
          <p:nvPr userDrawn="1"/>
        </p:nvSpPr>
        <p:spPr>
          <a:xfrm rot="10800000">
            <a:off x="3701466" y="-3"/>
            <a:ext cx="4324454" cy="6858002"/>
          </a:xfrm>
          <a:custGeom>
            <a:avLst/>
            <a:gdLst>
              <a:gd name="connsiteX0" fmla="*/ 0 w 2505206"/>
              <a:gd name="connsiteY0" fmla="*/ 0 h 5824603"/>
              <a:gd name="connsiteX1" fmla="*/ 2505206 w 2505206"/>
              <a:gd name="connsiteY1" fmla="*/ 0 h 5824603"/>
              <a:gd name="connsiteX2" fmla="*/ 2505206 w 2505206"/>
              <a:gd name="connsiteY2" fmla="*/ 5824603 h 5824603"/>
              <a:gd name="connsiteX3" fmla="*/ 0 w 2505206"/>
              <a:gd name="connsiteY3" fmla="*/ 5824603 h 5824603"/>
              <a:gd name="connsiteX4" fmla="*/ 0 w 2505206"/>
              <a:gd name="connsiteY4" fmla="*/ 0 h 5824603"/>
              <a:gd name="connsiteX0" fmla="*/ 0 w 3535109"/>
              <a:gd name="connsiteY0" fmla="*/ 0 h 5824603"/>
              <a:gd name="connsiteX1" fmla="*/ 3535109 w 3535109"/>
              <a:gd name="connsiteY1" fmla="*/ 0 h 5824603"/>
              <a:gd name="connsiteX2" fmla="*/ 2505206 w 3535109"/>
              <a:gd name="connsiteY2" fmla="*/ 5824603 h 5824603"/>
              <a:gd name="connsiteX3" fmla="*/ 0 w 3535109"/>
              <a:gd name="connsiteY3" fmla="*/ 5824603 h 5824603"/>
              <a:gd name="connsiteX4" fmla="*/ 0 w 3535109"/>
              <a:gd name="connsiteY4" fmla="*/ 0 h 5824603"/>
              <a:gd name="connsiteX0" fmla="*/ 1126156 w 3535109"/>
              <a:gd name="connsiteY0" fmla="*/ 0 h 5834229"/>
              <a:gd name="connsiteX1" fmla="*/ 3535109 w 3535109"/>
              <a:gd name="connsiteY1" fmla="*/ 9626 h 5834229"/>
              <a:gd name="connsiteX2" fmla="*/ 2505206 w 3535109"/>
              <a:gd name="connsiteY2" fmla="*/ 5834229 h 5834229"/>
              <a:gd name="connsiteX3" fmla="*/ 0 w 3535109"/>
              <a:gd name="connsiteY3" fmla="*/ 5834229 h 5834229"/>
              <a:gd name="connsiteX4" fmla="*/ 1126156 w 3535109"/>
              <a:gd name="connsiteY4" fmla="*/ 0 h 5834229"/>
              <a:gd name="connsiteX0" fmla="*/ 1103854 w 3535109"/>
              <a:gd name="connsiteY0" fmla="*/ 20110 h 5824603"/>
              <a:gd name="connsiteX1" fmla="*/ 3535109 w 3535109"/>
              <a:gd name="connsiteY1" fmla="*/ 0 h 5824603"/>
              <a:gd name="connsiteX2" fmla="*/ 2505206 w 3535109"/>
              <a:gd name="connsiteY2" fmla="*/ 5824603 h 5824603"/>
              <a:gd name="connsiteX3" fmla="*/ 0 w 3535109"/>
              <a:gd name="connsiteY3" fmla="*/ 5824603 h 5824603"/>
              <a:gd name="connsiteX4" fmla="*/ 1103854 w 3535109"/>
              <a:gd name="connsiteY4" fmla="*/ 20110 h 5824603"/>
              <a:gd name="connsiteX0" fmla="*/ 1111288 w 3535109"/>
              <a:gd name="connsiteY0" fmla="*/ 0 h 5826795"/>
              <a:gd name="connsiteX1" fmla="*/ 3535109 w 3535109"/>
              <a:gd name="connsiteY1" fmla="*/ 2192 h 5826795"/>
              <a:gd name="connsiteX2" fmla="*/ 2505206 w 3535109"/>
              <a:gd name="connsiteY2" fmla="*/ 5826795 h 5826795"/>
              <a:gd name="connsiteX3" fmla="*/ 0 w 3535109"/>
              <a:gd name="connsiteY3" fmla="*/ 5826795 h 5826795"/>
              <a:gd name="connsiteX4" fmla="*/ 1111288 w 3535109"/>
              <a:gd name="connsiteY4" fmla="*/ 0 h 5826795"/>
              <a:gd name="connsiteX0" fmla="*/ 1111288 w 4940163"/>
              <a:gd name="connsiteY0" fmla="*/ 0 h 5826795"/>
              <a:gd name="connsiteX1" fmla="*/ 4940163 w 4940163"/>
              <a:gd name="connsiteY1" fmla="*/ 2192 h 5826795"/>
              <a:gd name="connsiteX2" fmla="*/ 2505206 w 4940163"/>
              <a:gd name="connsiteY2" fmla="*/ 5826795 h 5826795"/>
              <a:gd name="connsiteX3" fmla="*/ 0 w 4940163"/>
              <a:gd name="connsiteY3" fmla="*/ 5826795 h 5826795"/>
              <a:gd name="connsiteX4" fmla="*/ 1111288 w 4940163"/>
              <a:gd name="connsiteY4" fmla="*/ 0 h 5826795"/>
              <a:gd name="connsiteX0" fmla="*/ 2486605 w 4940163"/>
              <a:gd name="connsiteY0" fmla="*/ 0 h 5826795"/>
              <a:gd name="connsiteX1" fmla="*/ 4940163 w 4940163"/>
              <a:gd name="connsiteY1" fmla="*/ 2192 h 5826795"/>
              <a:gd name="connsiteX2" fmla="*/ 2505206 w 4940163"/>
              <a:gd name="connsiteY2" fmla="*/ 5826795 h 5826795"/>
              <a:gd name="connsiteX3" fmla="*/ 0 w 4940163"/>
              <a:gd name="connsiteY3" fmla="*/ 5826795 h 5826795"/>
              <a:gd name="connsiteX4" fmla="*/ 2486605 w 4940163"/>
              <a:gd name="connsiteY4" fmla="*/ 0 h 5826795"/>
              <a:gd name="connsiteX0" fmla="*/ 2486605 w 4940163"/>
              <a:gd name="connsiteY0" fmla="*/ 0 h 5826795"/>
              <a:gd name="connsiteX1" fmla="*/ 4940163 w 4940163"/>
              <a:gd name="connsiteY1" fmla="*/ 2192 h 5826795"/>
              <a:gd name="connsiteX2" fmla="*/ 2001457 w 4940163"/>
              <a:gd name="connsiteY2" fmla="*/ 5826795 h 5826795"/>
              <a:gd name="connsiteX3" fmla="*/ 0 w 4940163"/>
              <a:gd name="connsiteY3" fmla="*/ 5826795 h 5826795"/>
              <a:gd name="connsiteX4" fmla="*/ 2486605 w 4940163"/>
              <a:gd name="connsiteY4" fmla="*/ 0 h 5826795"/>
              <a:gd name="connsiteX0" fmla="*/ 2486605 w 4478393"/>
              <a:gd name="connsiteY0" fmla="*/ 10165 h 5836960"/>
              <a:gd name="connsiteX1" fmla="*/ 4478393 w 4478393"/>
              <a:gd name="connsiteY1" fmla="*/ 0 h 5836960"/>
              <a:gd name="connsiteX2" fmla="*/ 2001457 w 4478393"/>
              <a:gd name="connsiteY2" fmla="*/ 5836960 h 5836960"/>
              <a:gd name="connsiteX3" fmla="*/ 0 w 4478393"/>
              <a:gd name="connsiteY3" fmla="*/ 5836960 h 5836960"/>
              <a:gd name="connsiteX4" fmla="*/ 2486605 w 4478393"/>
              <a:gd name="connsiteY4" fmla="*/ 10165 h 5836960"/>
              <a:gd name="connsiteX0" fmla="*/ 2486605 w 4422421"/>
              <a:gd name="connsiteY0" fmla="*/ 10165 h 5836960"/>
              <a:gd name="connsiteX1" fmla="*/ 4422421 w 4422421"/>
              <a:gd name="connsiteY1" fmla="*/ 0 h 5836960"/>
              <a:gd name="connsiteX2" fmla="*/ 2001457 w 4422421"/>
              <a:gd name="connsiteY2" fmla="*/ 5836960 h 5836960"/>
              <a:gd name="connsiteX3" fmla="*/ 0 w 4422421"/>
              <a:gd name="connsiteY3" fmla="*/ 5836960 h 5836960"/>
              <a:gd name="connsiteX4" fmla="*/ 2486605 w 4422421"/>
              <a:gd name="connsiteY4" fmla="*/ 10165 h 5836960"/>
              <a:gd name="connsiteX0" fmla="*/ 2486605 w 4478393"/>
              <a:gd name="connsiteY0" fmla="*/ 0 h 5826795"/>
              <a:gd name="connsiteX1" fmla="*/ 4478393 w 4478393"/>
              <a:gd name="connsiteY1" fmla="*/ 14549 h 5826795"/>
              <a:gd name="connsiteX2" fmla="*/ 2001457 w 4478393"/>
              <a:gd name="connsiteY2" fmla="*/ 5826795 h 5826795"/>
              <a:gd name="connsiteX3" fmla="*/ 0 w 4478393"/>
              <a:gd name="connsiteY3" fmla="*/ 5826795 h 5826795"/>
              <a:gd name="connsiteX4" fmla="*/ 2486605 w 4478393"/>
              <a:gd name="connsiteY4" fmla="*/ 0 h 5826795"/>
              <a:gd name="connsiteX0" fmla="*/ 2486605 w 4522645"/>
              <a:gd name="connsiteY0" fmla="*/ 1082 h 5827877"/>
              <a:gd name="connsiteX1" fmla="*/ 4522645 w 4522645"/>
              <a:gd name="connsiteY1" fmla="*/ 0 h 5827877"/>
              <a:gd name="connsiteX2" fmla="*/ 2001457 w 4522645"/>
              <a:gd name="connsiteY2" fmla="*/ 5827877 h 5827877"/>
              <a:gd name="connsiteX3" fmla="*/ 0 w 4522645"/>
              <a:gd name="connsiteY3" fmla="*/ 5827877 h 5827877"/>
              <a:gd name="connsiteX4" fmla="*/ 2486605 w 4522645"/>
              <a:gd name="connsiteY4" fmla="*/ 1082 h 5827877"/>
              <a:gd name="connsiteX0" fmla="*/ 2486605 w 4491075"/>
              <a:gd name="connsiteY0" fmla="*/ 1082 h 5827877"/>
              <a:gd name="connsiteX1" fmla="*/ 4491075 w 4491075"/>
              <a:gd name="connsiteY1" fmla="*/ 0 h 5827877"/>
              <a:gd name="connsiteX2" fmla="*/ 2001457 w 4491075"/>
              <a:gd name="connsiteY2" fmla="*/ 5827877 h 5827877"/>
              <a:gd name="connsiteX3" fmla="*/ 0 w 4491075"/>
              <a:gd name="connsiteY3" fmla="*/ 5827877 h 5827877"/>
              <a:gd name="connsiteX4" fmla="*/ 2486605 w 4491075"/>
              <a:gd name="connsiteY4" fmla="*/ 1082 h 5827877"/>
              <a:gd name="connsiteX0" fmla="*/ 2616040 w 4620510"/>
              <a:gd name="connsiteY0" fmla="*/ 1082 h 5827877"/>
              <a:gd name="connsiteX1" fmla="*/ 4620510 w 4620510"/>
              <a:gd name="connsiteY1" fmla="*/ 0 h 5827877"/>
              <a:gd name="connsiteX2" fmla="*/ 2130892 w 4620510"/>
              <a:gd name="connsiteY2" fmla="*/ 5827877 h 5827877"/>
              <a:gd name="connsiteX3" fmla="*/ 0 w 4620510"/>
              <a:gd name="connsiteY3" fmla="*/ 5821527 h 5827877"/>
              <a:gd name="connsiteX4" fmla="*/ 2616040 w 4620510"/>
              <a:gd name="connsiteY4" fmla="*/ 1082 h 5827877"/>
              <a:gd name="connsiteX0" fmla="*/ 2616040 w 4620510"/>
              <a:gd name="connsiteY0" fmla="*/ 1082 h 5821527"/>
              <a:gd name="connsiteX1" fmla="*/ 4620510 w 4620510"/>
              <a:gd name="connsiteY1" fmla="*/ 0 h 5821527"/>
              <a:gd name="connsiteX2" fmla="*/ 1828876 w 4620510"/>
              <a:gd name="connsiteY2" fmla="*/ 5821527 h 5821527"/>
              <a:gd name="connsiteX3" fmla="*/ 0 w 4620510"/>
              <a:gd name="connsiteY3" fmla="*/ 5821527 h 5821527"/>
              <a:gd name="connsiteX4" fmla="*/ 2616040 w 4620510"/>
              <a:gd name="connsiteY4" fmla="*/ 1082 h 5821527"/>
              <a:gd name="connsiteX0" fmla="*/ 2616040 w 4620510"/>
              <a:gd name="connsiteY0" fmla="*/ 1082 h 5821527"/>
              <a:gd name="connsiteX1" fmla="*/ 4620510 w 4620510"/>
              <a:gd name="connsiteY1" fmla="*/ 0 h 5821527"/>
              <a:gd name="connsiteX2" fmla="*/ 1641914 w 4620510"/>
              <a:gd name="connsiteY2" fmla="*/ 5821527 h 5821527"/>
              <a:gd name="connsiteX3" fmla="*/ 0 w 4620510"/>
              <a:gd name="connsiteY3" fmla="*/ 5821527 h 5821527"/>
              <a:gd name="connsiteX4" fmla="*/ 2616040 w 4620510"/>
              <a:gd name="connsiteY4" fmla="*/ 1082 h 5821527"/>
              <a:gd name="connsiteX0" fmla="*/ 2616040 w 4620510"/>
              <a:gd name="connsiteY0" fmla="*/ 1082 h 5821527"/>
              <a:gd name="connsiteX1" fmla="*/ 4620510 w 4620510"/>
              <a:gd name="connsiteY1" fmla="*/ 0 h 5821527"/>
              <a:gd name="connsiteX2" fmla="*/ 1699441 w 4620510"/>
              <a:gd name="connsiteY2" fmla="*/ 5808827 h 5821527"/>
              <a:gd name="connsiteX3" fmla="*/ 0 w 4620510"/>
              <a:gd name="connsiteY3" fmla="*/ 5821527 h 5821527"/>
              <a:gd name="connsiteX4" fmla="*/ 2616040 w 4620510"/>
              <a:gd name="connsiteY4" fmla="*/ 1082 h 5821527"/>
              <a:gd name="connsiteX0" fmla="*/ 2616040 w 4620510"/>
              <a:gd name="connsiteY0" fmla="*/ 1082 h 5821527"/>
              <a:gd name="connsiteX1" fmla="*/ 4620510 w 4620510"/>
              <a:gd name="connsiteY1" fmla="*/ 0 h 5821527"/>
              <a:gd name="connsiteX2" fmla="*/ 1692250 w 4620510"/>
              <a:gd name="connsiteY2" fmla="*/ 5821527 h 5821527"/>
              <a:gd name="connsiteX3" fmla="*/ 0 w 4620510"/>
              <a:gd name="connsiteY3" fmla="*/ 5821527 h 5821527"/>
              <a:gd name="connsiteX4" fmla="*/ 2616040 w 4620510"/>
              <a:gd name="connsiteY4" fmla="*/ 1082 h 5821527"/>
              <a:gd name="connsiteX0" fmla="*/ 2780776 w 4620510"/>
              <a:gd name="connsiteY0" fmla="*/ 1082 h 5821527"/>
              <a:gd name="connsiteX1" fmla="*/ 4620510 w 4620510"/>
              <a:gd name="connsiteY1" fmla="*/ 0 h 5821527"/>
              <a:gd name="connsiteX2" fmla="*/ 1692250 w 4620510"/>
              <a:gd name="connsiteY2" fmla="*/ 5821527 h 5821527"/>
              <a:gd name="connsiteX3" fmla="*/ 0 w 4620510"/>
              <a:gd name="connsiteY3" fmla="*/ 5821527 h 5821527"/>
              <a:gd name="connsiteX4" fmla="*/ 2780776 w 4620510"/>
              <a:gd name="connsiteY4" fmla="*/ 1082 h 5821527"/>
              <a:gd name="connsiteX0" fmla="*/ 2780776 w 4526375"/>
              <a:gd name="connsiteY0" fmla="*/ 11473 h 5831918"/>
              <a:gd name="connsiteX1" fmla="*/ 4526375 w 4526375"/>
              <a:gd name="connsiteY1" fmla="*/ 0 h 5831918"/>
              <a:gd name="connsiteX2" fmla="*/ 1692250 w 4526375"/>
              <a:gd name="connsiteY2" fmla="*/ 5831918 h 5831918"/>
              <a:gd name="connsiteX3" fmla="*/ 0 w 4526375"/>
              <a:gd name="connsiteY3" fmla="*/ 5831918 h 5831918"/>
              <a:gd name="connsiteX4" fmla="*/ 2780776 w 4526375"/>
              <a:gd name="connsiteY4" fmla="*/ 11473 h 5831918"/>
              <a:gd name="connsiteX0" fmla="*/ 2780776 w 4526375"/>
              <a:gd name="connsiteY0" fmla="*/ 0 h 5820445"/>
              <a:gd name="connsiteX1" fmla="*/ 4526375 w 4526375"/>
              <a:gd name="connsiteY1" fmla="*/ 9309 h 5820445"/>
              <a:gd name="connsiteX2" fmla="*/ 1692250 w 4526375"/>
              <a:gd name="connsiteY2" fmla="*/ 5820445 h 5820445"/>
              <a:gd name="connsiteX3" fmla="*/ 0 w 4526375"/>
              <a:gd name="connsiteY3" fmla="*/ 5820445 h 5820445"/>
              <a:gd name="connsiteX4" fmla="*/ 2780776 w 4526375"/>
              <a:gd name="connsiteY4" fmla="*/ 0 h 5820445"/>
              <a:gd name="connsiteX0" fmla="*/ 2780776 w 4526375"/>
              <a:gd name="connsiteY0" fmla="*/ 6278 h 5811136"/>
              <a:gd name="connsiteX1" fmla="*/ 4526375 w 4526375"/>
              <a:gd name="connsiteY1" fmla="*/ 0 h 5811136"/>
              <a:gd name="connsiteX2" fmla="*/ 1692250 w 4526375"/>
              <a:gd name="connsiteY2" fmla="*/ 5811136 h 5811136"/>
              <a:gd name="connsiteX3" fmla="*/ 0 w 4526375"/>
              <a:gd name="connsiteY3" fmla="*/ 5811136 h 5811136"/>
              <a:gd name="connsiteX4" fmla="*/ 2780776 w 4526375"/>
              <a:gd name="connsiteY4" fmla="*/ 6278 h 5811136"/>
              <a:gd name="connsiteX0" fmla="*/ 2828323 w 4526375"/>
              <a:gd name="connsiteY0" fmla="*/ 0 h 5814189"/>
              <a:gd name="connsiteX1" fmla="*/ 4526375 w 4526375"/>
              <a:gd name="connsiteY1" fmla="*/ 3053 h 5814189"/>
              <a:gd name="connsiteX2" fmla="*/ 1692250 w 4526375"/>
              <a:gd name="connsiteY2" fmla="*/ 5814189 h 5814189"/>
              <a:gd name="connsiteX3" fmla="*/ 0 w 4526375"/>
              <a:gd name="connsiteY3" fmla="*/ 5814189 h 5814189"/>
              <a:gd name="connsiteX4" fmla="*/ 2828323 w 4526375"/>
              <a:gd name="connsiteY4" fmla="*/ 0 h 5814189"/>
              <a:gd name="connsiteX0" fmla="*/ 2828323 w 4526375"/>
              <a:gd name="connsiteY0" fmla="*/ 1048 h 5811136"/>
              <a:gd name="connsiteX1" fmla="*/ 4526375 w 4526375"/>
              <a:gd name="connsiteY1" fmla="*/ 0 h 5811136"/>
              <a:gd name="connsiteX2" fmla="*/ 1692250 w 4526375"/>
              <a:gd name="connsiteY2" fmla="*/ 5811136 h 5811136"/>
              <a:gd name="connsiteX3" fmla="*/ 0 w 4526375"/>
              <a:gd name="connsiteY3" fmla="*/ 5811136 h 5811136"/>
              <a:gd name="connsiteX4" fmla="*/ 2828323 w 4526375"/>
              <a:gd name="connsiteY4" fmla="*/ 1048 h 5811136"/>
              <a:gd name="connsiteX0" fmla="*/ 2207366 w 4526375"/>
              <a:gd name="connsiteY0" fmla="*/ 10475 h 5811136"/>
              <a:gd name="connsiteX1" fmla="*/ 4526375 w 4526375"/>
              <a:gd name="connsiteY1" fmla="*/ 0 h 5811136"/>
              <a:gd name="connsiteX2" fmla="*/ 1692250 w 4526375"/>
              <a:gd name="connsiteY2" fmla="*/ 5811136 h 5811136"/>
              <a:gd name="connsiteX3" fmla="*/ 0 w 4526375"/>
              <a:gd name="connsiteY3" fmla="*/ 5811136 h 5811136"/>
              <a:gd name="connsiteX4" fmla="*/ 2207366 w 4526375"/>
              <a:gd name="connsiteY4" fmla="*/ 10475 h 5811136"/>
              <a:gd name="connsiteX0" fmla="*/ 2197638 w 4526375"/>
              <a:gd name="connsiteY0" fmla="*/ 4125 h 5811136"/>
              <a:gd name="connsiteX1" fmla="*/ 4526375 w 4526375"/>
              <a:gd name="connsiteY1" fmla="*/ 0 h 5811136"/>
              <a:gd name="connsiteX2" fmla="*/ 1692250 w 4526375"/>
              <a:gd name="connsiteY2" fmla="*/ 5811136 h 5811136"/>
              <a:gd name="connsiteX3" fmla="*/ 0 w 4526375"/>
              <a:gd name="connsiteY3" fmla="*/ 5811136 h 5811136"/>
              <a:gd name="connsiteX4" fmla="*/ 2197638 w 4526375"/>
              <a:gd name="connsiteY4" fmla="*/ 4125 h 5811136"/>
              <a:gd name="connsiteX0" fmla="*/ 2187911 w 4526375"/>
              <a:gd name="connsiteY0" fmla="*/ 0 h 5813361"/>
              <a:gd name="connsiteX1" fmla="*/ 4526375 w 4526375"/>
              <a:gd name="connsiteY1" fmla="*/ 2225 h 5813361"/>
              <a:gd name="connsiteX2" fmla="*/ 1692250 w 4526375"/>
              <a:gd name="connsiteY2" fmla="*/ 5813361 h 5813361"/>
              <a:gd name="connsiteX3" fmla="*/ 0 w 4526375"/>
              <a:gd name="connsiteY3" fmla="*/ 5813361 h 5813361"/>
              <a:gd name="connsiteX4" fmla="*/ 2187911 w 4526375"/>
              <a:gd name="connsiteY4" fmla="*/ 0 h 5813361"/>
              <a:gd name="connsiteX0" fmla="*/ 2158728 w 4526375"/>
              <a:gd name="connsiteY0" fmla="*/ 0 h 5813361"/>
              <a:gd name="connsiteX1" fmla="*/ 4526375 w 4526375"/>
              <a:gd name="connsiteY1" fmla="*/ 2225 h 5813361"/>
              <a:gd name="connsiteX2" fmla="*/ 1692250 w 4526375"/>
              <a:gd name="connsiteY2" fmla="*/ 5813361 h 5813361"/>
              <a:gd name="connsiteX3" fmla="*/ 0 w 4526375"/>
              <a:gd name="connsiteY3" fmla="*/ 5813361 h 5813361"/>
              <a:gd name="connsiteX4" fmla="*/ 2158728 w 4526375"/>
              <a:gd name="connsiteY4" fmla="*/ 0 h 5813361"/>
              <a:gd name="connsiteX0" fmla="*/ 2771564 w 5139211"/>
              <a:gd name="connsiteY0" fmla="*/ 0 h 5819711"/>
              <a:gd name="connsiteX1" fmla="*/ 5139211 w 5139211"/>
              <a:gd name="connsiteY1" fmla="*/ 2225 h 5819711"/>
              <a:gd name="connsiteX2" fmla="*/ 2305086 w 5139211"/>
              <a:gd name="connsiteY2" fmla="*/ 5813361 h 5819711"/>
              <a:gd name="connsiteX3" fmla="*/ 0 w 5139211"/>
              <a:gd name="connsiteY3" fmla="*/ 5819711 h 5819711"/>
              <a:gd name="connsiteX4" fmla="*/ 2771564 w 5139211"/>
              <a:gd name="connsiteY4" fmla="*/ 0 h 5819711"/>
              <a:gd name="connsiteX0" fmla="*/ 2771564 w 5139211"/>
              <a:gd name="connsiteY0" fmla="*/ 0 h 5815517"/>
              <a:gd name="connsiteX1" fmla="*/ 5139211 w 5139211"/>
              <a:gd name="connsiteY1" fmla="*/ 2225 h 5815517"/>
              <a:gd name="connsiteX2" fmla="*/ 2305086 w 5139211"/>
              <a:gd name="connsiteY2" fmla="*/ 5813361 h 5815517"/>
              <a:gd name="connsiteX3" fmla="*/ 0 w 5139211"/>
              <a:gd name="connsiteY3" fmla="*/ 5815517 h 5815517"/>
              <a:gd name="connsiteX4" fmla="*/ 2771564 w 5139211"/>
              <a:gd name="connsiteY4" fmla="*/ 0 h 5815517"/>
              <a:gd name="connsiteX0" fmla="*/ 2791575 w 5159222"/>
              <a:gd name="connsiteY0" fmla="*/ 0 h 5815517"/>
              <a:gd name="connsiteX1" fmla="*/ 5159222 w 5159222"/>
              <a:gd name="connsiteY1" fmla="*/ 2225 h 5815517"/>
              <a:gd name="connsiteX2" fmla="*/ 2325097 w 5159222"/>
              <a:gd name="connsiteY2" fmla="*/ 5813361 h 5815517"/>
              <a:gd name="connsiteX3" fmla="*/ 0 w 5159222"/>
              <a:gd name="connsiteY3" fmla="*/ 5815517 h 5815517"/>
              <a:gd name="connsiteX4" fmla="*/ 2791575 w 5159222"/>
              <a:gd name="connsiteY4" fmla="*/ 0 h 58155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159222" h="5815517">
                <a:moveTo>
                  <a:pt x="2791575" y="0"/>
                </a:moveTo>
                <a:lnTo>
                  <a:pt x="5159222" y="2225"/>
                </a:lnTo>
                <a:lnTo>
                  <a:pt x="2325097" y="5813361"/>
                </a:lnTo>
                <a:lnTo>
                  <a:pt x="0" y="5815517"/>
                </a:lnTo>
                <a:lnTo>
                  <a:pt x="2791575" y="0"/>
                </a:lnTo>
                <a:close/>
              </a:path>
            </a:pathLst>
          </a:custGeom>
          <a:solidFill>
            <a:srgbClr val="FFA4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5F7B902A-A7AC-324D-C879-4D98765155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7866" y="588123"/>
            <a:ext cx="5610853" cy="3151539"/>
          </a:xfrm>
        </p:spPr>
        <p:txBody>
          <a:bodyPr anchor="t">
            <a:noAutofit/>
          </a:bodyPr>
          <a:lstStyle>
            <a:lvl1pPr>
              <a:defRPr sz="360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5803937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1/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Graphic 10">
            <a:extLst>
              <a:ext uri="{FF2B5EF4-FFF2-40B4-BE49-F238E27FC236}">
                <a16:creationId xmlns:a16="http://schemas.microsoft.com/office/drawing/2014/main" id="{BC0F2AD9-27CE-CAA2-AC1E-49CDE60F4F19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093023" y="5922334"/>
            <a:ext cx="1747558" cy="646357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8B481097-70BF-225E-9B5D-2CB430CFA965}"/>
              </a:ext>
            </a:extLst>
          </p:cNvPr>
          <p:cNvSpPr/>
          <p:nvPr userDrawn="1"/>
        </p:nvSpPr>
        <p:spPr>
          <a:xfrm>
            <a:off x="0" y="0"/>
            <a:ext cx="3464560" cy="6858000"/>
          </a:xfrm>
          <a:prstGeom prst="rect">
            <a:avLst/>
          </a:prstGeom>
          <a:solidFill>
            <a:srgbClr val="FFA4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4">
            <a:extLst>
              <a:ext uri="{FF2B5EF4-FFF2-40B4-BE49-F238E27FC236}">
                <a16:creationId xmlns:a16="http://schemas.microsoft.com/office/drawing/2014/main" id="{B7FD9554-7FFE-B18E-EB96-6AE7012B2A33}"/>
              </a:ext>
            </a:extLst>
          </p:cNvPr>
          <p:cNvSpPr/>
          <p:nvPr userDrawn="1"/>
        </p:nvSpPr>
        <p:spPr>
          <a:xfrm rot="10800000">
            <a:off x="1539240" y="-2"/>
            <a:ext cx="4324454" cy="6858002"/>
          </a:xfrm>
          <a:custGeom>
            <a:avLst/>
            <a:gdLst>
              <a:gd name="connsiteX0" fmla="*/ 0 w 2505206"/>
              <a:gd name="connsiteY0" fmla="*/ 0 h 5824603"/>
              <a:gd name="connsiteX1" fmla="*/ 2505206 w 2505206"/>
              <a:gd name="connsiteY1" fmla="*/ 0 h 5824603"/>
              <a:gd name="connsiteX2" fmla="*/ 2505206 w 2505206"/>
              <a:gd name="connsiteY2" fmla="*/ 5824603 h 5824603"/>
              <a:gd name="connsiteX3" fmla="*/ 0 w 2505206"/>
              <a:gd name="connsiteY3" fmla="*/ 5824603 h 5824603"/>
              <a:gd name="connsiteX4" fmla="*/ 0 w 2505206"/>
              <a:gd name="connsiteY4" fmla="*/ 0 h 5824603"/>
              <a:gd name="connsiteX0" fmla="*/ 0 w 3535109"/>
              <a:gd name="connsiteY0" fmla="*/ 0 h 5824603"/>
              <a:gd name="connsiteX1" fmla="*/ 3535109 w 3535109"/>
              <a:gd name="connsiteY1" fmla="*/ 0 h 5824603"/>
              <a:gd name="connsiteX2" fmla="*/ 2505206 w 3535109"/>
              <a:gd name="connsiteY2" fmla="*/ 5824603 h 5824603"/>
              <a:gd name="connsiteX3" fmla="*/ 0 w 3535109"/>
              <a:gd name="connsiteY3" fmla="*/ 5824603 h 5824603"/>
              <a:gd name="connsiteX4" fmla="*/ 0 w 3535109"/>
              <a:gd name="connsiteY4" fmla="*/ 0 h 5824603"/>
              <a:gd name="connsiteX0" fmla="*/ 1126156 w 3535109"/>
              <a:gd name="connsiteY0" fmla="*/ 0 h 5834229"/>
              <a:gd name="connsiteX1" fmla="*/ 3535109 w 3535109"/>
              <a:gd name="connsiteY1" fmla="*/ 9626 h 5834229"/>
              <a:gd name="connsiteX2" fmla="*/ 2505206 w 3535109"/>
              <a:gd name="connsiteY2" fmla="*/ 5834229 h 5834229"/>
              <a:gd name="connsiteX3" fmla="*/ 0 w 3535109"/>
              <a:gd name="connsiteY3" fmla="*/ 5834229 h 5834229"/>
              <a:gd name="connsiteX4" fmla="*/ 1126156 w 3535109"/>
              <a:gd name="connsiteY4" fmla="*/ 0 h 5834229"/>
              <a:gd name="connsiteX0" fmla="*/ 1103854 w 3535109"/>
              <a:gd name="connsiteY0" fmla="*/ 20110 h 5824603"/>
              <a:gd name="connsiteX1" fmla="*/ 3535109 w 3535109"/>
              <a:gd name="connsiteY1" fmla="*/ 0 h 5824603"/>
              <a:gd name="connsiteX2" fmla="*/ 2505206 w 3535109"/>
              <a:gd name="connsiteY2" fmla="*/ 5824603 h 5824603"/>
              <a:gd name="connsiteX3" fmla="*/ 0 w 3535109"/>
              <a:gd name="connsiteY3" fmla="*/ 5824603 h 5824603"/>
              <a:gd name="connsiteX4" fmla="*/ 1103854 w 3535109"/>
              <a:gd name="connsiteY4" fmla="*/ 20110 h 5824603"/>
              <a:gd name="connsiteX0" fmla="*/ 1111288 w 3535109"/>
              <a:gd name="connsiteY0" fmla="*/ 0 h 5826795"/>
              <a:gd name="connsiteX1" fmla="*/ 3535109 w 3535109"/>
              <a:gd name="connsiteY1" fmla="*/ 2192 h 5826795"/>
              <a:gd name="connsiteX2" fmla="*/ 2505206 w 3535109"/>
              <a:gd name="connsiteY2" fmla="*/ 5826795 h 5826795"/>
              <a:gd name="connsiteX3" fmla="*/ 0 w 3535109"/>
              <a:gd name="connsiteY3" fmla="*/ 5826795 h 5826795"/>
              <a:gd name="connsiteX4" fmla="*/ 1111288 w 3535109"/>
              <a:gd name="connsiteY4" fmla="*/ 0 h 5826795"/>
              <a:gd name="connsiteX0" fmla="*/ 1111288 w 4940163"/>
              <a:gd name="connsiteY0" fmla="*/ 0 h 5826795"/>
              <a:gd name="connsiteX1" fmla="*/ 4940163 w 4940163"/>
              <a:gd name="connsiteY1" fmla="*/ 2192 h 5826795"/>
              <a:gd name="connsiteX2" fmla="*/ 2505206 w 4940163"/>
              <a:gd name="connsiteY2" fmla="*/ 5826795 h 5826795"/>
              <a:gd name="connsiteX3" fmla="*/ 0 w 4940163"/>
              <a:gd name="connsiteY3" fmla="*/ 5826795 h 5826795"/>
              <a:gd name="connsiteX4" fmla="*/ 1111288 w 4940163"/>
              <a:gd name="connsiteY4" fmla="*/ 0 h 5826795"/>
              <a:gd name="connsiteX0" fmla="*/ 2486605 w 4940163"/>
              <a:gd name="connsiteY0" fmla="*/ 0 h 5826795"/>
              <a:gd name="connsiteX1" fmla="*/ 4940163 w 4940163"/>
              <a:gd name="connsiteY1" fmla="*/ 2192 h 5826795"/>
              <a:gd name="connsiteX2" fmla="*/ 2505206 w 4940163"/>
              <a:gd name="connsiteY2" fmla="*/ 5826795 h 5826795"/>
              <a:gd name="connsiteX3" fmla="*/ 0 w 4940163"/>
              <a:gd name="connsiteY3" fmla="*/ 5826795 h 5826795"/>
              <a:gd name="connsiteX4" fmla="*/ 2486605 w 4940163"/>
              <a:gd name="connsiteY4" fmla="*/ 0 h 5826795"/>
              <a:gd name="connsiteX0" fmla="*/ 2486605 w 4940163"/>
              <a:gd name="connsiteY0" fmla="*/ 0 h 5826795"/>
              <a:gd name="connsiteX1" fmla="*/ 4940163 w 4940163"/>
              <a:gd name="connsiteY1" fmla="*/ 2192 h 5826795"/>
              <a:gd name="connsiteX2" fmla="*/ 2001457 w 4940163"/>
              <a:gd name="connsiteY2" fmla="*/ 5826795 h 5826795"/>
              <a:gd name="connsiteX3" fmla="*/ 0 w 4940163"/>
              <a:gd name="connsiteY3" fmla="*/ 5826795 h 5826795"/>
              <a:gd name="connsiteX4" fmla="*/ 2486605 w 4940163"/>
              <a:gd name="connsiteY4" fmla="*/ 0 h 5826795"/>
              <a:gd name="connsiteX0" fmla="*/ 2486605 w 4478393"/>
              <a:gd name="connsiteY0" fmla="*/ 10165 h 5836960"/>
              <a:gd name="connsiteX1" fmla="*/ 4478393 w 4478393"/>
              <a:gd name="connsiteY1" fmla="*/ 0 h 5836960"/>
              <a:gd name="connsiteX2" fmla="*/ 2001457 w 4478393"/>
              <a:gd name="connsiteY2" fmla="*/ 5836960 h 5836960"/>
              <a:gd name="connsiteX3" fmla="*/ 0 w 4478393"/>
              <a:gd name="connsiteY3" fmla="*/ 5836960 h 5836960"/>
              <a:gd name="connsiteX4" fmla="*/ 2486605 w 4478393"/>
              <a:gd name="connsiteY4" fmla="*/ 10165 h 5836960"/>
              <a:gd name="connsiteX0" fmla="*/ 2486605 w 4422421"/>
              <a:gd name="connsiteY0" fmla="*/ 10165 h 5836960"/>
              <a:gd name="connsiteX1" fmla="*/ 4422421 w 4422421"/>
              <a:gd name="connsiteY1" fmla="*/ 0 h 5836960"/>
              <a:gd name="connsiteX2" fmla="*/ 2001457 w 4422421"/>
              <a:gd name="connsiteY2" fmla="*/ 5836960 h 5836960"/>
              <a:gd name="connsiteX3" fmla="*/ 0 w 4422421"/>
              <a:gd name="connsiteY3" fmla="*/ 5836960 h 5836960"/>
              <a:gd name="connsiteX4" fmla="*/ 2486605 w 4422421"/>
              <a:gd name="connsiteY4" fmla="*/ 10165 h 5836960"/>
              <a:gd name="connsiteX0" fmla="*/ 2486605 w 4478393"/>
              <a:gd name="connsiteY0" fmla="*/ 0 h 5826795"/>
              <a:gd name="connsiteX1" fmla="*/ 4478393 w 4478393"/>
              <a:gd name="connsiteY1" fmla="*/ 14549 h 5826795"/>
              <a:gd name="connsiteX2" fmla="*/ 2001457 w 4478393"/>
              <a:gd name="connsiteY2" fmla="*/ 5826795 h 5826795"/>
              <a:gd name="connsiteX3" fmla="*/ 0 w 4478393"/>
              <a:gd name="connsiteY3" fmla="*/ 5826795 h 5826795"/>
              <a:gd name="connsiteX4" fmla="*/ 2486605 w 4478393"/>
              <a:gd name="connsiteY4" fmla="*/ 0 h 5826795"/>
              <a:gd name="connsiteX0" fmla="*/ 2486605 w 4522645"/>
              <a:gd name="connsiteY0" fmla="*/ 1082 h 5827877"/>
              <a:gd name="connsiteX1" fmla="*/ 4522645 w 4522645"/>
              <a:gd name="connsiteY1" fmla="*/ 0 h 5827877"/>
              <a:gd name="connsiteX2" fmla="*/ 2001457 w 4522645"/>
              <a:gd name="connsiteY2" fmla="*/ 5827877 h 5827877"/>
              <a:gd name="connsiteX3" fmla="*/ 0 w 4522645"/>
              <a:gd name="connsiteY3" fmla="*/ 5827877 h 5827877"/>
              <a:gd name="connsiteX4" fmla="*/ 2486605 w 4522645"/>
              <a:gd name="connsiteY4" fmla="*/ 1082 h 5827877"/>
              <a:gd name="connsiteX0" fmla="*/ 2486605 w 4491075"/>
              <a:gd name="connsiteY0" fmla="*/ 1082 h 5827877"/>
              <a:gd name="connsiteX1" fmla="*/ 4491075 w 4491075"/>
              <a:gd name="connsiteY1" fmla="*/ 0 h 5827877"/>
              <a:gd name="connsiteX2" fmla="*/ 2001457 w 4491075"/>
              <a:gd name="connsiteY2" fmla="*/ 5827877 h 5827877"/>
              <a:gd name="connsiteX3" fmla="*/ 0 w 4491075"/>
              <a:gd name="connsiteY3" fmla="*/ 5827877 h 5827877"/>
              <a:gd name="connsiteX4" fmla="*/ 2486605 w 4491075"/>
              <a:gd name="connsiteY4" fmla="*/ 1082 h 5827877"/>
              <a:gd name="connsiteX0" fmla="*/ 2616040 w 4620510"/>
              <a:gd name="connsiteY0" fmla="*/ 1082 h 5827877"/>
              <a:gd name="connsiteX1" fmla="*/ 4620510 w 4620510"/>
              <a:gd name="connsiteY1" fmla="*/ 0 h 5827877"/>
              <a:gd name="connsiteX2" fmla="*/ 2130892 w 4620510"/>
              <a:gd name="connsiteY2" fmla="*/ 5827877 h 5827877"/>
              <a:gd name="connsiteX3" fmla="*/ 0 w 4620510"/>
              <a:gd name="connsiteY3" fmla="*/ 5821527 h 5827877"/>
              <a:gd name="connsiteX4" fmla="*/ 2616040 w 4620510"/>
              <a:gd name="connsiteY4" fmla="*/ 1082 h 5827877"/>
              <a:gd name="connsiteX0" fmla="*/ 2616040 w 4620510"/>
              <a:gd name="connsiteY0" fmla="*/ 1082 h 5821527"/>
              <a:gd name="connsiteX1" fmla="*/ 4620510 w 4620510"/>
              <a:gd name="connsiteY1" fmla="*/ 0 h 5821527"/>
              <a:gd name="connsiteX2" fmla="*/ 1828876 w 4620510"/>
              <a:gd name="connsiteY2" fmla="*/ 5821527 h 5821527"/>
              <a:gd name="connsiteX3" fmla="*/ 0 w 4620510"/>
              <a:gd name="connsiteY3" fmla="*/ 5821527 h 5821527"/>
              <a:gd name="connsiteX4" fmla="*/ 2616040 w 4620510"/>
              <a:gd name="connsiteY4" fmla="*/ 1082 h 5821527"/>
              <a:gd name="connsiteX0" fmla="*/ 2616040 w 4620510"/>
              <a:gd name="connsiteY0" fmla="*/ 1082 h 5821527"/>
              <a:gd name="connsiteX1" fmla="*/ 4620510 w 4620510"/>
              <a:gd name="connsiteY1" fmla="*/ 0 h 5821527"/>
              <a:gd name="connsiteX2" fmla="*/ 1641914 w 4620510"/>
              <a:gd name="connsiteY2" fmla="*/ 5821527 h 5821527"/>
              <a:gd name="connsiteX3" fmla="*/ 0 w 4620510"/>
              <a:gd name="connsiteY3" fmla="*/ 5821527 h 5821527"/>
              <a:gd name="connsiteX4" fmla="*/ 2616040 w 4620510"/>
              <a:gd name="connsiteY4" fmla="*/ 1082 h 5821527"/>
              <a:gd name="connsiteX0" fmla="*/ 2616040 w 4620510"/>
              <a:gd name="connsiteY0" fmla="*/ 1082 h 5821527"/>
              <a:gd name="connsiteX1" fmla="*/ 4620510 w 4620510"/>
              <a:gd name="connsiteY1" fmla="*/ 0 h 5821527"/>
              <a:gd name="connsiteX2" fmla="*/ 1699441 w 4620510"/>
              <a:gd name="connsiteY2" fmla="*/ 5808827 h 5821527"/>
              <a:gd name="connsiteX3" fmla="*/ 0 w 4620510"/>
              <a:gd name="connsiteY3" fmla="*/ 5821527 h 5821527"/>
              <a:gd name="connsiteX4" fmla="*/ 2616040 w 4620510"/>
              <a:gd name="connsiteY4" fmla="*/ 1082 h 5821527"/>
              <a:gd name="connsiteX0" fmla="*/ 2616040 w 4620510"/>
              <a:gd name="connsiteY0" fmla="*/ 1082 h 5821527"/>
              <a:gd name="connsiteX1" fmla="*/ 4620510 w 4620510"/>
              <a:gd name="connsiteY1" fmla="*/ 0 h 5821527"/>
              <a:gd name="connsiteX2" fmla="*/ 1692250 w 4620510"/>
              <a:gd name="connsiteY2" fmla="*/ 5821527 h 5821527"/>
              <a:gd name="connsiteX3" fmla="*/ 0 w 4620510"/>
              <a:gd name="connsiteY3" fmla="*/ 5821527 h 5821527"/>
              <a:gd name="connsiteX4" fmla="*/ 2616040 w 4620510"/>
              <a:gd name="connsiteY4" fmla="*/ 1082 h 5821527"/>
              <a:gd name="connsiteX0" fmla="*/ 2780776 w 4620510"/>
              <a:gd name="connsiteY0" fmla="*/ 1082 h 5821527"/>
              <a:gd name="connsiteX1" fmla="*/ 4620510 w 4620510"/>
              <a:gd name="connsiteY1" fmla="*/ 0 h 5821527"/>
              <a:gd name="connsiteX2" fmla="*/ 1692250 w 4620510"/>
              <a:gd name="connsiteY2" fmla="*/ 5821527 h 5821527"/>
              <a:gd name="connsiteX3" fmla="*/ 0 w 4620510"/>
              <a:gd name="connsiteY3" fmla="*/ 5821527 h 5821527"/>
              <a:gd name="connsiteX4" fmla="*/ 2780776 w 4620510"/>
              <a:gd name="connsiteY4" fmla="*/ 1082 h 5821527"/>
              <a:gd name="connsiteX0" fmla="*/ 2780776 w 4526375"/>
              <a:gd name="connsiteY0" fmla="*/ 11473 h 5831918"/>
              <a:gd name="connsiteX1" fmla="*/ 4526375 w 4526375"/>
              <a:gd name="connsiteY1" fmla="*/ 0 h 5831918"/>
              <a:gd name="connsiteX2" fmla="*/ 1692250 w 4526375"/>
              <a:gd name="connsiteY2" fmla="*/ 5831918 h 5831918"/>
              <a:gd name="connsiteX3" fmla="*/ 0 w 4526375"/>
              <a:gd name="connsiteY3" fmla="*/ 5831918 h 5831918"/>
              <a:gd name="connsiteX4" fmla="*/ 2780776 w 4526375"/>
              <a:gd name="connsiteY4" fmla="*/ 11473 h 5831918"/>
              <a:gd name="connsiteX0" fmla="*/ 2780776 w 4526375"/>
              <a:gd name="connsiteY0" fmla="*/ 0 h 5820445"/>
              <a:gd name="connsiteX1" fmla="*/ 4526375 w 4526375"/>
              <a:gd name="connsiteY1" fmla="*/ 9309 h 5820445"/>
              <a:gd name="connsiteX2" fmla="*/ 1692250 w 4526375"/>
              <a:gd name="connsiteY2" fmla="*/ 5820445 h 5820445"/>
              <a:gd name="connsiteX3" fmla="*/ 0 w 4526375"/>
              <a:gd name="connsiteY3" fmla="*/ 5820445 h 5820445"/>
              <a:gd name="connsiteX4" fmla="*/ 2780776 w 4526375"/>
              <a:gd name="connsiteY4" fmla="*/ 0 h 5820445"/>
              <a:gd name="connsiteX0" fmla="*/ 2780776 w 4526375"/>
              <a:gd name="connsiteY0" fmla="*/ 6278 h 5811136"/>
              <a:gd name="connsiteX1" fmla="*/ 4526375 w 4526375"/>
              <a:gd name="connsiteY1" fmla="*/ 0 h 5811136"/>
              <a:gd name="connsiteX2" fmla="*/ 1692250 w 4526375"/>
              <a:gd name="connsiteY2" fmla="*/ 5811136 h 5811136"/>
              <a:gd name="connsiteX3" fmla="*/ 0 w 4526375"/>
              <a:gd name="connsiteY3" fmla="*/ 5811136 h 5811136"/>
              <a:gd name="connsiteX4" fmla="*/ 2780776 w 4526375"/>
              <a:gd name="connsiteY4" fmla="*/ 6278 h 5811136"/>
              <a:gd name="connsiteX0" fmla="*/ 2828323 w 4526375"/>
              <a:gd name="connsiteY0" fmla="*/ 0 h 5814189"/>
              <a:gd name="connsiteX1" fmla="*/ 4526375 w 4526375"/>
              <a:gd name="connsiteY1" fmla="*/ 3053 h 5814189"/>
              <a:gd name="connsiteX2" fmla="*/ 1692250 w 4526375"/>
              <a:gd name="connsiteY2" fmla="*/ 5814189 h 5814189"/>
              <a:gd name="connsiteX3" fmla="*/ 0 w 4526375"/>
              <a:gd name="connsiteY3" fmla="*/ 5814189 h 5814189"/>
              <a:gd name="connsiteX4" fmla="*/ 2828323 w 4526375"/>
              <a:gd name="connsiteY4" fmla="*/ 0 h 5814189"/>
              <a:gd name="connsiteX0" fmla="*/ 2828323 w 4526375"/>
              <a:gd name="connsiteY0" fmla="*/ 1048 h 5811136"/>
              <a:gd name="connsiteX1" fmla="*/ 4526375 w 4526375"/>
              <a:gd name="connsiteY1" fmla="*/ 0 h 5811136"/>
              <a:gd name="connsiteX2" fmla="*/ 1692250 w 4526375"/>
              <a:gd name="connsiteY2" fmla="*/ 5811136 h 5811136"/>
              <a:gd name="connsiteX3" fmla="*/ 0 w 4526375"/>
              <a:gd name="connsiteY3" fmla="*/ 5811136 h 5811136"/>
              <a:gd name="connsiteX4" fmla="*/ 2828323 w 4526375"/>
              <a:gd name="connsiteY4" fmla="*/ 1048 h 5811136"/>
              <a:gd name="connsiteX0" fmla="*/ 2207366 w 4526375"/>
              <a:gd name="connsiteY0" fmla="*/ 10475 h 5811136"/>
              <a:gd name="connsiteX1" fmla="*/ 4526375 w 4526375"/>
              <a:gd name="connsiteY1" fmla="*/ 0 h 5811136"/>
              <a:gd name="connsiteX2" fmla="*/ 1692250 w 4526375"/>
              <a:gd name="connsiteY2" fmla="*/ 5811136 h 5811136"/>
              <a:gd name="connsiteX3" fmla="*/ 0 w 4526375"/>
              <a:gd name="connsiteY3" fmla="*/ 5811136 h 5811136"/>
              <a:gd name="connsiteX4" fmla="*/ 2207366 w 4526375"/>
              <a:gd name="connsiteY4" fmla="*/ 10475 h 5811136"/>
              <a:gd name="connsiteX0" fmla="*/ 2197638 w 4526375"/>
              <a:gd name="connsiteY0" fmla="*/ 4125 h 5811136"/>
              <a:gd name="connsiteX1" fmla="*/ 4526375 w 4526375"/>
              <a:gd name="connsiteY1" fmla="*/ 0 h 5811136"/>
              <a:gd name="connsiteX2" fmla="*/ 1692250 w 4526375"/>
              <a:gd name="connsiteY2" fmla="*/ 5811136 h 5811136"/>
              <a:gd name="connsiteX3" fmla="*/ 0 w 4526375"/>
              <a:gd name="connsiteY3" fmla="*/ 5811136 h 5811136"/>
              <a:gd name="connsiteX4" fmla="*/ 2197638 w 4526375"/>
              <a:gd name="connsiteY4" fmla="*/ 4125 h 5811136"/>
              <a:gd name="connsiteX0" fmla="*/ 2187911 w 4526375"/>
              <a:gd name="connsiteY0" fmla="*/ 0 h 5813361"/>
              <a:gd name="connsiteX1" fmla="*/ 4526375 w 4526375"/>
              <a:gd name="connsiteY1" fmla="*/ 2225 h 5813361"/>
              <a:gd name="connsiteX2" fmla="*/ 1692250 w 4526375"/>
              <a:gd name="connsiteY2" fmla="*/ 5813361 h 5813361"/>
              <a:gd name="connsiteX3" fmla="*/ 0 w 4526375"/>
              <a:gd name="connsiteY3" fmla="*/ 5813361 h 5813361"/>
              <a:gd name="connsiteX4" fmla="*/ 2187911 w 4526375"/>
              <a:gd name="connsiteY4" fmla="*/ 0 h 5813361"/>
              <a:gd name="connsiteX0" fmla="*/ 2158728 w 4526375"/>
              <a:gd name="connsiteY0" fmla="*/ 0 h 5813361"/>
              <a:gd name="connsiteX1" fmla="*/ 4526375 w 4526375"/>
              <a:gd name="connsiteY1" fmla="*/ 2225 h 5813361"/>
              <a:gd name="connsiteX2" fmla="*/ 1692250 w 4526375"/>
              <a:gd name="connsiteY2" fmla="*/ 5813361 h 5813361"/>
              <a:gd name="connsiteX3" fmla="*/ 0 w 4526375"/>
              <a:gd name="connsiteY3" fmla="*/ 5813361 h 5813361"/>
              <a:gd name="connsiteX4" fmla="*/ 2158728 w 4526375"/>
              <a:gd name="connsiteY4" fmla="*/ 0 h 5813361"/>
              <a:gd name="connsiteX0" fmla="*/ 2771564 w 5139211"/>
              <a:gd name="connsiteY0" fmla="*/ 0 h 5819711"/>
              <a:gd name="connsiteX1" fmla="*/ 5139211 w 5139211"/>
              <a:gd name="connsiteY1" fmla="*/ 2225 h 5819711"/>
              <a:gd name="connsiteX2" fmla="*/ 2305086 w 5139211"/>
              <a:gd name="connsiteY2" fmla="*/ 5813361 h 5819711"/>
              <a:gd name="connsiteX3" fmla="*/ 0 w 5139211"/>
              <a:gd name="connsiteY3" fmla="*/ 5819711 h 5819711"/>
              <a:gd name="connsiteX4" fmla="*/ 2771564 w 5139211"/>
              <a:gd name="connsiteY4" fmla="*/ 0 h 5819711"/>
              <a:gd name="connsiteX0" fmla="*/ 2771564 w 5139211"/>
              <a:gd name="connsiteY0" fmla="*/ 0 h 5815517"/>
              <a:gd name="connsiteX1" fmla="*/ 5139211 w 5139211"/>
              <a:gd name="connsiteY1" fmla="*/ 2225 h 5815517"/>
              <a:gd name="connsiteX2" fmla="*/ 2305086 w 5139211"/>
              <a:gd name="connsiteY2" fmla="*/ 5813361 h 5815517"/>
              <a:gd name="connsiteX3" fmla="*/ 0 w 5139211"/>
              <a:gd name="connsiteY3" fmla="*/ 5815517 h 5815517"/>
              <a:gd name="connsiteX4" fmla="*/ 2771564 w 5139211"/>
              <a:gd name="connsiteY4" fmla="*/ 0 h 5815517"/>
              <a:gd name="connsiteX0" fmla="*/ 2791575 w 5159222"/>
              <a:gd name="connsiteY0" fmla="*/ 0 h 5815517"/>
              <a:gd name="connsiteX1" fmla="*/ 5159222 w 5159222"/>
              <a:gd name="connsiteY1" fmla="*/ 2225 h 5815517"/>
              <a:gd name="connsiteX2" fmla="*/ 2325097 w 5159222"/>
              <a:gd name="connsiteY2" fmla="*/ 5813361 h 5815517"/>
              <a:gd name="connsiteX3" fmla="*/ 0 w 5159222"/>
              <a:gd name="connsiteY3" fmla="*/ 5815517 h 5815517"/>
              <a:gd name="connsiteX4" fmla="*/ 2791575 w 5159222"/>
              <a:gd name="connsiteY4" fmla="*/ 0 h 58155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159222" h="5815517">
                <a:moveTo>
                  <a:pt x="2791575" y="0"/>
                </a:moveTo>
                <a:lnTo>
                  <a:pt x="5159222" y="2225"/>
                </a:lnTo>
                <a:lnTo>
                  <a:pt x="2325097" y="5813361"/>
                </a:lnTo>
                <a:lnTo>
                  <a:pt x="0" y="5815517"/>
                </a:lnTo>
                <a:lnTo>
                  <a:pt x="2791575" y="0"/>
                </a:lnTo>
                <a:close/>
              </a:path>
            </a:pathLst>
          </a:custGeom>
          <a:solidFill>
            <a:srgbClr val="FFA4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2488B58-3C7A-8E01-89BF-35DD8740DFD6}"/>
              </a:ext>
            </a:extLst>
          </p:cNvPr>
          <p:cNvSpPr/>
          <p:nvPr userDrawn="1"/>
        </p:nvSpPr>
        <p:spPr>
          <a:xfrm rot="10800000">
            <a:off x="523240" y="-1"/>
            <a:ext cx="4308764" cy="6833119"/>
          </a:xfrm>
          <a:custGeom>
            <a:avLst/>
            <a:gdLst>
              <a:gd name="connsiteX0" fmla="*/ 0 w 2505206"/>
              <a:gd name="connsiteY0" fmla="*/ 0 h 5824603"/>
              <a:gd name="connsiteX1" fmla="*/ 2505206 w 2505206"/>
              <a:gd name="connsiteY1" fmla="*/ 0 h 5824603"/>
              <a:gd name="connsiteX2" fmla="*/ 2505206 w 2505206"/>
              <a:gd name="connsiteY2" fmla="*/ 5824603 h 5824603"/>
              <a:gd name="connsiteX3" fmla="*/ 0 w 2505206"/>
              <a:gd name="connsiteY3" fmla="*/ 5824603 h 5824603"/>
              <a:gd name="connsiteX4" fmla="*/ 0 w 2505206"/>
              <a:gd name="connsiteY4" fmla="*/ 0 h 5824603"/>
              <a:gd name="connsiteX0" fmla="*/ 0 w 3535109"/>
              <a:gd name="connsiteY0" fmla="*/ 0 h 5824603"/>
              <a:gd name="connsiteX1" fmla="*/ 3535109 w 3535109"/>
              <a:gd name="connsiteY1" fmla="*/ 0 h 5824603"/>
              <a:gd name="connsiteX2" fmla="*/ 2505206 w 3535109"/>
              <a:gd name="connsiteY2" fmla="*/ 5824603 h 5824603"/>
              <a:gd name="connsiteX3" fmla="*/ 0 w 3535109"/>
              <a:gd name="connsiteY3" fmla="*/ 5824603 h 5824603"/>
              <a:gd name="connsiteX4" fmla="*/ 0 w 3535109"/>
              <a:gd name="connsiteY4" fmla="*/ 0 h 5824603"/>
              <a:gd name="connsiteX0" fmla="*/ 1126156 w 3535109"/>
              <a:gd name="connsiteY0" fmla="*/ 0 h 5834229"/>
              <a:gd name="connsiteX1" fmla="*/ 3535109 w 3535109"/>
              <a:gd name="connsiteY1" fmla="*/ 9626 h 5834229"/>
              <a:gd name="connsiteX2" fmla="*/ 2505206 w 3535109"/>
              <a:gd name="connsiteY2" fmla="*/ 5834229 h 5834229"/>
              <a:gd name="connsiteX3" fmla="*/ 0 w 3535109"/>
              <a:gd name="connsiteY3" fmla="*/ 5834229 h 5834229"/>
              <a:gd name="connsiteX4" fmla="*/ 1126156 w 3535109"/>
              <a:gd name="connsiteY4" fmla="*/ 0 h 5834229"/>
              <a:gd name="connsiteX0" fmla="*/ 1103854 w 3535109"/>
              <a:gd name="connsiteY0" fmla="*/ 20110 h 5824603"/>
              <a:gd name="connsiteX1" fmla="*/ 3535109 w 3535109"/>
              <a:gd name="connsiteY1" fmla="*/ 0 h 5824603"/>
              <a:gd name="connsiteX2" fmla="*/ 2505206 w 3535109"/>
              <a:gd name="connsiteY2" fmla="*/ 5824603 h 5824603"/>
              <a:gd name="connsiteX3" fmla="*/ 0 w 3535109"/>
              <a:gd name="connsiteY3" fmla="*/ 5824603 h 5824603"/>
              <a:gd name="connsiteX4" fmla="*/ 1103854 w 3535109"/>
              <a:gd name="connsiteY4" fmla="*/ 20110 h 5824603"/>
              <a:gd name="connsiteX0" fmla="*/ 1111288 w 3535109"/>
              <a:gd name="connsiteY0" fmla="*/ 0 h 5826795"/>
              <a:gd name="connsiteX1" fmla="*/ 3535109 w 3535109"/>
              <a:gd name="connsiteY1" fmla="*/ 2192 h 5826795"/>
              <a:gd name="connsiteX2" fmla="*/ 2505206 w 3535109"/>
              <a:gd name="connsiteY2" fmla="*/ 5826795 h 5826795"/>
              <a:gd name="connsiteX3" fmla="*/ 0 w 3535109"/>
              <a:gd name="connsiteY3" fmla="*/ 5826795 h 5826795"/>
              <a:gd name="connsiteX4" fmla="*/ 1111288 w 3535109"/>
              <a:gd name="connsiteY4" fmla="*/ 0 h 5826795"/>
              <a:gd name="connsiteX0" fmla="*/ 1111288 w 4940163"/>
              <a:gd name="connsiteY0" fmla="*/ 0 h 5826795"/>
              <a:gd name="connsiteX1" fmla="*/ 4940163 w 4940163"/>
              <a:gd name="connsiteY1" fmla="*/ 2192 h 5826795"/>
              <a:gd name="connsiteX2" fmla="*/ 2505206 w 4940163"/>
              <a:gd name="connsiteY2" fmla="*/ 5826795 h 5826795"/>
              <a:gd name="connsiteX3" fmla="*/ 0 w 4940163"/>
              <a:gd name="connsiteY3" fmla="*/ 5826795 h 5826795"/>
              <a:gd name="connsiteX4" fmla="*/ 1111288 w 4940163"/>
              <a:gd name="connsiteY4" fmla="*/ 0 h 5826795"/>
              <a:gd name="connsiteX0" fmla="*/ 2486605 w 4940163"/>
              <a:gd name="connsiteY0" fmla="*/ 0 h 5826795"/>
              <a:gd name="connsiteX1" fmla="*/ 4940163 w 4940163"/>
              <a:gd name="connsiteY1" fmla="*/ 2192 h 5826795"/>
              <a:gd name="connsiteX2" fmla="*/ 2505206 w 4940163"/>
              <a:gd name="connsiteY2" fmla="*/ 5826795 h 5826795"/>
              <a:gd name="connsiteX3" fmla="*/ 0 w 4940163"/>
              <a:gd name="connsiteY3" fmla="*/ 5826795 h 5826795"/>
              <a:gd name="connsiteX4" fmla="*/ 2486605 w 4940163"/>
              <a:gd name="connsiteY4" fmla="*/ 0 h 5826795"/>
              <a:gd name="connsiteX0" fmla="*/ 2486605 w 4940163"/>
              <a:gd name="connsiteY0" fmla="*/ 0 h 5826795"/>
              <a:gd name="connsiteX1" fmla="*/ 4940163 w 4940163"/>
              <a:gd name="connsiteY1" fmla="*/ 2192 h 5826795"/>
              <a:gd name="connsiteX2" fmla="*/ 2001457 w 4940163"/>
              <a:gd name="connsiteY2" fmla="*/ 5826795 h 5826795"/>
              <a:gd name="connsiteX3" fmla="*/ 0 w 4940163"/>
              <a:gd name="connsiteY3" fmla="*/ 5826795 h 5826795"/>
              <a:gd name="connsiteX4" fmla="*/ 2486605 w 4940163"/>
              <a:gd name="connsiteY4" fmla="*/ 0 h 5826795"/>
              <a:gd name="connsiteX0" fmla="*/ 2486605 w 4478393"/>
              <a:gd name="connsiteY0" fmla="*/ 10165 h 5836960"/>
              <a:gd name="connsiteX1" fmla="*/ 4478393 w 4478393"/>
              <a:gd name="connsiteY1" fmla="*/ 0 h 5836960"/>
              <a:gd name="connsiteX2" fmla="*/ 2001457 w 4478393"/>
              <a:gd name="connsiteY2" fmla="*/ 5836960 h 5836960"/>
              <a:gd name="connsiteX3" fmla="*/ 0 w 4478393"/>
              <a:gd name="connsiteY3" fmla="*/ 5836960 h 5836960"/>
              <a:gd name="connsiteX4" fmla="*/ 2486605 w 4478393"/>
              <a:gd name="connsiteY4" fmla="*/ 10165 h 5836960"/>
              <a:gd name="connsiteX0" fmla="*/ 2486605 w 4422421"/>
              <a:gd name="connsiteY0" fmla="*/ 10165 h 5836960"/>
              <a:gd name="connsiteX1" fmla="*/ 4422421 w 4422421"/>
              <a:gd name="connsiteY1" fmla="*/ 0 h 5836960"/>
              <a:gd name="connsiteX2" fmla="*/ 2001457 w 4422421"/>
              <a:gd name="connsiteY2" fmla="*/ 5836960 h 5836960"/>
              <a:gd name="connsiteX3" fmla="*/ 0 w 4422421"/>
              <a:gd name="connsiteY3" fmla="*/ 5836960 h 5836960"/>
              <a:gd name="connsiteX4" fmla="*/ 2486605 w 4422421"/>
              <a:gd name="connsiteY4" fmla="*/ 10165 h 5836960"/>
              <a:gd name="connsiteX0" fmla="*/ 2486605 w 4478393"/>
              <a:gd name="connsiteY0" fmla="*/ 0 h 5826795"/>
              <a:gd name="connsiteX1" fmla="*/ 4478393 w 4478393"/>
              <a:gd name="connsiteY1" fmla="*/ 14549 h 5826795"/>
              <a:gd name="connsiteX2" fmla="*/ 2001457 w 4478393"/>
              <a:gd name="connsiteY2" fmla="*/ 5826795 h 5826795"/>
              <a:gd name="connsiteX3" fmla="*/ 0 w 4478393"/>
              <a:gd name="connsiteY3" fmla="*/ 5826795 h 5826795"/>
              <a:gd name="connsiteX4" fmla="*/ 2486605 w 4478393"/>
              <a:gd name="connsiteY4" fmla="*/ 0 h 5826795"/>
              <a:gd name="connsiteX0" fmla="*/ 2486605 w 4522645"/>
              <a:gd name="connsiteY0" fmla="*/ 1082 h 5827877"/>
              <a:gd name="connsiteX1" fmla="*/ 4522645 w 4522645"/>
              <a:gd name="connsiteY1" fmla="*/ 0 h 5827877"/>
              <a:gd name="connsiteX2" fmla="*/ 2001457 w 4522645"/>
              <a:gd name="connsiteY2" fmla="*/ 5827877 h 5827877"/>
              <a:gd name="connsiteX3" fmla="*/ 0 w 4522645"/>
              <a:gd name="connsiteY3" fmla="*/ 5827877 h 5827877"/>
              <a:gd name="connsiteX4" fmla="*/ 2486605 w 4522645"/>
              <a:gd name="connsiteY4" fmla="*/ 1082 h 5827877"/>
              <a:gd name="connsiteX0" fmla="*/ 2486605 w 4491075"/>
              <a:gd name="connsiteY0" fmla="*/ 1082 h 5827877"/>
              <a:gd name="connsiteX1" fmla="*/ 4491075 w 4491075"/>
              <a:gd name="connsiteY1" fmla="*/ 0 h 5827877"/>
              <a:gd name="connsiteX2" fmla="*/ 2001457 w 4491075"/>
              <a:gd name="connsiteY2" fmla="*/ 5827877 h 5827877"/>
              <a:gd name="connsiteX3" fmla="*/ 0 w 4491075"/>
              <a:gd name="connsiteY3" fmla="*/ 5827877 h 5827877"/>
              <a:gd name="connsiteX4" fmla="*/ 2486605 w 4491075"/>
              <a:gd name="connsiteY4" fmla="*/ 1082 h 5827877"/>
              <a:gd name="connsiteX0" fmla="*/ 2616040 w 4620510"/>
              <a:gd name="connsiteY0" fmla="*/ 1082 h 5827877"/>
              <a:gd name="connsiteX1" fmla="*/ 4620510 w 4620510"/>
              <a:gd name="connsiteY1" fmla="*/ 0 h 5827877"/>
              <a:gd name="connsiteX2" fmla="*/ 2130892 w 4620510"/>
              <a:gd name="connsiteY2" fmla="*/ 5827877 h 5827877"/>
              <a:gd name="connsiteX3" fmla="*/ 0 w 4620510"/>
              <a:gd name="connsiteY3" fmla="*/ 5821527 h 5827877"/>
              <a:gd name="connsiteX4" fmla="*/ 2616040 w 4620510"/>
              <a:gd name="connsiteY4" fmla="*/ 1082 h 5827877"/>
              <a:gd name="connsiteX0" fmla="*/ 2616040 w 4620510"/>
              <a:gd name="connsiteY0" fmla="*/ 1082 h 5821527"/>
              <a:gd name="connsiteX1" fmla="*/ 4620510 w 4620510"/>
              <a:gd name="connsiteY1" fmla="*/ 0 h 5821527"/>
              <a:gd name="connsiteX2" fmla="*/ 1828876 w 4620510"/>
              <a:gd name="connsiteY2" fmla="*/ 5821527 h 5821527"/>
              <a:gd name="connsiteX3" fmla="*/ 0 w 4620510"/>
              <a:gd name="connsiteY3" fmla="*/ 5821527 h 5821527"/>
              <a:gd name="connsiteX4" fmla="*/ 2616040 w 4620510"/>
              <a:gd name="connsiteY4" fmla="*/ 1082 h 5821527"/>
              <a:gd name="connsiteX0" fmla="*/ 2616040 w 4620510"/>
              <a:gd name="connsiteY0" fmla="*/ 1082 h 5821527"/>
              <a:gd name="connsiteX1" fmla="*/ 4620510 w 4620510"/>
              <a:gd name="connsiteY1" fmla="*/ 0 h 5821527"/>
              <a:gd name="connsiteX2" fmla="*/ 1641914 w 4620510"/>
              <a:gd name="connsiteY2" fmla="*/ 5821527 h 5821527"/>
              <a:gd name="connsiteX3" fmla="*/ 0 w 4620510"/>
              <a:gd name="connsiteY3" fmla="*/ 5821527 h 5821527"/>
              <a:gd name="connsiteX4" fmla="*/ 2616040 w 4620510"/>
              <a:gd name="connsiteY4" fmla="*/ 1082 h 5821527"/>
              <a:gd name="connsiteX0" fmla="*/ 2616040 w 4620510"/>
              <a:gd name="connsiteY0" fmla="*/ 1082 h 5821527"/>
              <a:gd name="connsiteX1" fmla="*/ 4620510 w 4620510"/>
              <a:gd name="connsiteY1" fmla="*/ 0 h 5821527"/>
              <a:gd name="connsiteX2" fmla="*/ 1699441 w 4620510"/>
              <a:gd name="connsiteY2" fmla="*/ 5808827 h 5821527"/>
              <a:gd name="connsiteX3" fmla="*/ 0 w 4620510"/>
              <a:gd name="connsiteY3" fmla="*/ 5821527 h 5821527"/>
              <a:gd name="connsiteX4" fmla="*/ 2616040 w 4620510"/>
              <a:gd name="connsiteY4" fmla="*/ 1082 h 5821527"/>
              <a:gd name="connsiteX0" fmla="*/ 2616040 w 4620510"/>
              <a:gd name="connsiteY0" fmla="*/ 1082 h 5821527"/>
              <a:gd name="connsiteX1" fmla="*/ 4620510 w 4620510"/>
              <a:gd name="connsiteY1" fmla="*/ 0 h 5821527"/>
              <a:gd name="connsiteX2" fmla="*/ 1692250 w 4620510"/>
              <a:gd name="connsiteY2" fmla="*/ 5821527 h 5821527"/>
              <a:gd name="connsiteX3" fmla="*/ 0 w 4620510"/>
              <a:gd name="connsiteY3" fmla="*/ 5821527 h 5821527"/>
              <a:gd name="connsiteX4" fmla="*/ 2616040 w 4620510"/>
              <a:gd name="connsiteY4" fmla="*/ 1082 h 5821527"/>
              <a:gd name="connsiteX0" fmla="*/ 2780776 w 4620510"/>
              <a:gd name="connsiteY0" fmla="*/ 1082 h 5821527"/>
              <a:gd name="connsiteX1" fmla="*/ 4620510 w 4620510"/>
              <a:gd name="connsiteY1" fmla="*/ 0 h 5821527"/>
              <a:gd name="connsiteX2" fmla="*/ 1692250 w 4620510"/>
              <a:gd name="connsiteY2" fmla="*/ 5821527 h 5821527"/>
              <a:gd name="connsiteX3" fmla="*/ 0 w 4620510"/>
              <a:gd name="connsiteY3" fmla="*/ 5821527 h 5821527"/>
              <a:gd name="connsiteX4" fmla="*/ 2780776 w 4620510"/>
              <a:gd name="connsiteY4" fmla="*/ 1082 h 5821527"/>
              <a:gd name="connsiteX0" fmla="*/ 2780776 w 4526375"/>
              <a:gd name="connsiteY0" fmla="*/ 11473 h 5831918"/>
              <a:gd name="connsiteX1" fmla="*/ 4526375 w 4526375"/>
              <a:gd name="connsiteY1" fmla="*/ 0 h 5831918"/>
              <a:gd name="connsiteX2" fmla="*/ 1692250 w 4526375"/>
              <a:gd name="connsiteY2" fmla="*/ 5831918 h 5831918"/>
              <a:gd name="connsiteX3" fmla="*/ 0 w 4526375"/>
              <a:gd name="connsiteY3" fmla="*/ 5831918 h 5831918"/>
              <a:gd name="connsiteX4" fmla="*/ 2780776 w 4526375"/>
              <a:gd name="connsiteY4" fmla="*/ 11473 h 5831918"/>
              <a:gd name="connsiteX0" fmla="*/ 2780776 w 4526375"/>
              <a:gd name="connsiteY0" fmla="*/ 0 h 5820445"/>
              <a:gd name="connsiteX1" fmla="*/ 4526375 w 4526375"/>
              <a:gd name="connsiteY1" fmla="*/ 9309 h 5820445"/>
              <a:gd name="connsiteX2" fmla="*/ 1692250 w 4526375"/>
              <a:gd name="connsiteY2" fmla="*/ 5820445 h 5820445"/>
              <a:gd name="connsiteX3" fmla="*/ 0 w 4526375"/>
              <a:gd name="connsiteY3" fmla="*/ 5820445 h 5820445"/>
              <a:gd name="connsiteX4" fmla="*/ 2780776 w 4526375"/>
              <a:gd name="connsiteY4" fmla="*/ 0 h 5820445"/>
              <a:gd name="connsiteX0" fmla="*/ 2780776 w 4526375"/>
              <a:gd name="connsiteY0" fmla="*/ 6278 h 5811136"/>
              <a:gd name="connsiteX1" fmla="*/ 4526375 w 4526375"/>
              <a:gd name="connsiteY1" fmla="*/ 0 h 5811136"/>
              <a:gd name="connsiteX2" fmla="*/ 1692250 w 4526375"/>
              <a:gd name="connsiteY2" fmla="*/ 5811136 h 5811136"/>
              <a:gd name="connsiteX3" fmla="*/ 0 w 4526375"/>
              <a:gd name="connsiteY3" fmla="*/ 5811136 h 5811136"/>
              <a:gd name="connsiteX4" fmla="*/ 2780776 w 4526375"/>
              <a:gd name="connsiteY4" fmla="*/ 6278 h 5811136"/>
              <a:gd name="connsiteX0" fmla="*/ 2828323 w 4526375"/>
              <a:gd name="connsiteY0" fmla="*/ 0 h 5814189"/>
              <a:gd name="connsiteX1" fmla="*/ 4526375 w 4526375"/>
              <a:gd name="connsiteY1" fmla="*/ 3053 h 5814189"/>
              <a:gd name="connsiteX2" fmla="*/ 1692250 w 4526375"/>
              <a:gd name="connsiteY2" fmla="*/ 5814189 h 5814189"/>
              <a:gd name="connsiteX3" fmla="*/ 0 w 4526375"/>
              <a:gd name="connsiteY3" fmla="*/ 5814189 h 5814189"/>
              <a:gd name="connsiteX4" fmla="*/ 2828323 w 4526375"/>
              <a:gd name="connsiteY4" fmla="*/ 0 h 5814189"/>
              <a:gd name="connsiteX0" fmla="*/ 2828323 w 4526375"/>
              <a:gd name="connsiteY0" fmla="*/ 1048 h 5811136"/>
              <a:gd name="connsiteX1" fmla="*/ 4526375 w 4526375"/>
              <a:gd name="connsiteY1" fmla="*/ 0 h 5811136"/>
              <a:gd name="connsiteX2" fmla="*/ 1692250 w 4526375"/>
              <a:gd name="connsiteY2" fmla="*/ 5811136 h 5811136"/>
              <a:gd name="connsiteX3" fmla="*/ 0 w 4526375"/>
              <a:gd name="connsiteY3" fmla="*/ 5811136 h 5811136"/>
              <a:gd name="connsiteX4" fmla="*/ 2828323 w 4526375"/>
              <a:gd name="connsiteY4" fmla="*/ 1048 h 5811136"/>
              <a:gd name="connsiteX0" fmla="*/ 2207366 w 4526375"/>
              <a:gd name="connsiteY0" fmla="*/ 10475 h 5811136"/>
              <a:gd name="connsiteX1" fmla="*/ 4526375 w 4526375"/>
              <a:gd name="connsiteY1" fmla="*/ 0 h 5811136"/>
              <a:gd name="connsiteX2" fmla="*/ 1692250 w 4526375"/>
              <a:gd name="connsiteY2" fmla="*/ 5811136 h 5811136"/>
              <a:gd name="connsiteX3" fmla="*/ 0 w 4526375"/>
              <a:gd name="connsiteY3" fmla="*/ 5811136 h 5811136"/>
              <a:gd name="connsiteX4" fmla="*/ 2207366 w 4526375"/>
              <a:gd name="connsiteY4" fmla="*/ 10475 h 5811136"/>
              <a:gd name="connsiteX0" fmla="*/ 2197638 w 4526375"/>
              <a:gd name="connsiteY0" fmla="*/ 4125 h 5811136"/>
              <a:gd name="connsiteX1" fmla="*/ 4526375 w 4526375"/>
              <a:gd name="connsiteY1" fmla="*/ 0 h 5811136"/>
              <a:gd name="connsiteX2" fmla="*/ 1692250 w 4526375"/>
              <a:gd name="connsiteY2" fmla="*/ 5811136 h 5811136"/>
              <a:gd name="connsiteX3" fmla="*/ 0 w 4526375"/>
              <a:gd name="connsiteY3" fmla="*/ 5811136 h 5811136"/>
              <a:gd name="connsiteX4" fmla="*/ 2197638 w 4526375"/>
              <a:gd name="connsiteY4" fmla="*/ 4125 h 5811136"/>
              <a:gd name="connsiteX0" fmla="*/ 2187911 w 4526375"/>
              <a:gd name="connsiteY0" fmla="*/ 0 h 5813361"/>
              <a:gd name="connsiteX1" fmla="*/ 4526375 w 4526375"/>
              <a:gd name="connsiteY1" fmla="*/ 2225 h 5813361"/>
              <a:gd name="connsiteX2" fmla="*/ 1692250 w 4526375"/>
              <a:gd name="connsiteY2" fmla="*/ 5813361 h 5813361"/>
              <a:gd name="connsiteX3" fmla="*/ 0 w 4526375"/>
              <a:gd name="connsiteY3" fmla="*/ 5813361 h 5813361"/>
              <a:gd name="connsiteX4" fmla="*/ 2187911 w 4526375"/>
              <a:gd name="connsiteY4" fmla="*/ 0 h 5813361"/>
              <a:gd name="connsiteX0" fmla="*/ 2158728 w 4526375"/>
              <a:gd name="connsiteY0" fmla="*/ 0 h 5813361"/>
              <a:gd name="connsiteX1" fmla="*/ 4526375 w 4526375"/>
              <a:gd name="connsiteY1" fmla="*/ 2225 h 5813361"/>
              <a:gd name="connsiteX2" fmla="*/ 1692250 w 4526375"/>
              <a:gd name="connsiteY2" fmla="*/ 5813361 h 5813361"/>
              <a:gd name="connsiteX3" fmla="*/ 0 w 4526375"/>
              <a:gd name="connsiteY3" fmla="*/ 5813361 h 5813361"/>
              <a:gd name="connsiteX4" fmla="*/ 2158728 w 4526375"/>
              <a:gd name="connsiteY4" fmla="*/ 0 h 5813361"/>
              <a:gd name="connsiteX0" fmla="*/ 2771564 w 5139211"/>
              <a:gd name="connsiteY0" fmla="*/ 0 h 5819711"/>
              <a:gd name="connsiteX1" fmla="*/ 5139211 w 5139211"/>
              <a:gd name="connsiteY1" fmla="*/ 2225 h 5819711"/>
              <a:gd name="connsiteX2" fmla="*/ 2305086 w 5139211"/>
              <a:gd name="connsiteY2" fmla="*/ 5813361 h 5819711"/>
              <a:gd name="connsiteX3" fmla="*/ 0 w 5139211"/>
              <a:gd name="connsiteY3" fmla="*/ 5819711 h 5819711"/>
              <a:gd name="connsiteX4" fmla="*/ 2771564 w 5139211"/>
              <a:gd name="connsiteY4" fmla="*/ 0 h 5819711"/>
              <a:gd name="connsiteX0" fmla="*/ 2771564 w 5139211"/>
              <a:gd name="connsiteY0" fmla="*/ 0 h 5815517"/>
              <a:gd name="connsiteX1" fmla="*/ 5139211 w 5139211"/>
              <a:gd name="connsiteY1" fmla="*/ 2225 h 5815517"/>
              <a:gd name="connsiteX2" fmla="*/ 2305086 w 5139211"/>
              <a:gd name="connsiteY2" fmla="*/ 5813361 h 5815517"/>
              <a:gd name="connsiteX3" fmla="*/ 0 w 5139211"/>
              <a:gd name="connsiteY3" fmla="*/ 5815517 h 5815517"/>
              <a:gd name="connsiteX4" fmla="*/ 2771564 w 5139211"/>
              <a:gd name="connsiteY4" fmla="*/ 0 h 5815517"/>
              <a:gd name="connsiteX0" fmla="*/ 2791575 w 5159222"/>
              <a:gd name="connsiteY0" fmla="*/ 0 h 5815517"/>
              <a:gd name="connsiteX1" fmla="*/ 5159222 w 5159222"/>
              <a:gd name="connsiteY1" fmla="*/ 2225 h 5815517"/>
              <a:gd name="connsiteX2" fmla="*/ 2325097 w 5159222"/>
              <a:gd name="connsiteY2" fmla="*/ 5813361 h 5815517"/>
              <a:gd name="connsiteX3" fmla="*/ 0 w 5159222"/>
              <a:gd name="connsiteY3" fmla="*/ 5815517 h 5815517"/>
              <a:gd name="connsiteX4" fmla="*/ 2791575 w 5159222"/>
              <a:gd name="connsiteY4" fmla="*/ 0 h 58155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159222" h="5815517">
                <a:moveTo>
                  <a:pt x="2791575" y="0"/>
                </a:moveTo>
                <a:lnTo>
                  <a:pt x="5159222" y="2225"/>
                </a:lnTo>
                <a:lnTo>
                  <a:pt x="2325097" y="5813361"/>
                </a:lnTo>
                <a:lnTo>
                  <a:pt x="0" y="5815517"/>
                </a:lnTo>
                <a:lnTo>
                  <a:pt x="2791575" y="0"/>
                </a:lnTo>
                <a:close/>
              </a:path>
            </a:pathLst>
          </a:custGeom>
          <a:solidFill>
            <a:srgbClr val="FFA4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88C7D09-C848-DA0C-B154-7F9EBED758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7867" y="588123"/>
            <a:ext cx="3464560" cy="3503231"/>
          </a:xfrm>
        </p:spPr>
        <p:txBody>
          <a:bodyPr anchor="t">
            <a:noAutofit/>
          </a:bodyPr>
          <a:lstStyle>
            <a:lvl1pPr>
              <a:defRPr sz="360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332878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4">
            <a:extLst>
              <a:ext uri="{FF2B5EF4-FFF2-40B4-BE49-F238E27FC236}">
                <a16:creationId xmlns:a16="http://schemas.microsoft.com/office/drawing/2014/main" id="{6A8C4122-4528-6FE4-1366-8E8E0B58AB8C}"/>
              </a:ext>
            </a:extLst>
          </p:cNvPr>
          <p:cNvSpPr/>
          <p:nvPr userDrawn="1"/>
        </p:nvSpPr>
        <p:spPr>
          <a:xfrm rot="10800000">
            <a:off x="6762750" y="-16814"/>
            <a:ext cx="4776392" cy="6911183"/>
          </a:xfrm>
          <a:custGeom>
            <a:avLst/>
            <a:gdLst>
              <a:gd name="connsiteX0" fmla="*/ 0 w 2505206"/>
              <a:gd name="connsiteY0" fmla="*/ 0 h 5824603"/>
              <a:gd name="connsiteX1" fmla="*/ 2505206 w 2505206"/>
              <a:gd name="connsiteY1" fmla="*/ 0 h 5824603"/>
              <a:gd name="connsiteX2" fmla="*/ 2505206 w 2505206"/>
              <a:gd name="connsiteY2" fmla="*/ 5824603 h 5824603"/>
              <a:gd name="connsiteX3" fmla="*/ 0 w 2505206"/>
              <a:gd name="connsiteY3" fmla="*/ 5824603 h 5824603"/>
              <a:gd name="connsiteX4" fmla="*/ 0 w 2505206"/>
              <a:gd name="connsiteY4" fmla="*/ 0 h 5824603"/>
              <a:gd name="connsiteX0" fmla="*/ 0 w 3535109"/>
              <a:gd name="connsiteY0" fmla="*/ 0 h 5824603"/>
              <a:gd name="connsiteX1" fmla="*/ 3535109 w 3535109"/>
              <a:gd name="connsiteY1" fmla="*/ 0 h 5824603"/>
              <a:gd name="connsiteX2" fmla="*/ 2505206 w 3535109"/>
              <a:gd name="connsiteY2" fmla="*/ 5824603 h 5824603"/>
              <a:gd name="connsiteX3" fmla="*/ 0 w 3535109"/>
              <a:gd name="connsiteY3" fmla="*/ 5824603 h 5824603"/>
              <a:gd name="connsiteX4" fmla="*/ 0 w 3535109"/>
              <a:gd name="connsiteY4" fmla="*/ 0 h 5824603"/>
              <a:gd name="connsiteX0" fmla="*/ 1126156 w 3535109"/>
              <a:gd name="connsiteY0" fmla="*/ 0 h 5834229"/>
              <a:gd name="connsiteX1" fmla="*/ 3535109 w 3535109"/>
              <a:gd name="connsiteY1" fmla="*/ 9626 h 5834229"/>
              <a:gd name="connsiteX2" fmla="*/ 2505206 w 3535109"/>
              <a:gd name="connsiteY2" fmla="*/ 5834229 h 5834229"/>
              <a:gd name="connsiteX3" fmla="*/ 0 w 3535109"/>
              <a:gd name="connsiteY3" fmla="*/ 5834229 h 5834229"/>
              <a:gd name="connsiteX4" fmla="*/ 1126156 w 3535109"/>
              <a:gd name="connsiteY4" fmla="*/ 0 h 5834229"/>
              <a:gd name="connsiteX0" fmla="*/ 1103854 w 3535109"/>
              <a:gd name="connsiteY0" fmla="*/ 20110 h 5824603"/>
              <a:gd name="connsiteX1" fmla="*/ 3535109 w 3535109"/>
              <a:gd name="connsiteY1" fmla="*/ 0 h 5824603"/>
              <a:gd name="connsiteX2" fmla="*/ 2505206 w 3535109"/>
              <a:gd name="connsiteY2" fmla="*/ 5824603 h 5824603"/>
              <a:gd name="connsiteX3" fmla="*/ 0 w 3535109"/>
              <a:gd name="connsiteY3" fmla="*/ 5824603 h 5824603"/>
              <a:gd name="connsiteX4" fmla="*/ 1103854 w 3535109"/>
              <a:gd name="connsiteY4" fmla="*/ 20110 h 5824603"/>
              <a:gd name="connsiteX0" fmla="*/ 1111288 w 3535109"/>
              <a:gd name="connsiteY0" fmla="*/ 0 h 5826795"/>
              <a:gd name="connsiteX1" fmla="*/ 3535109 w 3535109"/>
              <a:gd name="connsiteY1" fmla="*/ 2192 h 5826795"/>
              <a:gd name="connsiteX2" fmla="*/ 2505206 w 3535109"/>
              <a:gd name="connsiteY2" fmla="*/ 5826795 h 5826795"/>
              <a:gd name="connsiteX3" fmla="*/ 0 w 3535109"/>
              <a:gd name="connsiteY3" fmla="*/ 5826795 h 5826795"/>
              <a:gd name="connsiteX4" fmla="*/ 1111288 w 3535109"/>
              <a:gd name="connsiteY4" fmla="*/ 0 h 5826795"/>
              <a:gd name="connsiteX0" fmla="*/ 1111288 w 4940163"/>
              <a:gd name="connsiteY0" fmla="*/ 0 h 5826795"/>
              <a:gd name="connsiteX1" fmla="*/ 4940163 w 4940163"/>
              <a:gd name="connsiteY1" fmla="*/ 2192 h 5826795"/>
              <a:gd name="connsiteX2" fmla="*/ 2505206 w 4940163"/>
              <a:gd name="connsiteY2" fmla="*/ 5826795 h 5826795"/>
              <a:gd name="connsiteX3" fmla="*/ 0 w 4940163"/>
              <a:gd name="connsiteY3" fmla="*/ 5826795 h 5826795"/>
              <a:gd name="connsiteX4" fmla="*/ 1111288 w 4940163"/>
              <a:gd name="connsiteY4" fmla="*/ 0 h 5826795"/>
              <a:gd name="connsiteX0" fmla="*/ 2486605 w 4940163"/>
              <a:gd name="connsiteY0" fmla="*/ 0 h 5826795"/>
              <a:gd name="connsiteX1" fmla="*/ 4940163 w 4940163"/>
              <a:gd name="connsiteY1" fmla="*/ 2192 h 5826795"/>
              <a:gd name="connsiteX2" fmla="*/ 2505206 w 4940163"/>
              <a:gd name="connsiteY2" fmla="*/ 5826795 h 5826795"/>
              <a:gd name="connsiteX3" fmla="*/ 0 w 4940163"/>
              <a:gd name="connsiteY3" fmla="*/ 5826795 h 5826795"/>
              <a:gd name="connsiteX4" fmla="*/ 2486605 w 4940163"/>
              <a:gd name="connsiteY4" fmla="*/ 0 h 5826795"/>
              <a:gd name="connsiteX0" fmla="*/ 2486605 w 4940163"/>
              <a:gd name="connsiteY0" fmla="*/ 0 h 5826795"/>
              <a:gd name="connsiteX1" fmla="*/ 4940163 w 4940163"/>
              <a:gd name="connsiteY1" fmla="*/ 2192 h 5826795"/>
              <a:gd name="connsiteX2" fmla="*/ 2001457 w 4940163"/>
              <a:gd name="connsiteY2" fmla="*/ 5826795 h 5826795"/>
              <a:gd name="connsiteX3" fmla="*/ 0 w 4940163"/>
              <a:gd name="connsiteY3" fmla="*/ 5826795 h 5826795"/>
              <a:gd name="connsiteX4" fmla="*/ 2486605 w 4940163"/>
              <a:gd name="connsiteY4" fmla="*/ 0 h 5826795"/>
              <a:gd name="connsiteX0" fmla="*/ 2486605 w 4478393"/>
              <a:gd name="connsiteY0" fmla="*/ 10165 h 5836960"/>
              <a:gd name="connsiteX1" fmla="*/ 4478393 w 4478393"/>
              <a:gd name="connsiteY1" fmla="*/ 0 h 5836960"/>
              <a:gd name="connsiteX2" fmla="*/ 2001457 w 4478393"/>
              <a:gd name="connsiteY2" fmla="*/ 5836960 h 5836960"/>
              <a:gd name="connsiteX3" fmla="*/ 0 w 4478393"/>
              <a:gd name="connsiteY3" fmla="*/ 5836960 h 5836960"/>
              <a:gd name="connsiteX4" fmla="*/ 2486605 w 4478393"/>
              <a:gd name="connsiteY4" fmla="*/ 10165 h 5836960"/>
              <a:gd name="connsiteX0" fmla="*/ 2486605 w 4422421"/>
              <a:gd name="connsiteY0" fmla="*/ 10165 h 5836960"/>
              <a:gd name="connsiteX1" fmla="*/ 4422421 w 4422421"/>
              <a:gd name="connsiteY1" fmla="*/ 0 h 5836960"/>
              <a:gd name="connsiteX2" fmla="*/ 2001457 w 4422421"/>
              <a:gd name="connsiteY2" fmla="*/ 5836960 h 5836960"/>
              <a:gd name="connsiteX3" fmla="*/ 0 w 4422421"/>
              <a:gd name="connsiteY3" fmla="*/ 5836960 h 5836960"/>
              <a:gd name="connsiteX4" fmla="*/ 2486605 w 4422421"/>
              <a:gd name="connsiteY4" fmla="*/ 10165 h 5836960"/>
              <a:gd name="connsiteX0" fmla="*/ 2486605 w 4478393"/>
              <a:gd name="connsiteY0" fmla="*/ 0 h 5826795"/>
              <a:gd name="connsiteX1" fmla="*/ 4478393 w 4478393"/>
              <a:gd name="connsiteY1" fmla="*/ 14549 h 5826795"/>
              <a:gd name="connsiteX2" fmla="*/ 2001457 w 4478393"/>
              <a:gd name="connsiteY2" fmla="*/ 5826795 h 5826795"/>
              <a:gd name="connsiteX3" fmla="*/ 0 w 4478393"/>
              <a:gd name="connsiteY3" fmla="*/ 5826795 h 5826795"/>
              <a:gd name="connsiteX4" fmla="*/ 2486605 w 4478393"/>
              <a:gd name="connsiteY4" fmla="*/ 0 h 5826795"/>
              <a:gd name="connsiteX0" fmla="*/ 2486605 w 4522645"/>
              <a:gd name="connsiteY0" fmla="*/ 1082 h 5827877"/>
              <a:gd name="connsiteX1" fmla="*/ 4522645 w 4522645"/>
              <a:gd name="connsiteY1" fmla="*/ 0 h 5827877"/>
              <a:gd name="connsiteX2" fmla="*/ 2001457 w 4522645"/>
              <a:gd name="connsiteY2" fmla="*/ 5827877 h 5827877"/>
              <a:gd name="connsiteX3" fmla="*/ 0 w 4522645"/>
              <a:gd name="connsiteY3" fmla="*/ 5827877 h 5827877"/>
              <a:gd name="connsiteX4" fmla="*/ 2486605 w 4522645"/>
              <a:gd name="connsiteY4" fmla="*/ 1082 h 5827877"/>
              <a:gd name="connsiteX0" fmla="*/ 2486605 w 4491075"/>
              <a:gd name="connsiteY0" fmla="*/ 1082 h 5827877"/>
              <a:gd name="connsiteX1" fmla="*/ 4491075 w 4491075"/>
              <a:gd name="connsiteY1" fmla="*/ 0 h 5827877"/>
              <a:gd name="connsiteX2" fmla="*/ 2001457 w 4491075"/>
              <a:gd name="connsiteY2" fmla="*/ 5827877 h 5827877"/>
              <a:gd name="connsiteX3" fmla="*/ 0 w 4491075"/>
              <a:gd name="connsiteY3" fmla="*/ 5827877 h 5827877"/>
              <a:gd name="connsiteX4" fmla="*/ 2486605 w 4491075"/>
              <a:gd name="connsiteY4" fmla="*/ 1082 h 5827877"/>
              <a:gd name="connsiteX0" fmla="*/ 2616040 w 4620510"/>
              <a:gd name="connsiteY0" fmla="*/ 1082 h 5827877"/>
              <a:gd name="connsiteX1" fmla="*/ 4620510 w 4620510"/>
              <a:gd name="connsiteY1" fmla="*/ 0 h 5827877"/>
              <a:gd name="connsiteX2" fmla="*/ 2130892 w 4620510"/>
              <a:gd name="connsiteY2" fmla="*/ 5827877 h 5827877"/>
              <a:gd name="connsiteX3" fmla="*/ 0 w 4620510"/>
              <a:gd name="connsiteY3" fmla="*/ 5821527 h 5827877"/>
              <a:gd name="connsiteX4" fmla="*/ 2616040 w 4620510"/>
              <a:gd name="connsiteY4" fmla="*/ 1082 h 5827877"/>
              <a:gd name="connsiteX0" fmla="*/ 2616040 w 4620510"/>
              <a:gd name="connsiteY0" fmla="*/ 1082 h 5821527"/>
              <a:gd name="connsiteX1" fmla="*/ 4620510 w 4620510"/>
              <a:gd name="connsiteY1" fmla="*/ 0 h 5821527"/>
              <a:gd name="connsiteX2" fmla="*/ 1828876 w 4620510"/>
              <a:gd name="connsiteY2" fmla="*/ 5821527 h 5821527"/>
              <a:gd name="connsiteX3" fmla="*/ 0 w 4620510"/>
              <a:gd name="connsiteY3" fmla="*/ 5821527 h 5821527"/>
              <a:gd name="connsiteX4" fmla="*/ 2616040 w 4620510"/>
              <a:gd name="connsiteY4" fmla="*/ 1082 h 5821527"/>
              <a:gd name="connsiteX0" fmla="*/ 2616040 w 4620510"/>
              <a:gd name="connsiteY0" fmla="*/ 1082 h 5821527"/>
              <a:gd name="connsiteX1" fmla="*/ 4620510 w 4620510"/>
              <a:gd name="connsiteY1" fmla="*/ 0 h 5821527"/>
              <a:gd name="connsiteX2" fmla="*/ 1641914 w 4620510"/>
              <a:gd name="connsiteY2" fmla="*/ 5821527 h 5821527"/>
              <a:gd name="connsiteX3" fmla="*/ 0 w 4620510"/>
              <a:gd name="connsiteY3" fmla="*/ 5821527 h 5821527"/>
              <a:gd name="connsiteX4" fmla="*/ 2616040 w 4620510"/>
              <a:gd name="connsiteY4" fmla="*/ 1082 h 5821527"/>
              <a:gd name="connsiteX0" fmla="*/ 2616040 w 4620510"/>
              <a:gd name="connsiteY0" fmla="*/ 1082 h 5821527"/>
              <a:gd name="connsiteX1" fmla="*/ 4620510 w 4620510"/>
              <a:gd name="connsiteY1" fmla="*/ 0 h 5821527"/>
              <a:gd name="connsiteX2" fmla="*/ 1699441 w 4620510"/>
              <a:gd name="connsiteY2" fmla="*/ 5808827 h 5821527"/>
              <a:gd name="connsiteX3" fmla="*/ 0 w 4620510"/>
              <a:gd name="connsiteY3" fmla="*/ 5821527 h 5821527"/>
              <a:gd name="connsiteX4" fmla="*/ 2616040 w 4620510"/>
              <a:gd name="connsiteY4" fmla="*/ 1082 h 5821527"/>
              <a:gd name="connsiteX0" fmla="*/ 2616040 w 4620510"/>
              <a:gd name="connsiteY0" fmla="*/ 1082 h 5821527"/>
              <a:gd name="connsiteX1" fmla="*/ 4620510 w 4620510"/>
              <a:gd name="connsiteY1" fmla="*/ 0 h 5821527"/>
              <a:gd name="connsiteX2" fmla="*/ 1692250 w 4620510"/>
              <a:gd name="connsiteY2" fmla="*/ 5821527 h 5821527"/>
              <a:gd name="connsiteX3" fmla="*/ 0 w 4620510"/>
              <a:gd name="connsiteY3" fmla="*/ 5821527 h 5821527"/>
              <a:gd name="connsiteX4" fmla="*/ 2616040 w 4620510"/>
              <a:gd name="connsiteY4" fmla="*/ 1082 h 5821527"/>
              <a:gd name="connsiteX0" fmla="*/ 2780776 w 4620510"/>
              <a:gd name="connsiteY0" fmla="*/ 1082 h 5821527"/>
              <a:gd name="connsiteX1" fmla="*/ 4620510 w 4620510"/>
              <a:gd name="connsiteY1" fmla="*/ 0 h 5821527"/>
              <a:gd name="connsiteX2" fmla="*/ 1692250 w 4620510"/>
              <a:gd name="connsiteY2" fmla="*/ 5821527 h 5821527"/>
              <a:gd name="connsiteX3" fmla="*/ 0 w 4620510"/>
              <a:gd name="connsiteY3" fmla="*/ 5821527 h 5821527"/>
              <a:gd name="connsiteX4" fmla="*/ 2780776 w 4620510"/>
              <a:gd name="connsiteY4" fmla="*/ 1082 h 5821527"/>
              <a:gd name="connsiteX0" fmla="*/ 2780776 w 4526375"/>
              <a:gd name="connsiteY0" fmla="*/ 11473 h 5831918"/>
              <a:gd name="connsiteX1" fmla="*/ 4526375 w 4526375"/>
              <a:gd name="connsiteY1" fmla="*/ 0 h 5831918"/>
              <a:gd name="connsiteX2" fmla="*/ 1692250 w 4526375"/>
              <a:gd name="connsiteY2" fmla="*/ 5831918 h 5831918"/>
              <a:gd name="connsiteX3" fmla="*/ 0 w 4526375"/>
              <a:gd name="connsiteY3" fmla="*/ 5831918 h 5831918"/>
              <a:gd name="connsiteX4" fmla="*/ 2780776 w 4526375"/>
              <a:gd name="connsiteY4" fmla="*/ 11473 h 5831918"/>
              <a:gd name="connsiteX0" fmla="*/ 2780776 w 4526375"/>
              <a:gd name="connsiteY0" fmla="*/ 0 h 5820445"/>
              <a:gd name="connsiteX1" fmla="*/ 4526375 w 4526375"/>
              <a:gd name="connsiteY1" fmla="*/ 9309 h 5820445"/>
              <a:gd name="connsiteX2" fmla="*/ 1692250 w 4526375"/>
              <a:gd name="connsiteY2" fmla="*/ 5820445 h 5820445"/>
              <a:gd name="connsiteX3" fmla="*/ 0 w 4526375"/>
              <a:gd name="connsiteY3" fmla="*/ 5820445 h 5820445"/>
              <a:gd name="connsiteX4" fmla="*/ 2780776 w 4526375"/>
              <a:gd name="connsiteY4" fmla="*/ 0 h 5820445"/>
              <a:gd name="connsiteX0" fmla="*/ 2780776 w 4526375"/>
              <a:gd name="connsiteY0" fmla="*/ 6278 h 5811136"/>
              <a:gd name="connsiteX1" fmla="*/ 4526375 w 4526375"/>
              <a:gd name="connsiteY1" fmla="*/ 0 h 5811136"/>
              <a:gd name="connsiteX2" fmla="*/ 1692250 w 4526375"/>
              <a:gd name="connsiteY2" fmla="*/ 5811136 h 5811136"/>
              <a:gd name="connsiteX3" fmla="*/ 0 w 4526375"/>
              <a:gd name="connsiteY3" fmla="*/ 5811136 h 5811136"/>
              <a:gd name="connsiteX4" fmla="*/ 2780776 w 4526375"/>
              <a:gd name="connsiteY4" fmla="*/ 6278 h 5811136"/>
              <a:gd name="connsiteX0" fmla="*/ 2828323 w 4526375"/>
              <a:gd name="connsiteY0" fmla="*/ 0 h 5814189"/>
              <a:gd name="connsiteX1" fmla="*/ 4526375 w 4526375"/>
              <a:gd name="connsiteY1" fmla="*/ 3053 h 5814189"/>
              <a:gd name="connsiteX2" fmla="*/ 1692250 w 4526375"/>
              <a:gd name="connsiteY2" fmla="*/ 5814189 h 5814189"/>
              <a:gd name="connsiteX3" fmla="*/ 0 w 4526375"/>
              <a:gd name="connsiteY3" fmla="*/ 5814189 h 5814189"/>
              <a:gd name="connsiteX4" fmla="*/ 2828323 w 4526375"/>
              <a:gd name="connsiteY4" fmla="*/ 0 h 5814189"/>
              <a:gd name="connsiteX0" fmla="*/ 2828323 w 4526375"/>
              <a:gd name="connsiteY0" fmla="*/ 1048 h 5811136"/>
              <a:gd name="connsiteX1" fmla="*/ 4526375 w 4526375"/>
              <a:gd name="connsiteY1" fmla="*/ 0 h 5811136"/>
              <a:gd name="connsiteX2" fmla="*/ 1692250 w 4526375"/>
              <a:gd name="connsiteY2" fmla="*/ 5811136 h 5811136"/>
              <a:gd name="connsiteX3" fmla="*/ 0 w 4526375"/>
              <a:gd name="connsiteY3" fmla="*/ 5811136 h 5811136"/>
              <a:gd name="connsiteX4" fmla="*/ 2828323 w 4526375"/>
              <a:gd name="connsiteY4" fmla="*/ 1048 h 5811136"/>
              <a:gd name="connsiteX0" fmla="*/ 1712019 w 4526375"/>
              <a:gd name="connsiteY0" fmla="*/ 1048 h 5811136"/>
              <a:gd name="connsiteX1" fmla="*/ 4526375 w 4526375"/>
              <a:gd name="connsiteY1" fmla="*/ 0 h 5811136"/>
              <a:gd name="connsiteX2" fmla="*/ 1692250 w 4526375"/>
              <a:gd name="connsiteY2" fmla="*/ 5811136 h 5811136"/>
              <a:gd name="connsiteX3" fmla="*/ 0 w 4526375"/>
              <a:gd name="connsiteY3" fmla="*/ 5811136 h 5811136"/>
              <a:gd name="connsiteX4" fmla="*/ 1712019 w 4526375"/>
              <a:gd name="connsiteY4" fmla="*/ 1048 h 5811136"/>
              <a:gd name="connsiteX0" fmla="*/ 2828323 w 5642679"/>
              <a:gd name="connsiteY0" fmla="*/ 1048 h 5811136"/>
              <a:gd name="connsiteX1" fmla="*/ 5642679 w 5642679"/>
              <a:gd name="connsiteY1" fmla="*/ 0 h 5811136"/>
              <a:gd name="connsiteX2" fmla="*/ 2808554 w 5642679"/>
              <a:gd name="connsiteY2" fmla="*/ 5811136 h 5811136"/>
              <a:gd name="connsiteX3" fmla="*/ 0 w 5642679"/>
              <a:gd name="connsiteY3" fmla="*/ 5811136 h 5811136"/>
              <a:gd name="connsiteX4" fmla="*/ 2828323 w 5642679"/>
              <a:gd name="connsiteY4" fmla="*/ 1048 h 58111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642679" h="5811136">
                <a:moveTo>
                  <a:pt x="2828323" y="1048"/>
                </a:moveTo>
                <a:lnTo>
                  <a:pt x="5642679" y="0"/>
                </a:lnTo>
                <a:lnTo>
                  <a:pt x="2808554" y="5811136"/>
                </a:lnTo>
                <a:lnTo>
                  <a:pt x="0" y="5811136"/>
                </a:lnTo>
                <a:lnTo>
                  <a:pt x="2828323" y="1048"/>
                </a:lnTo>
                <a:close/>
              </a:path>
            </a:pathLst>
          </a:custGeom>
          <a:solidFill>
            <a:srgbClr val="FFA404">
              <a:alpha val="75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4">
            <a:extLst>
              <a:ext uri="{FF2B5EF4-FFF2-40B4-BE49-F238E27FC236}">
                <a16:creationId xmlns:a16="http://schemas.microsoft.com/office/drawing/2014/main" id="{59416CFA-B5BE-0522-26B3-81BA68044390}"/>
              </a:ext>
            </a:extLst>
          </p:cNvPr>
          <p:cNvSpPr/>
          <p:nvPr userDrawn="1"/>
        </p:nvSpPr>
        <p:spPr>
          <a:xfrm rot="10800000">
            <a:off x="415636" y="2190403"/>
            <a:ext cx="1191228" cy="1889127"/>
          </a:xfrm>
          <a:custGeom>
            <a:avLst/>
            <a:gdLst>
              <a:gd name="connsiteX0" fmla="*/ 0 w 2505206"/>
              <a:gd name="connsiteY0" fmla="*/ 0 h 5824603"/>
              <a:gd name="connsiteX1" fmla="*/ 2505206 w 2505206"/>
              <a:gd name="connsiteY1" fmla="*/ 0 h 5824603"/>
              <a:gd name="connsiteX2" fmla="*/ 2505206 w 2505206"/>
              <a:gd name="connsiteY2" fmla="*/ 5824603 h 5824603"/>
              <a:gd name="connsiteX3" fmla="*/ 0 w 2505206"/>
              <a:gd name="connsiteY3" fmla="*/ 5824603 h 5824603"/>
              <a:gd name="connsiteX4" fmla="*/ 0 w 2505206"/>
              <a:gd name="connsiteY4" fmla="*/ 0 h 5824603"/>
              <a:gd name="connsiteX0" fmla="*/ 0 w 3535109"/>
              <a:gd name="connsiteY0" fmla="*/ 0 h 5824603"/>
              <a:gd name="connsiteX1" fmla="*/ 3535109 w 3535109"/>
              <a:gd name="connsiteY1" fmla="*/ 0 h 5824603"/>
              <a:gd name="connsiteX2" fmla="*/ 2505206 w 3535109"/>
              <a:gd name="connsiteY2" fmla="*/ 5824603 h 5824603"/>
              <a:gd name="connsiteX3" fmla="*/ 0 w 3535109"/>
              <a:gd name="connsiteY3" fmla="*/ 5824603 h 5824603"/>
              <a:gd name="connsiteX4" fmla="*/ 0 w 3535109"/>
              <a:gd name="connsiteY4" fmla="*/ 0 h 5824603"/>
              <a:gd name="connsiteX0" fmla="*/ 1126156 w 3535109"/>
              <a:gd name="connsiteY0" fmla="*/ 0 h 5834229"/>
              <a:gd name="connsiteX1" fmla="*/ 3535109 w 3535109"/>
              <a:gd name="connsiteY1" fmla="*/ 9626 h 5834229"/>
              <a:gd name="connsiteX2" fmla="*/ 2505206 w 3535109"/>
              <a:gd name="connsiteY2" fmla="*/ 5834229 h 5834229"/>
              <a:gd name="connsiteX3" fmla="*/ 0 w 3535109"/>
              <a:gd name="connsiteY3" fmla="*/ 5834229 h 5834229"/>
              <a:gd name="connsiteX4" fmla="*/ 1126156 w 3535109"/>
              <a:gd name="connsiteY4" fmla="*/ 0 h 5834229"/>
              <a:gd name="connsiteX0" fmla="*/ 1103854 w 3535109"/>
              <a:gd name="connsiteY0" fmla="*/ 20110 h 5824603"/>
              <a:gd name="connsiteX1" fmla="*/ 3535109 w 3535109"/>
              <a:gd name="connsiteY1" fmla="*/ 0 h 5824603"/>
              <a:gd name="connsiteX2" fmla="*/ 2505206 w 3535109"/>
              <a:gd name="connsiteY2" fmla="*/ 5824603 h 5824603"/>
              <a:gd name="connsiteX3" fmla="*/ 0 w 3535109"/>
              <a:gd name="connsiteY3" fmla="*/ 5824603 h 5824603"/>
              <a:gd name="connsiteX4" fmla="*/ 1103854 w 3535109"/>
              <a:gd name="connsiteY4" fmla="*/ 20110 h 5824603"/>
              <a:gd name="connsiteX0" fmla="*/ 1111288 w 3535109"/>
              <a:gd name="connsiteY0" fmla="*/ 0 h 5826795"/>
              <a:gd name="connsiteX1" fmla="*/ 3535109 w 3535109"/>
              <a:gd name="connsiteY1" fmla="*/ 2192 h 5826795"/>
              <a:gd name="connsiteX2" fmla="*/ 2505206 w 3535109"/>
              <a:gd name="connsiteY2" fmla="*/ 5826795 h 5826795"/>
              <a:gd name="connsiteX3" fmla="*/ 0 w 3535109"/>
              <a:gd name="connsiteY3" fmla="*/ 5826795 h 5826795"/>
              <a:gd name="connsiteX4" fmla="*/ 1111288 w 3535109"/>
              <a:gd name="connsiteY4" fmla="*/ 0 h 5826795"/>
              <a:gd name="connsiteX0" fmla="*/ 1111288 w 4940163"/>
              <a:gd name="connsiteY0" fmla="*/ 0 h 5826795"/>
              <a:gd name="connsiteX1" fmla="*/ 4940163 w 4940163"/>
              <a:gd name="connsiteY1" fmla="*/ 2192 h 5826795"/>
              <a:gd name="connsiteX2" fmla="*/ 2505206 w 4940163"/>
              <a:gd name="connsiteY2" fmla="*/ 5826795 h 5826795"/>
              <a:gd name="connsiteX3" fmla="*/ 0 w 4940163"/>
              <a:gd name="connsiteY3" fmla="*/ 5826795 h 5826795"/>
              <a:gd name="connsiteX4" fmla="*/ 1111288 w 4940163"/>
              <a:gd name="connsiteY4" fmla="*/ 0 h 5826795"/>
              <a:gd name="connsiteX0" fmla="*/ 2486605 w 4940163"/>
              <a:gd name="connsiteY0" fmla="*/ 0 h 5826795"/>
              <a:gd name="connsiteX1" fmla="*/ 4940163 w 4940163"/>
              <a:gd name="connsiteY1" fmla="*/ 2192 h 5826795"/>
              <a:gd name="connsiteX2" fmla="*/ 2505206 w 4940163"/>
              <a:gd name="connsiteY2" fmla="*/ 5826795 h 5826795"/>
              <a:gd name="connsiteX3" fmla="*/ 0 w 4940163"/>
              <a:gd name="connsiteY3" fmla="*/ 5826795 h 5826795"/>
              <a:gd name="connsiteX4" fmla="*/ 2486605 w 4940163"/>
              <a:gd name="connsiteY4" fmla="*/ 0 h 5826795"/>
              <a:gd name="connsiteX0" fmla="*/ 2486605 w 4940163"/>
              <a:gd name="connsiteY0" fmla="*/ 0 h 5826795"/>
              <a:gd name="connsiteX1" fmla="*/ 4940163 w 4940163"/>
              <a:gd name="connsiteY1" fmla="*/ 2192 h 5826795"/>
              <a:gd name="connsiteX2" fmla="*/ 2001457 w 4940163"/>
              <a:gd name="connsiteY2" fmla="*/ 5826795 h 5826795"/>
              <a:gd name="connsiteX3" fmla="*/ 0 w 4940163"/>
              <a:gd name="connsiteY3" fmla="*/ 5826795 h 5826795"/>
              <a:gd name="connsiteX4" fmla="*/ 2486605 w 4940163"/>
              <a:gd name="connsiteY4" fmla="*/ 0 h 5826795"/>
              <a:gd name="connsiteX0" fmla="*/ 2486605 w 4478393"/>
              <a:gd name="connsiteY0" fmla="*/ 10165 h 5836960"/>
              <a:gd name="connsiteX1" fmla="*/ 4478393 w 4478393"/>
              <a:gd name="connsiteY1" fmla="*/ 0 h 5836960"/>
              <a:gd name="connsiteX2" fmla="*/ 2001457 w 4478393"/>
              <a:gd name="connsiteY2" fmla="*/ 5836960 h 5836960"/>
              <a:gd name="connsiteX3" fmla="*/ 0 w 4478393"/>
              <a:gd name="connsiteY3" fmla="*/ 5836960 h 5836960"/>
              <a:gd name="connsiteX4" fmla="*/ 2486605 w 4478393"/>
              <a:gd name="connsiteY4" fmla="*/ 10165 h 5836960"/>
              <a:gd name="connsiteX0" fmla="*/ 2486605 w 4422421"/>
              <a:gd name="connsiteY0" fmla="*/ 10165 h 5836960"/>
              <a:gd name="connsiteX1" fmla="*/ 4422421 w 4422421"/>
              <a:gd name="connsiteY1" fmla="*/ 0 h 5836960"/>
              <a:gd name="connsiteX2" fmla="*/ 2001457 w 4422421"/>
              <a:gd name="connsiteY2" fmla="*/ 5836960 h 5836960"/>
              <a:gd name="connsiteX3" fmla="*/ 0 w 4422421"/>
              <a:gd name="connsiteY3" fmla="*/ 5836960 h 5836960"/>
              <a:gd name="connsiteX4" fmla="*/ 2486605 w 4422421"/>
              <a:gd name="connsiteY4" fmla="*/ 10165 h 5836960"/>
              <a:gd name="connsiteX0" fmla="*/ 2486605 w 4478393"/>
              <a:gd name="connsiteY0" fmla="*/ 0 h 5826795"/>
              <a:gd name="connsiteX1" fmla="*/ 4478393 w 4478393"/>
              <a:gd name="connsiteY1" fmla="*/ 14549 h 5826795"/>
              <a:gd name="connsiteX2" fmla="*/ 2001457 w 4478393"/>
              <a:gd name="connsiteY2" fmla="*/ 5826795 h 5826795"/>
              <a:gd name="connsiteX3" fmla="*/ 0 w 4478393"/>
              <a:gd name="connsiteY3" fmla="*/ 5826795 h 5826795"/>
              <a:gd name="connsiteX4" fmla="*/ 2486605 w 4478393"/>
              <a:gd name="connsiteY4" fmla="*/ 0 h 5826795"/>
              <a:gd name="connsiteX0" fmla="*/ 2486605 w 4522645"/>
              <a:gd name="connsiteY0" fmla="*/ 1082 h 5827877"/>
              <a:gd name="connsiteX1" fmla="*/ 4522645 w 4522645"/>
              <a:gd name="connsiteY1" fmla="*/ 0 h 5827877"/>
              <a:gd name="connsiteX2" fmla="*/ 2001457 w 4522645"/>
              <a:gd name="connsiteY2" fmla="*/ 5827877 h 5827877"/>
              <a:gd name="connsiteX3" fmla="*/ 0 w 4522645"/>
              <a:gd name="connsiteY3" fmla="*/ 5827877 h 5827877"/>
              <a:gd name="connsiteX4" fmla="*/ 2486605 w 4522645"/>
              <a:gd name="connsiteY4" fmla="*/ 1082 h 5827877"/>
              <a:gd name="connsiteX0" fmla="*/ 2486605 w 4491075"/>
              <a:gd name="connsiteY0" fmla="*/ 1082 h 5827877"/>
              <a:gd name="connsiteX1" fmla="*/ 4491075 w 4491075"/>
              <a:gd name="connsiteY1" fmla="*/ 0 h 5827877"/>
              <a:gd name="connsiteX2" fmla="*/ 2001457 w 4491075"/>
              <a:gd name="connsiteY2" fmla="*/ 5827877 h 5827877"/>
              <a:gd name="connsiteX3" fmla="*/ 0 w 4491075"/>
              <a:gd name="connsiteY3" fmla="*/ 5827877 h 5827877"/>
              <a:gd name="connsiteX4" fmla="*/ 2486605 w 4491075"/>
              <a:gd name="connsiteY4" fmla="*/ 1082 h 5827877"/>
              <a:gd name="connsiteX0" fmla="*/ 2616040 w 4620510"/>
              <a:gd name="connsiteY0" fmla="*/ 1082 h 5827877"/>
              <a:gd name="connsiteX1" fmla="*/ 4620510 w 4620510"/>
              <a:gd name="connsiteY1" fmla="*/ 0 h 5827877"/>
              <a:gd name="connsiteX2" fmla="*/ 2130892 w 4620510"/>
              <a:gd name="connsiteY2" fmla="*/ 5827877 h 5827877"/>
              <a:gd name="connsiteX3" fmla="*/ 0 w 4620510"/>
              <a:gd name="connsiteY3" fmla="*/ 5821527 h 5827877"/>
              <a:gd name="connsiteX4" fmla="*/ 2616040 w 4620510"/>
              <a:gd name="connsiteY4" fmla="*/ 1082 h 5827877"/>
              <a:gd name="connsiteX0" fmla="*/ 2616040 w 4620510"/>
              <a:gd name="connsiteY0" fmla="*/ 1082 h 5821527"/>
              <a:gd name="connsiteX1" fmla="*/ 4620510 w 4620510"/>
              <a:gd name="connsiteY1" fmla="*/ 0 h 5821527"/>
              <a:gd name="connsiteX2" fmla="*/ 1828876 w 4620510"/>
              <a:gd name="connsiteY2" fmla="*/ 5821527 h 5821527"/>
              <a:gd name="connsiteX3" fmla="*/ 0 w 4620510"/>
              <a:gd name="connsiteY3" fmla="*/ 5821527 h 5821527"/>
              <a:gd name="connsiteX4" fmla="*/ 2616040 w 4620510"/>
              <a:gd name="connsiteY4" fmla="*/ 1082 h 5821527"/>
              <a:gd name="connsiteX0" fmla="*/ 2616040 w 4620510"/>
              <a:gd name="connsiteY0" fmla="*/ 1082 h 5821527"/>
              <a:gd name="connsiteX1" fmla="*/ 4620510 w 4620510"/>
              <a:gd name="connsiteY1" fmla="*/ 0 h 5821527"/>
              <a:gd name="connsiteX2" fmla="*/ 1641914 w 4620510"/>
              <a:gd name="connsiteY2" fmla="*/ 5821527 h 5821527"/>
              <a:gd name="connsiteX3" fmla="*/ 0 w 4620510"/>
              <a:gd name="connsiteY3" fmla="*/ 5821527 h 5821527"/>
              <a:gd name="connsiteX4" fmla="*/ 2616040 w 4620510"/>
              <a:gd name="connsiteY4" fmla="*/ 1082 h 5821527"/>
              <a:gd name="connsiteX0" fmla="*/ 2616040 w 4620510"/>
              <a:gd name="connsiteY0" fmla="*/ 1082 h 5821527"/>
              <a:gd name="connsiteX1" fmla="*/ 4620510 w 4620510"/>
              <a:gd name="connsiteY1" fmla="*/ 0 h 5821527"/>
              <a:gd name="connsiteX2" fmla="*/ 1699441 w 4620510"/>
              <a:gd name="connsiteY2" fmla="*/ 5808827 h 5821527"/>
              <a:gd name="connsiteX3" fmla="*/ 0 w 4620510"/>
              <a:gd name="connsiteY3" fmla="*/ 5821527 h 5821527"/>
              <a:gd name="connsiteX4" fmla="*/ 2616040 w 4620510"/>
              <a:gd name="connsiteY4" fmla="*/ 1082 h 5821527"/>
              <a:gd name="connsiteX0" fmla="*/ 2616040 w 4620510"/>
              <a:gd name="connsiteY0" fmla="*/ 1082 h 5821527"/>
              <a:gd name="connsiteX1" fmla="*/ 4620510 w 4620510"/>
              <a:gd name="connsiteY1" fmla="*/ 0 h 5821527"/>
              <a:gd name="connsiteX2" fmla="*/ 1692250 w 4620510"/>
              <a:gd name="connsiteY2" fmla="*/ 5821527 h 5821527"/>
              <a:gd name="connsiteX3" fmla="*/ 0 w 4620510"/>
              <a:gd name="connsiteY3" fmla="*/ 5821527 h 5821527"/>
              <a:gd name="connsiteX4" fmla="*/ 2616040 w 4620510"/>
              <a:gd name="connsiteY4" fmla="*/ 1082 h 5821527"/>
              <a:gd name="connsiteX0" fmla="*/ 2780776 w 4620510"/>
              <a:gd name="connsiteY0" fmla="*/ 1082 h 5821527"/>
              <a:gd name="connsiteX1" fmla="*/ 4620510 w 4620510"/>
              <a:gd name="connsiteY1" fmla="*/ 0 h 5821527"/>
              <a:gd name="connsiteX2" fmla="*/ 1692250 w 4620510"/>
              <a:gd name="connsiteY2" fmla="*/ 5821527 h 5821527"/>
              <a:gd name="connsiteX3" fmla="*/ 0 w 4620510"/>
              <a:gd name="connsiteY3" fmla="*/ 5821527 h 5821527"/>
              <a:gd name="connsiteX4" fmla="*/ 2780776 w 4620510"/>
              <a:gd name="connsiteY4" fmla="*/ 1082 h 5821527"/>
              <a:gd name="connsiteX0" fmla="*/ 2780776 w 4526375"/>
              <a:gd name="connsiteY0" fmla="*/ 11473 h 5831918"/>
              <a:gd name="connsiteX1" fmla="*/ 4526375 w 4526375"/>
              <a:gd name="connsiteY1" fmla="*/ 0 h 5831918"/>
              <a:gd name="connsiteX2" fmla="*/ 1692250 w 4526375"/>
              <a:gd name="connsiteY2" fmla="*/ 5831918 h 5831918"/>
              <a:gd name="connsiteX3" fmla="*/ 0 w 4526375"/>
              <a:gd name="connsiteY3" fmla="*/ 5831918 h 5831918"/>
              <a:gd name="connsiteX4" fmla="*/ 2780776 w 4526375"/>
              <a:gd name="connsiteY4" fmla="*/ 11473 h 5831918"/>
              <a:gd name="connsiteX0" fmla="*/ 2780776 w 4526375"/>
              <a:gd name="connsiteY0" fmla="*/ 0 h 5820445"/>
              <a:gd name="connsiteX1" fmla="*/ 4526375 w 4526375"/>
              <a:gd name="connsiteY1" fmla="*/ 9309 h 5820445"/>
              <a:gd name="connsiteX2" fmla="*/ 1692250 w 4526375"/>
              <a:gd name="connsiteY2" fmla="*/ 5820445 h 5820445"/>
              <a:gd name="connsiteX3" fmla="*/ 0 w 4526375"/>
              <a:gd name="connsiteY3" fmla="*/ 5820445 h 5820445"/>
              <a:gd name="connsiteX4" fmla="*/ 2780776 w 4526375"/>
              <a:gd name="connsiteY4" fmla="*/ 0 h 5820445"/>
              <a:gd name="connsiteX0" fmla="*/ 2780776 w 4526375"/>
              <a:gd name="connsiteY0" fmla="*/ 6278 h 5811136"/>
              <a:gd name="connsiteX1" fmla="*/ 4526375 w 4526375"/>
              <a:gd name="connsiteY1" fmla="*/ 0 h 5811136"/>
              <a:gd name="connsiteX2" fmla="*/ 1692250 w 4526375"/>
              <a:gd name="connsiteY2" fmla="*/ 5811136 h 5811136"/>
              <a:gd name="connsiteX3" fmla="*/ 0 w 4526375"/>
              <a:gd name="connsiteY3" fmla="*/ 5811136 h 5811136"/>
              <a:gd name="connsiteX4" fmla="*/ 2780776 w 4526375"/>
              <a:gd name="connsiteY4" fmla="*/ 6278 h 5811136"/>
              <a:gd name="connsiteX0" fmla="*/ 2828323 w 4526375"/>
              <a:gd name="connsiteY0" fmla="*/ 0 h 5814189"/>
              <a:gd name="connsiteX1" fmla="*/ 4526375 w 4526375"/>
              <a:gd name="connsiteY1" fmla="*/ 3053 h 5814189"/>
              <a:gd name="connsiteX2" fmla="*/ 1692250 w 4526375"/>
              <a:gd name="connsiteY2" fmla="*/ 5814189 h 5814189"/>
              <a:gd name="connsiteX3" fmla="*/ 0 w 4526375"/>
              <a:gd name="connsiteY3" fmla="*/ 5814189 h 5814189"/>
              <a:gd name="connsiteX4" fmla="*/ 2828323 w 4526375"/>
              <a:gd name="connsiteY4" fmla="*/ 0 h 5814189"/>
              <a:gd name="connsiteX0" fmla="*/ 2828323 w 4526375"/>
              <a:gd name="connsiteY0" fmla="*/ 1048 h 5811136"/>
              <a:gd name="connsiteX1" fmla="*/ 4526375 w 4526375"/>
              <a:gd name="connsiteY1" fmla="*/ 0 h 5811136"/>
              <a:gd name="connsiteX2" fmla="*/ 1692250 w 4526375"/>
              <a:gd name="connsiteY2" fmla="*/ 5811136 h 5811136"/>
              <a:gd name="connsiteX3" fmla="*/ 0 w 4526375"/>
              <a:gd name="connsiteY3" fmla="*/ 5811136 h 5811136"/>
              <a:gd name="connsiteX4" fmla="*/ 2828323 w 4526375"/>
              <a:gd name="connsiteY4" fmla="*/ 1048 h 5811136"/>
              <a:gd name="connsiteX0" fmla="*/ 2207366 w 4526375"/>
              <a:gd name="connsiteY0" fmla="*/ 10475 h 5811136"/>
              <a:gd name="connsiteX1" fmla="*/ 4526375 w 4526375"/>
              <a:gd name="connsiteY1" fmla="*/ 0 h 5811136"/>
              <a:gd name="connsiteX2" fmla="*/ 1692250 w 4526375"/>
              <a:gd name="connsiteY2" fmla="*/ 5811136 h 5811136"/>
              <a:gd name="connsiteX3" fmla="*/ 0 w 4526375"/>
              <a:gd name="connsiteY3" fmla="*/ 5811136 h 5811136"/>
              <a:gd name="connsiteX4" fmla="*/ 2207366 w 4526375"/>
              <a:gd name="connsiteY4" fmla="*/ 10475 h 5811136"/>
              <a:gd name="connsiteX0" fmla="*/ 2197638 w 4526375"/>
              <a:gd name="connsiteY0" fmla="*/ 4125 h 5811136"/>
              <a:gd name="connsiteX1" fmla="*/ 4526375 w 4526375"/>
              <a:gd name="connsiteY1" fmla="*/ 0 h 5811136"/>
              <a:gd name="connsiteX2" fmla="*/ 1692250 w 4526375"/>
              <a:gd name="connsiteY2" fmla="*/ 5811136 h 5811136"/>
              <a:gd name="connsiteX3" fmla="*/ 0 w 4526375"/>
              <a:gd name="connsiteY3" fmla="*/ 5811136 h 5811136"/>
              <a:gd name="connsiteX4" fmla="*/ 2197638 w 4526375"/>
              <a:gd name="connsiteY4" fmla="*/ 4125 h 5811136"/>
              <a:gd name="connsiteX0" fmla="*/ 2187911 w 4526375"/>
              <a:gd name="connsiteY0" fmla="*/ 0 h 5813361"/>
              <a:gd name="connsiteX1" fmla="*/ 4526375 w 4526375"/>
              <a:gd name="connsiteY1" fmla="*/ 2225 h 5813361"/>
              <a:gd name="connsiteX2" fmla="*/ 1692250 w 4526375"/>
              <a:gd name="connsiteY2" fmla="*/ 5813361 h 5813361"/>
              <a:gd name="connsiteX3" fmla="*/ 0 w 4526375"/>
              <a:gd name="connsiteY3" fmla="*/ 5813361 h 5813361"/>
              <a:gd name="connsiteX4" fmla="*/ 2187911 w 4526375"/>
              <a:gd name="connsiteY4" fmla="*/ 0 h 5813361"/>
              <a:gd name="connsiteX0" fmla="*/ 2158728 w 4526375"/>
              <a:gd name="connsiteY0" fmla="*/ 0 h 5813361"/>
              <a:gd name="connsiteX1" fmla="*/ 4526375 w 4526375"/>
              <a:gd name="connsiteY1" fmla="*/ 2225 h 5813361"/>
              <a:gd name="connsiteX2" fmla="*/ 1692250 w 4526375"/>
              <a:gd name="connsiteY2" fmla="*/ 5813361 h 5813361"/>
              <a:gd name="connsiteX3" fmla="*/ 0 w 4526375"/>
              <a:gd name="connsiteY3" fmla="*/ 5813361 h 5813361"/>
              <a:gd name="connsiteX4" fmla="*/ 2158728 w 4526375"/>
              <a:gd name="connsiteY4" fmla="*/ 0 h 5813361"/>
              <a:gd name="connsiteX0" fmla="*/ 2771564 w 5139211"/>
              <a:gd name="connsiteY0" fmla="*/ 0 h 5819711"/>
              <a:gd name="connsiteX1" fmla="*/ 5139211 w 5139211"/>
              <a:gd name="connsiteY1" fmla="*/ 2225 h 5819711"/>
              <a:gd name="connsiteX2" fmla="*/ 2305086 w 5139211"/>
              <a:gd name="connsiteY2" fmla="*/ 5813361 h 5819711"/>
              <a:gd name="connsiteX3" fmla="*/ 0 w 5139211"/>
              <a:gd name="connsiteY3" fmla="*/ 5819711 h 5819711"/>
              <a:gd name="connsiteX4" fmla="*/ 2771564 w 5139211"/>
              <a:gd name="connsiteY4" fmla="*/ 0 h 5819711"/>
              <a:gd name="connsiteX0" fmla="*/ 2771564 w 5139211"/>
              <a:gd name="connsiteY0" fmla="*/ 0 h 5815517"/>
              <a:gd name="connsiteX1" fmla="*/ 5139211 w 5139211"/>
              <a:gd name="connsiteY1" fmla="*/ 2225 h 5815517"/>
              <a:gd name="connsiteX2" fmla="*/ 2305086 w 5139211"/>
              <a:gd name="connsiteY2" fmla="*/ 5813361 h 5815517"/>
              <a:gd name="connsiteX3" fmla="*/ 0 w 5139211"/>
              <a:gd name="connsiteY3" fmla="*/ 5815517 h 5815517"/>
              <a:gd name="connsiteX4" fmla="*/ 2771564 w 5139211"/>
              <a:gd name="connsiteY4" fmla="*/ 0 h 5815517"/>
              <a:gd name="connsiteX0" fmla="*/ 2791575 w 5159222"/>
              <a:gd name="connsiteY0" fmla="*/ 0 h 5815517"/>
              <a:gd name="connsiteX1" fmla="*/ 5159222 w 5159222"/>
              <a:gd name="connsiteY1" fmla="*/ 2225 h 5815517"/>
              <a:gd name="connsiteX2" fmla="*/ 2325097 w 5159222"/>
              <a:gd name="connsiteY2" fmla="*/ 5813361 h 5815517"/>
              <a:gd name="connsiteX3" fmla="*/ 0 w 5159222"/>
              <a:gd name="connsiteY3" fmla="*/ 5815517 h 5815517"/>
              <a:gd name="connsiteX4" fmla="*/ 2791575 w 5159222"/>
              <a:gd name="connsiteY4" fmla="*/ 0 h 58155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159222" h="5815517">
                <a:moveTo>
                  <a:pt x="2791575" y="0"/>
                </a:moveTo>
                <a:lnTo>
                  <a:pt x="5159222" y="2225"/>
                </a:lnTo>
                <a:lnTo>
                  <a:pt x="2325097" y="5813361"/>
                </a:lnTo>
                <a:lnTo>
                  <a:pt x="0" y="5815517"/>
                </a:lnTo>
                <a:lnTo>
                  <a:pt x="2791575" y="0"/>
                </a:lnTo>
                <a:close/>
              </a:path>
            </a:pathLst>
          </a:custGeom>
          <a:solidFill>
            <a:srgbClr val="FFA4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Subtitle 2">
            <a:extLst>
              <a:ext uri="{FF2B5EF4-FFF2-40B4-BE49-F238E27FC236}">
                <a16:creationId xmlns:a16="http://schemas.microsoft.com/office/drawing/2014/main" id="{C22E6312-2415-0F1A-A258-69230BC9548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698500" y="4462436"/>
            <a:ext cx="8017000" cy="952916"/>
          </a:xfrm>
        </p:spPr>
        <p:txBody>
          <a:bodyPr/>
          <a:lstStyle>
            <a:lvl1pPr marL="0" indent="0" algn="l">
              <a:spcBef>
                <a:spcPts val="0"/>
              </a:spcBef>
              <a:buNone/>
              <a:defRPr sz="3200" b="0" i="0">
                <a:latin typeface="Söhne Halbfett" panose="020B0303030202060203" pitchFamily="34" charset="77"/>
                <a:cs typeface="Söhne Halbfett" panose="020B0303030202060203" pitchFamily="34" charset="77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30" name="Footer Placeholder 4">
            <a:extLst>
              <a:ext uri="{FF2B5EF4-FFF2-40B4-BE49-F238E27FC236}">
                <a16:creationId xmlns:a16="http://schemas.microsoft.com/office/drawing/2014/main" id="{EA2B9669-2D07-A4AA-3244-B35160903B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989352" y="6356350"/>
            <a:ext cx="8934138" cy="365125"/>
          </a:xfrm>
        </p:spPr>
        <p:txBody>
          <a:bodyPr/>
          <a:lstStyle>
            <a:lvl1pPr algn="l">
              <a:defRPr/>
            </a:lvl1pPr>
          </a:lstStyle>
          <a:p>
            <a:endParaRPr lang="en-US"/>
          </a:p>
        </p:txBody>
      </p:sp>
      <p:sp>
        <p:nvSpPr>
          <p:cNvPr id="31" name="Slide Number Placeholder 5">
            <a:extLst>
              <a:ext uri="{FF2B5EF4-FFF2-40B4-BE49-F238E27FC236}">
                <a16:creationId xmlns:a16="http://schemas.microsoft.com/office/drawing/2014/main" id="{DB1712B1-0FF9-EAD0-0B4F-0EB627AECB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274820" y="6356350"/>
            <a:ext cx="563380" cy="365125"/>
          </a:xfrm>
          <a:prstGeom prst="rect">
            <a:avLst/>
          </a:prstGeom>
        </p:spPr>
        <p:txBody>
          <a:bodyPr/>
          <a:lstStyle>
            <a:lvl1pPr algn="l">
              <a:defRPr/>
            </a:lvl1pPr>
          </a:lstStyle>
          <a:p>
            <a:fld id="{C9F4D8C4-1A7A-304A-8BBB-FC46824EAD09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BC24D342-C846-D357-CDDA-FE97FA7D6468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15636" y="479189"/>
            <a:ext cx="3511600" cy="1298811"/>
          </a:xfrm>
          <a:prstGeom prst="rect">
            <a:avLst/>
          </a:prstGeom>
        </p:spPr>
      </p:pic>
      <p:sp>
        <p:nvSpPr>
          <p:cNvPr id="3" name="Title 1">
            <a:extLst>
              <a:ext uri="{FF2B5EF4-FFF2-40B4-BE49-F238E27FC236}">
                <a16:creationId xmlns:a16="http://schemas.microsoft.com/office/drawing/2014/main" id="{4E4EC5D7-53A3-88FF-32EB-85DF0FEFB13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698500" y="2190403"/>
            <a:ext cx="8474200" cy="2043114"/>
          </a:xfrm>
        </p:spPr>
        <p:txBody>
          <a:bodyPr anchor="t"/>
          <a:lstStyle>
            <a:lvl1pPr algn="l">
              <a:lnSpc>
                <a:spcPct val="100000"/>
              </a:lnSpc>
              <a:spcBef>
                <a:spcPts val="0"/>
              </a:spcBef>
              <a:defRPr sz="6000" b="0" i="0">
                <a:latin typeface="Söhne Halbfett" panose="020B0503030202060203" pitchFamily="34" charset="77"/>
                <a:cs typeface="Söhne Halbfett" panose="020B0503030202060203" pitchFamily="34" charset="77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992745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4">
            <a:extLst>
              <a:ext uri="{FF2B5EF4-FFF2-40B4-BE49-F238E27FC236}">
                <a16:creationId xmlns:a16="http://schemas.microsoft.com/office/drawing/2014/main" id="{6A8C4122-4528-6FE4-1366-8E8E0B58AB8C}"/>
              </a:ext>
            </a:extLst>
          </p:cNvPr>
          <p:cNvSpPr/>
          <p:nvPr userDrawn="1"/>
        </p:nvSpPr>
        <p:spPr>
          <a:xfrm rot="10800000">
            <a:off x="6762750" y="-16814"/>
            <a:ext cx="4776392" cy="6911183"/>
          </a:xfrm>
          <a:custGeom>
            <a:avLst/>
            <a:gdLst>
              <a:gd name="connsiteX0" fmla="*/ 0 w 2505206"/>
              <a:gd name="connsiteY0" fmla="*/ 0 h 5824603"/>
              <a:gd name="connsiteX1" fmla="*/ 2505206 w 2505206"/>
              <a:gd name="connsiteY1" fmla="*/ 0 h 5824603"/>
              <a:gd name="connsiteX2" fmla="*/ 2505206 w 2505206"/>
              <a:gd name="connsiteY2" fmla="*/ 5824603 h 5824603"/>
              <a:gd name="connsiteX3" fmla="*/ 0 w 2505206"/>
              <a:gd name="connsiteY3" fmla="*/ 5824603 h 5824603"/>
              <a:gd name="connsiteX4" fmla="*/ 0 w 2505206"/>
              <a:gd name="connsiteY4" fmla="*/ 0 h 5824603"/>
              <a:gd name="connsiteX0" fmla="*/ 0 w 3535109"/>
              <a:gd name="connsiteY0" fmla="*/ 0 h 5824603"/>
              <a:gd name="connsiteX1" fmla="*/ 3535109 w 3535109"/>
              <a:gd name="connsiteY1" fmla="*/ 0 h 5824603"/>
              <a:gd name="connsiteX2" fmla="*/ 2505206 w 3535109"/>
              <a:gd name="connsiteY2" fmla="*/ 5824603 h 5824603"/>
              <a:gd name="connsiteX3" fmla="*/ 0 w 3535109"/>
              <a:gd name="connsiteY3" fmla="*/ 5824603 h 5824603"/>
              <a:gd name="connsiteX4" fmla="*/ 0 w 3535109"/>
              <a:gd name="connsiteY4" fmla="*/ 0 h 5824603"/>
              <a:gd name="connsiteX0" fmla="*/ 1126156 w 3535109"/>
              <a:gd name="connsiteY0" fmla="*/ 0 h 5834229"/>
              <a:gd name="connsiteX1" fmla="*/ 3535109 w 3535109"/>
              <a:gd name="connsiteY1" fmla="*/ 9626 h 5834229"/>
              <a:gd name="connsiteX2" fmla="*/ 2505206 w 3535109"/>
              <a:gd name="connsiteY2" fmla="*/ 5834229 h 5834229"/>
              <a:gd name="connsiteX3" fmla="*/ 0 w 3535109"/>
              <a:gd name="connsiteY3" fmla="*/ 5834229 h 5834229"/>
              <a:gd name="connsiteX4" fmla="*/ 1126156 w 3535109"/>
              <a:gd name="connsiteY4" fmla="*/ 0 h 5834229"/>
              <a:gd name="connsiteX0" fmla="*/ 1103854 w 3535109"/>
              <a:gd name="connsiteY0" fmla="*/ 20110 h 5824603"/>
              <a:gd name="connsiteX1" fmla="*/ 3535109 w 3535109"/>
              <a:gd name="connsiteY1" fmla="*/ 0 h 5824603"/>
              <a:gd name="connsiteX2" fmla="*/ 2505206 w 3535109"/>
              <a:gd name="connsiteY2" fmla="*/ 5824603 h 5824603"/>
              <a:gd name="connsiteX3" fmla="*/ 0 w 3535109"/>
              <a:gd name="connsiteY3" fmla="*/ 5824603 h 5824603"/>
              <a:gd name="connsiteX4" fmla="*/ 1103854 w 3535109"/>
              <a:gd name="connsiteY4" fmla="*/ 20110 h 5824603"/>
              <a:gd name="connsiteX0" fmla="*/ 1111288 w 3535109"/>
              <a:gd name="connsiteY0" fmla="*/ 0 h 5826795"/>
              <a:gd name="connsiteX1" fmla="*/ 3535109 w 3535109"/>
              <a:gd name="connsiteY1" fmla="*/ 2192 h 5826795"/>
              <a:gd name="connsiteX2" fmla="*/ 2505206 w 3535109"/>
              <a:gd name="connsiteY2" fmla="*/ 5826795 h 5826795"/>
              <a:gd name="connsiteX3" fmla="*/ 0 w 3535109"/>
              <a:gd name="connsiteY3" fmla="*/ 5826795 h 5826795"/>
              <a:gd name="connsiteX4" fmla="*/ 1111288 w 3535109"/>
              <a:gd name="connsiteY4" fmla="*/ 0 h 5826795"/>
              <a:gd name="connsiteX0" fmla="*/ 1111288 w 4940163"/>
              <a:gd name="connsiteY0" fmla="*/ 0 h 5826795"/>
              <a:gd name="connsiteX1" fmla="*/ 4940163 w 4940163"/>
              <a:gd name="connsiteY1" fmla="*/ 2192 h 5826795"/>
              <a:gd name="connsiteX2" fmla="*/ 2505206 w 4940163"/>
              <a:gd name="connsiteY2" fmla="*/ 5826795 h 5826795"/>
              <a:gd name="connsiteX3" fmla="*/ 0 w 4940163"/>
              <a:gd name="connsiteY3" fmla="*/ 5826795 h 5826795"/>
              <a:gd name="connsiteX4" fmla="*/ 1111288 w 4940163"/>
              <a:gd name="connsiteY4" fmla="*/ 0 h 5826795"/>
              <a:gd name="connsiteX0" fmla="*/ 2486605 w 4940163"/>
              <a:gd name="connsiteY0" fmla="*/ 0 h 5826795"/>
              <a:gd name="connsiteX1" fmla="*/ 4940163 w 4940163"/>
              <a:gd name="connsiteY1" fmla="*/ 2192 h 5826795"/>
              <a:gd name="connsiteX2" fmla="*/ 2505206 w 4940163"/>
              <a:gd name="connsiteY2" fmla="*/ 5826795 h 5826795"/>
              <a:gd name="connsiteX3" fmla="*/ 0 w 4940163"/>
              <a:gd name="connsiteY3" fmla="*/ 5826795 h 5826795"/>
              <a:gd name="connsiteX4" fmla="*/ 2486605 w 4940163"/>
              <a:gd name="connsiteY4" fmla="*/ 0 h 5826795"/>
              <a:gd name="connsiteX0" fmla="*/ 2486605 w 4940163"/>
              <a:gd name="connsiteY0" fmla="*/ 0 h 5826795"/>
              <a:gd name="connsiteX1" fmla="*/ 4940163 w 4940163"/>
              <a:gd name="connsiteY1" fmla="*/ 2192 h 5826795"/>
              <a:gd name="connsiteX2" fmla="*/ 2001457 w 4940163"/>
              <a:gd name="connsiteY2" fmla="*/ 5826795 h 5826795"/>
              <a:gd name="connsiteX3" fmla="*/ 0 w 4940163"/>
              <a:gd name="connsiteY3" fmla="*/ 5826795 h 5826795"/>
              <a:gd name="connsiteX4" fmla="*/ 2486605 w 4940163"/>
              <a:gd name="connsiteY4" fmla="*/ 0 h 5826795"/>
              <a:gd name="connsiteX0" fmla="*/ 2486605 w 4478393"/>
              <a:gd name="connsiteY0" fmla="*/ 10165 h 5836960"/>
              <a:gd name="connsiteX1" fmla="*/ 4478393 w 4478393"/>
              <a:gd name="connsiteY1" fmla="*/ 0 h 5836960"/>
              <a:gd name="connsiteX2" fmla="*/ 2001457 w 4478393"/>
              <a:gd name="connsiteY2" fmla="*/ 5836960 h 5836960"/>
              <a:gd name="connsiteX3" fmla="*/ 0 w 4478393"/>
              <a:gd name="connsiteY3" fmla="*/ 5836960 h 5836960"/>
              <a:gd name="connsiteX4" fmla="*/ 2486605 w 4478393"/>
              <a:gd name="connsiteY4" fmla="*/ 10165 h 5836960"/>
              <a:gd name="connsiteX0" fmla="*/ 2486605 w 4422421"/>
              <a:gd name="connsiteY0" fmla="*/ 10165 h 5836960"/>
              <a:gd name="connsiteX1" fmla="*/ 4422421 w 4422421"/>
              <a:gd name="connsiteY1" fmla="*/ 0 h 5836960"/>
              <a:gd name="connsiteX2" fmla="*/ 2001457 w 4422421"/>
              <a:gd name="connsiteY2" fmla="*/ 5836960 h 5836960"/>
              <a:gd name="connsiteX3" fmla="*/ 0 w 4422421"/>
              <a:gd name="connsiteY3" fmla="*/ 5836960 h 5836960"/>
              <a:gd name="connsiteX4" fmla="*/ 2486605 w 4422421"/>
              <a:gd name="connsiteY4" fmla="*/ 10165 h 5836960"/>
              <a:gd name="connsiteX0" fmla="*/ 2486605 w 4478393"/>
              <a:gd name="connsiteY0" fmla="*/ 0 h 5826795"/>
              <a:gd name="connsiteX1" fmla="*/ 4478393 w 4478393"/>
              <a:gd name="connsiteY1" fmla="*/ 14549 h 5826795"/>
              <a:gd name="connsiteX2" fmla="*/ 2001457 w 4478393"/>
              <a:gd name="connsiteY2" fmla="*/ 5826795 h 5826795"/>
              <a:gd name="connsiteX3" fmla="*/ 0 w 4478393"/>
              <a:gd name="connsiteY3" fmla="*/ 5826795 h 5826795"/>
              <a:gd name="connsiteX4" fmla="*/ 2486605 w 4478393"/>
              <a:gd name="connsiteY4" fmla="*/ 0 h 5826795"/>
              <a:gd name="connsiteX0" fmla="*/ 2486605 w 4522645"/>
              <a:gd name="connsiteY0" fmla="*/ 1082 h 5827877"/>
              <a:gd name="connsiteX1" fmla="*/ 4522645 w 4522645"/>
              <a:gd name="connsiteY1" fmla="*/ 0 h 5827877"/>
              <a:gd name="connsiteX2" fmla="*/ 2001457 w 4522645"/>
              <a:gd name="connsiteY2" fmla="*/ 5827877 h 5827877"/>
              <a:gd name="connsiteX3" fmla="*/ 0 w 4522645"/>
              <a:gd name="connsiteY3" fmla="*/ 5827877 h 5827877"/>
              <a:gd name="connsiteX4" fmla="*/ 2486605 w 4522645"/>
              <a:gd name="connsiteY4" fmla="*/ 1082 h 5827877"/>
              <a:gd name="connsiteX0" fmla="*/ 2486605 w 4491075"/>
              <a:gd name="connsiteY0" fmla="*/ 1082 h 5827877"/>
              <a:gd name="connsiteX1" fmla="*/ 4491075 w 4491075"/>
              <a:gd name="connsiteY1" fmla="*/ 0 h 5827877"/>
              <a:gd name="connsiteX2" fmla="*/ 2001457 w 4491075"/>
              <a:gd name="connsiteY2" fmla="*/ 5827877 h 5827877"/>
              <a:gd name="connsiteX3" fmla="*/ 0 w 4491075"/>
              <a:gd name="connsiteY3" fmla="*/ 5827877 h 5827877"/>
              <a:gd name="connsiteX4" fmla="*/ 2486605 w 4491075"/>
              <a:gd name="connsiteY4" fmla="*/ 1082 h 5827877"/>
              <a:gd name="connsiteX0" fmla="*/ 2616040 w 4620510"/>
              <a:gd name="connsiteY0" fmla="*/ 1082 h 5827877"/>
              <a:gd name="connsiteX1" fmla="*/ 4620510 w 4620510"/>
              <a:gd name="connsiteY1" fmla="*/ 0 h 5827877"/>
              <a:gd name="connsiteX2" fmla="*/ 2130892 w 4620510"/>
              <a:gd name="connsiteY2" fmla="*/ 5827877 h 5827877"/>
              <a:gd name="connsiteX3" fmla="*/ 0 w 4620510"/>
              <a:gd name="connsiteY3" fmla="*/ 5821527 h 5827877"/>
              <a:gd name="connsiteX4" fmla="*/ 2616040 w 4620510"/>
              <a:gd name="connsiteY4" fmla="*/ 1082 h 5827877"/>
              <a:gd name="connsiteX0" fmla="*/ 2616040 w 4620510"/>
              <a:gd name="connsiteY0" fmla="*/ 1082 h 5821527"/>
              <a:gd name="connsiteX1" fmla="*/ 4620510 w 4620510"/>
              <a:gd name="connsiteY1" fmla="*/ 0 h 5821527"/>
              <a:gd name="connsiteX2" fmla="*/ 1828876 w 4620510"/>
              <a:gd name="connsiteY2" fmla="*/ 5821527 h 5821527"/>
              <a:gd name="connsiteX3" fmla="*/ 0 w 4620510"/>
              <a:gd name="connsiteY3" fmla="*/ 5821527 h 5821527"/>
              <a:gd name="connsiteX4" fmla="*/ 2616040 w 4620510"/>
              <a:gd name="connsiteY4" fmla="*/ 1082 h 5821527"/>
              <a:gd name="connsiteX0" fmla="*/ 2616040 w 4620510"/>
              <a:gd name="connsiteY0" fmla="*/ 1082 h 5821527"/>
              <a:gd name="connsiteX1" fmla="*/ 4620510 w 4620510"/>
              <a:gd name="connsiteY1" fmla="*/ 0 h 5821527"/>
              <a:gd name="connsiteX2" fmla="*/ 1641914 w 4620510"/>
              <a:gd name="connsiteY2" fmla="*/ 5821527 h 5821527"/>
              <a:gd name="connsiteX3" fmla="*/ 0 w 4620510"/>
              <a:gd name="connsiteY3" fmla="*/ 5821527 h 5821527"/>
              <a:gd name="connsiteX4" fmla="*/ 2616040 w 4620510"/>
              <a:gd name="connsiteY4" fmla="*/ 1082 h 5821527"/>
              <a:gd name="connsiteX0" fmla="*/ 2616040 w 4620510"/>
              <a:gd name="connsiteY0" fmla="*/ 1082 h 5821527"/>
              <a:gd name="connsiteX1" fmla="*/ 4620510 w 4620510"/>
              <a:gd name="connsiteY1" fmla="*/ 0 h 5821527"/>
              <a:gd name="connsiteX2" fmla="*/ 1699441 w 4620510"/>
              <a:gd name="connsiteY2" fmla="*/ 5808827 h 5821527"/>
              <a:gd name="connsiteX3" fmla="*/ 0 w 4620510"/>
              <a:gd name="connsiteY3" fmla="*/ 5821527 h 5821527"/>
              <a:gd name="connsiteX4" fmla="*/ 2616040 w 4620510"/>
              <a:gd name="connsiteY4" fmla="*/ 1082 h 5821527"/>
              <a:gd name="connsiteX0" fmla="*/ 2616040 w 4620510"/>
              <a:gd name="connsiteY0" fmla="*/ 1082 h 5821527"/>
              <a:gd name="connsiteX1" fmla="*/ 4620510 w 4620510"/>
              <a:gd name="connsiteY1" fmla="*/ 0 h 5821527"/>
              <a:gd name="connsiteX2" fmla="*/ 1692250 w 4620510"/>
              <a:gd name="connsiteY2" fmla="*/ 5821527 h 5821527"/>
              <a:gd name="connsiteX3" fmla="*/ 0 w 4620510"/>
              <a:gd name="connsiteY3" fmla="*/ 5821527 h 5821527"/>
              <a:gd name="connsiteX4" fmla="*/ 2616040 w 4620510"/>
              <a:gd name="connsiteY4" fmla="*/ 1082 h 5821527"/>
              <a:gd name="connsiteX0" fmla="*/ 2780776 w 4620510"/>
              <a:gd name="connsiteY0" fmla="*/ 1082 h 5821527"/>
              <a:gd name="connsiteX1" fmla="*/ 4620510 w 4620510"/>
              <a:gd name="connsiteY1" fmla="*/ 0 h 5821527"/>
              <a:gd name="connsiteX2" fmla="*/ 1692250 w 4620510"/>
              <a:gd name="connsiteY2" fmla="*/ 5821527 h 5821527"/>
              <a:gd name="connsiteX3" fmla="*/ 0 w 4620510"/>
              <a:gd name="connsiteY3" fmla="*/ 5821527 h 5821527"/>
              <a:gd name="connsiteX4" fmla="*/ 2780776 w 4620510"/>
              <a:gd name="connsiteY4" fmla="*/ 1082 h 5821527"/>
              <a:gd name="connsiteX0" fmla="*/ 2780776 w 4526375"/>
              <a:gd name="connsiteY0" fmla="*/ 11473 h 5831918"/>
              <a:gd name="connsiteX1" fmla="*/ 4526375 w 4526375"/>
              <a:gd name="connsiteY1" fmla="*/ 0 h 5831918"/>
              <a:gd name="connsiteX2" fmla="*/ 1692250 w 4526375"/>
              <a:gd name="connsiteY2" fmla="*/ 5831918 h 5831918"/>
              <a:gd name="connsiteX3" fmla="*/ 0 w 4526375"/>
              <a:gd name="connsiteY3" fmla="*/ 5831918 h 5831918"/>
              <a:gd name="connsiteX4" fmla="*/ 2780776 w 4526375"/>
              <a:gd name="connsiteY4" fmla="*/ 11473 h 5831918"/>
              <a:gd name="connsiteX0" fmla="*/ 2780776 w 4526375"/>
              <a:gd name="connsiteY0" fmla="*/ 0 h 5820445"/>
              <a:gd name="connsiteX1" fmla="*/ 4526375 w 4526375"/>
              <a:gd name="connsiteY1" fmla="*/ 9309 h 5820445"/>
              <a:gd name="connsiteX2" fmla="*/ 1692250 w 4526375"/>
              <a:gd name="connsiteY2" fmla="*/ 5820445 h 5820445"/>
              <a:gd name="connsiteX3" fmla="*/ 0 w 4526375"/>
              <a:gd name="connsiteY3" fmla="*/ 5820445 h 5820445"/>
              <a:gd name="connsiteX4" fmla="*/ 2780776 w 4526375"/>
              <a:gd name="connsiteY4" fmla="*/ 0 h 5820445"/>
              <a:gd name="connsiteX0" fmla="*/ 2780776 w 4526375"/>
              <a:gd name="connsiteY0" fmla="*/ 6278 h 5811136"/>
              <a:gd name="connsiteX1" fmla="*/ 4526375 w 4526375"/>
              <a:gd name="connsiteY1" fmla="*/ 0 h 5811136"/>
              <a:gd name="connsiteX2" fmla="*/ 1692250 w 4526375"/>
              <a:gd name="connsiteY2" fmla="*/ 5811136 h 5811136"/>
              <a:gd name="connsiteX3" fmla="*/ 0 w 4526375"/>
              <a:gd name="connsiteY3" fmla="*/ 5811136 h 5811136"/>
              <a:gd name="connsiteX4" fmla="*/ 2780776 w 4526375"/>
              <a:gd name="connsiteY4" fmla="*/ 6278 h 5811136"/>
              <a:gd name="connsiteX0" fmla="*/ 2828323 w 4526375"/>
              <a:gd name="connsiteY0" fmla="*/ 0 h 5814189"/>
              <a:gd name="connsiteX1" fmla="*/ 4526375 w 4526375"/>
              <a:gd name="connsiteY1" fmla="*/ 3053 h 5814189"/>
              <a:gd name="connsiteX2" fmla="*/ 1692250 w 4526375"/>
              <a:gd name="connsiteY2" fmla="*/ 5814189 h 5814189"/>
              <a:gd name="connsiteX3" fmla="*/ 0 w 4526375"/>
              <a:gd name="connsiteY3" fmla="*/ 5814189 h 5814189"/>
              <a:gd name="connsiteX4" fmla="*/ 2828323 w 4526375"/>
              <a:gd name="connsiteY4" fmla="*/ 0 h 5814189"/>
              <a:gd name="connsiteX0" fmla="*/ 2828323 w 4526375"/>
              <a:gd name="connsiteY0" fmla="*/ 1048 h 5811136"/>
              <a:gd name="connsiteX1" fmla="*/ 4526375 w 4526375"/>
              <a:gd name="connsiteY1" fmla="*/ 0 h 5811136"/>
              <a:gd name="connsiteX2" fmla="*/ 1692250 w 4526375"/>
              <a:gd name="connsiteY2" fmla="*/ 5811136 h 5811136"/>
              <a:gd name="connsiteX3" fmla="*/ 0 w 4526375"/>
              <a:gd name="connsiteY3" fmla="*/ 5811136 h 5811136"/>
              <a:gd name="connsiteX4" fmla="*/ 2828323 w 4526375"/>
              <a:gd name="connsiteY4" fmla="*/ 1048 h 5811136"/>
              <a:gd name="connsiteX0" fmla="*/ 1712019 w 4526375"/>
              <a:gd name="connsiteY0" fmla="*/ 1048 h 5811136"/>
              <a:gd name="connsiteX1" fmla="*/ 4526375 w 4526375"/>
              <a:gd name="connsiteY1" fmla="*/ 0 h 5811136"/>
              <a:gd name="connsiteX2" fmla="*/ 1692250 w 4526375"/>
              <a:gd name="connsiteY2" fmla="*/ 5811136 h 5811136"/>
              <a:gd name="connsiteX3" fmla="*/ 0 w 4526375"/>
              <a:gd name="connsiteY3" fmla="*/ 5811136 h 5811136"/>
              <a:gd name="connsiteX4" fmla="*/ 1712019 w 4526375"/>
              <a:gd name="connsiteY4" fmla="*/ 1048 h 5811136"/>
              <a:gd name="connsiteX0" fmla="*/ 2828323 w 5642679"/>
              <a:gd name="connsiteY0" fmla="*/ 1048 h 5811136"/>
              <a:gd name="connsiteX1" fmla="*/ 5642679 w 5642679"/>
              <a:gd name="connsiteY1" fmla="*/ 0 h 5811136"/>
              <a:gd name="connsiteX2" fmla="*/ 2808554 w 5642679"/>
              <a:gd name="connsiteY2" fmla="*/ 5811136 h 5811136"/>
              <a:gd name="connsiteX3" fmla="*/ 0 w 5642679"/>
              <a:gd name="connsiteY3" fmla="*/ 5811136 h 5811136"/>
              <a:gd name="connsiteX4" fmla="*/ 2828323 w 5642679"/>
              <a:gd name="connsiteY4" fmla="*/ 1048 h 58111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642679" h="5811136">
                <a:moveTo>
                  <a:pt x="2828323" y="1048"/>
                </a:moveTo>
                <a:lnTo>
                  <a:pt x="5642679" y="0"/>
                </a:lnTo>
                <a:lnTo>
                  <a:pt x="2808554" y="5811136"/>
                </a:lnTo>
                <a:lnTo>
                  <a:pt x="0" y="5811136"/>
                </a:lnTo>
                <a:lnTo>
                  <a:pt x="2828323" y="1048"/>
                </a:lnTo>
                <a:close/>
              </a:path>
            </a:pathLst>
          </a:custGeom>
          <a:solidFill>
            <a:schemeClr val="tx2">
              <a:alpha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4">
            <a:extLst>
              <a:ext uri="{FF2B5EF4-FFF2-40B4-BE49-F238E27FC236}">
                <a16:creationId xmlns:a16="http://schemas.microsoft.com/office/drawing/2014/main" id="{59416CFA-B5BE-0522-26B3-81BA68044390}"/>
              </a:ext>
            </a:extLst>
          </p:cNvPr>
          <p:cNvSpPr/>
          <p:nvPr userDrawn="1"/>
        </p:nvSpPr>
        <p:spPr>
          <a:xfrm rot="10800000">
            <a:off x="415636" y="1641763"/>
            <a:ext cx="1191228" cy="1889127"/>
          </a:xfrm>
          <a:custGeom>
            <a:avLst/>
            <a:gdLst>
              <a:gd name="connsiteX0" fmla="*/ 0 w 2505206"/>
              <a:gd name="connsiteY0" fmla="*/ 0 h 5824603"/>
              <a:gd name="connsiteX1" fmla="*/ 2505206 w 2505206"/>
              <a:gd name="connsiteY1" fmla="*/ 0 h 5824603"/>
              <a:gd name="connsiteX2" fmla="*/ 2505206 w 2505206"/>
              <a:gd name="connsiteY2" fmla="*/ 5824603 h 5824603"/>
              <a:gd name="connsiteX3" fmla="*/ 0 w 2505206"/>
              <a:gd name="connsiteY3" fmla="*/ 5824603 h 5824603"/>
              <a:gd name="connsiteX4" fmla="*/ 0 w 2505206"/>
              <a:gd name="connsiteY4" fmla="*/ 0 h 5824603"/>
              <a:gd name="connsiteX0" fmla="*/ 0 w 3535109"/>
              <a:gd name="connsiteY0" fmla="*/ 0 h 5824603"/>
              <a:gd name="connsiteX1" fmla="*/ 3535109 w 3535109"/>
              <a:gd name="connsiteY1" fmla="*/ 0 h 5824603"/>
              <a:gd name="connsiteX2" fmla="*/ 2505206 w 3535109"/>
              <a:gd name="connsiteY2" fmla="*/ 5824603 h 5824603"/>
              <a:gd name="connsiteX3" fmla="*/ 0 w 3535109"/>
              <a:gd name="connsiteY3" fmla="*/ 5824603 h 5824603"/>
              <a:gd name="connsiteX4" fmla="*/ 0 w 3535109"/>
              <a:gd name="connsiteY4" fmla="*/ 0 h 5824603"/>
              <a:gd name="connsiteX0" fmla="*/ 1126156 w 3535109"/>
              <a:gd name="connsiteY0" fmla="*/ 0 h 5834229"/>
              <a:gd name="connsiteX1" fmla="*/ 3535109 w 3535109"/>
              <a:gd name="connsiteY1" fmla="*/ 9626 h 5834229"/>
              <a:gd name="connsiteX2" fmla="*/ 2505206 w 3535109"/>
              <a:gd name="connsiteY2" fmla="*/ 5834229 h 5834229"/>
              <a:gd name="connsiteX3" fmla="*/ 0 w 3535109"/>
              <a:gd name="connsiteY3" fmla="*/ 5834229 h 5834229"/>
              <a:gd name="connsiteX4" fmla="*/ 1126156 w 3535109"/>
              <a:gd name="connsiteY4" fmla="*/ 0 h 5834229"/>
              <a:gd name="connsiteX0" fmla="*/ 1103854 w 3535109"/>
              <a:gd name="connsiteY0" fmla="*/ 20110 h 5824603"/>
              <a:gd name="connsiteX1" fmla="*/ 3535109 w 3535109"/>
              <a:gd name="connsiteY1" fmla="*/ 0 h 5824603"/>
              <a:gd name="connsiteX2" fmla="*/ 2505206 w 3535109"/>
              <a:gd name="connsiteY2" fmla="*/ 5824603 h 5824603"/>
              <a:gd name="connsiteX3" fmla="*/ 0 w 3535109"/>
              <a:gd name="connsiteY3" fmla="*/ 5824603 h 5824603"/>
              <a:gd name="connsiteX4" fmla="*/ 1103854 w 3535109"/>
              <a:gd name="connsiteY4" fmla="*/ 20110 h 5824603"/>
              <a:gd name="connsiteX0" fmla="*/ 1111288 w 3535109"/>
              <a:gd name="connsiteY0" fmla="*/ 0 h 5826795"/>
              <a:gd name="connsiteX1" fmla="*/ 3535109 w 3535109"/>
              <a:gd name="connsiteY1" fmla="*/ 2192 h 5826795"/>
              <a:gd name="connsiteX2" fmla="*/ 2505206 w 3535109"/>
              <a:gd name="connsiteY2" fmla="*/ 5826795 h 5826795"/>
              <a:gd name="connsiteX3" fmla="*/ 0 w 3535109"/>
              <a:gd name="connsiteY3" fmla="*/ 5826795 h 5826795"/>
              <a:gd name="connsiteX4" fmla="*/ 1111288 w 3535109"/>
              <a:gd name="connsiteY4" fmla="*/ 0 h 5826795"/>
              <a:gd name="connsiteX0" fmla="*/ 1111288 w 4940163"/>
              <a:gd name="connsiteY0" fmla="*/ 0 h 5826795"/>
              <a:gd name="connsiteX1" fmla="*/ 4940163 w 4940163"/>
              <a:gd name="connsiteY1" fmla="*/ 2192 h 5826795"/>
              <a:gd name="connsiteX2" fmla="*/ 2505206 w 4940163"/>
              <a:gd name="connsiteY2" fmla="*/ 5826795 h 5826795"/>
              <a:gd name="connsiteX3" fmla="*/ 0 w 4940163"/>
              <a:gd name="connsiteY3" fmla="*/ 5826795 h 5826795"/>
              <a:gd name="connsiteX4" fmla="*/ 1111288 w 4940163"/>
              <a:gd name="connsiteY4" fmla="*/ 0 h 5826795"/>
              <a:gd name="connsiteX0" fmla="*/ 2486605 w 4940163"/>
              <a:gd name="connsiteY0" fmla="*/ 0 h 5826795"/>
              <a:gd name="connsiteX1" fmla="*/ 4940163 w 4940163"/>
              <a:gd name="connsiteY1" fmla="*/ 2192 h 5826795"/>
              <a:gd name="connsiteX2" fmla="*/ 2505206 w 4940163"/>
              <a:gd name="connsiteY2" fmla="*/ 5826795 h 5826795"/>
              <a:gd name="connsiteX3" fmla="*/ 0 w 4940163"/>
              <a:gd name="connsiteY3" fmla="*/ 5826795 h 5826795"/>
              <a:gd name="connsiteX4" fmla="*/ 2486605 w 4940163"/>
              <a:gd name="connsiteY4" fmla="*/ 0 h 5826795"/>
              <a:gd name="connsiteX0" fmla="*/ 2486605 w 4940163"/>
              <a:gd name="connsiteY0" fmla="*/ 0 h 5826795"/>
              <a:gd name="connsiteX1" fmla="*/ 4940163 w 4940163"/>
              <a:gd name="connsiteY1" fmla="*/ 2192 h 5826795"/>
              <a:gd name="connsiteX2" fmla="*/ 2001457 w 4940163"/>
              <a:gd name="connsiteY2" fmla="*/ 5826795 h 5826795"/>
              <a:gd name="connsiteX3" fmla="*/ 0 w 4940163"/>
              <a:gd name="connsiteY3" fmla="*/ 5826795 h 5826795"/>
              <a:gd name="connsiteX4" fmla="*/ 2486605 w 4940163"/>
              <a:gd name="connsiteY4" fmla="*/ 0 h 5826795"/>
              <a:gd name="connsiteX0" fmla="*/ 2486605 w 4478393"/>
              <a:gd name="connsiteY0" fmla="*/ 10165 h 5836960"/>
              <a:gd name="connsiteX1" fmla="*/ 4478393 w 4478393"/>
              <a:gd name="connsiteY1" fmla="*/ 0 h 5836960"/>
              <a:gd name="connsiteX2" fmla="*/ 2001457 w 4478393"/>
              <a:gd name="connsiteY2" fmla="*/ 5836960 h 5836960"/>
              <a:gd name="connsiteX3" fmla="*/ 0 w 4478393"/>
              <a:gd name="connsiteY3" fmla="*/ 5836960 h 5836960"/>
              <a:gd name="connsiteX4" fmla="*/ 2486605 w 4478393"/>
              <a:gd name="connsiteY4" fmla="*/ 10165 h 5836960"/>
              <a:gd name="connsiteX0" fmla="*/ 2486605 w 4422421"/>
              <a:gd name="connsiteY0" fmla="*/ 10165 h 5836960"/>
              <a:gd name="connsiteX1" fmla="*/ 4422421 w 4422421"/>
              <a:gd name="connsiteY1" fmla="*/ 0 h 5836960"/>
              <a:gd name="connsiteX2" fmla="*/ 2001457 w 4422421"/>
              <a:gd name="connsiteY2" fmla="*/ 5836960 h 5836960"/>
              <a:gd name="connsiteX3" fmla="*/ 0 w 4422421"/>
              <a:gd name="connsiteY3" fmla="*/ 5836960 h 5836960"/>
              <a:gd name="connsiteX4" fmla="*/ 2486605 w 4422421"/>
              <a:gd name="connsiteY4" fmla="*/ 10165 h 5836960"/>
              <a:gd name="connsiteX0" fmla="*/ 2486605 w 4478393"/>
              <a:gd name="connsiteY0" fmla="*/ 0 h 5826795"/>
              <a:gd name="connsiteX1" fmla="*/ 4478393 w 4478393"/>
              <a:gd name="connsiteY1" fmla="*/ 14549 h 5826795"/>
              <a:gd name="connsiteX2" fmla="*/ 2001457 w 4478393"/>
              <a:gd name="connsiteY2" fmla="*/ 5826795 h 5826795"/>
              <a:gd name="connsiteX3" fmla="*/ 0 w 4478393"/>
              <a:gd name="connsiteY3" fmla="*/ 5826795 h 5826795"/>
              <a:gd name="connsiteX4" fmla="*/ 2486605 w 4478393"/>
              <a:gd name="connsiteY4" fmla="*/ 0 h 5826795"/>
              <a:gd name="connsiteX0" fmla="*/ 2486605 w 4522645"/>
              <a:gd name="connsiteY0" fmla="*/ 1082 h 5827877"/>
              <a:gd name="connsiteX1" fmla="*/ 4522645 w 4522645"/>
              <a:gd name="connsiteY1" fmla="*/ 0 h 5827877"/>
              <a:gd name="connsiteX2" fmla="*/ 2001457 w 4522645"/>
              <a:gd name="connsiteY2" fmla="*/ 5827877 h 5827877"/>
              <a:gd name="connsiteX3" fmla="*/ 0 w 4522645"/>
              <a:gd name="connsiteY3" fmla="*/ 5827877 h 5827877"/>
              <a:gd name="connsiteX4" fmla="*/ 2486605 w 4522645"/>
              <a:gd name="connsiteY4" fmla="*/ 1082 h 5827877"/>
              <a:gd name="connsiteX0" fmla="*/ 2486605 w 4491075"/>
              <a:gd name="connsiteY0" fmla="*/ 1082 h 5827877"/>
              <a:gd name="connsiteX1" fmla="*/ 4491075 w 4491075"/>
              <a:gd name="connsiteY1" fmla="*/ 0 h 5827877"/>
              <a:gd name="connsiteX2" fmla="*/ 2001457 w 4491075"/>
              <a:gd name="connsiteY2" fmla="*/ 5827877 h 5827877"/>
              <a:gd name="connsiteX3" fmla="*/ 0 w 4491075"/>
              <a:gd name="connsiteY3" fmla="*/ 5827877 h 5827877"/>
              <a:gd name="connsiteX4" fmla="*/ 2486605 w 4491075"/>
              <a:gd name="connsiteY4" fmla="*/ 1082 h 5827877"/>
              <a:gd name="connsiteX0" fmla="*/ 2616040 w 4620510"/>
              <a:gd name="connsiteY0" fmla="*/ 1082 h 5827877"/>
              <a:gd name="connsiteX1" fmla="*/ 4620510 w 4620510"/>
              <a:gd name="connsiteY1" fmla="*/ 0 h 5827877"/>
              <a:gd name="connsiteX2" fmla="*/ 2130892 w 4620510"/>
              <a:gd name="connsiteY2" fmla="*/ 5827877 h 5827877"/>
              <a:gd name="connsiteX3" fmla="*/ 0 w 4620510"/>
              <a:gd name="connsiteY3" fmla="*/ 5821527 h 5827877"/>
              <a:gd name="connsiteX4" fmla="*/ 2616040 w 4620510"/>
              <a:gd name="connsiteY4" fmla="*/ 1082 h 5827877"/>
              <a:gd name="connsiteX0" fmla="*/ 2616040 w 4620510"/>
              <a:gd name="connsiteY0" fmla="*/ 1082 h 5821527"/>
              <a:gd name="connsiteX1" fmla="*/ 4620510 w 4620510"/>
              <a:gd name="connsiteY1" fmla="*/ 0 h 5821527"/>
              <a:gd name="connsiteX2" fmla="*/ 1828876 w 4620510"/>
              <a:gd name="connsiteY2" fmla="*/ 5821527 h 5821527"/>
              <a:gd name="connsiteX3" fmla="*/ 0 w 4620510"/>
              <a:gd name="connsiteY3" fmla="*/ 5821527 h 5821527"/>
              <a:gd name="connsiteX4" fmla="*/ 2616040 w 4620510"/>
              <a:gd name="connsiteY4" fmla="*/ 1082 h 5821527"/>
              <a:gd name="connsiteX0" fmla="*/ 2616040 w 4620510"/>
              <a:gd name="connsiteY0" fmla="*/ 1082 h 5821527"/>
              <a:gd name="connsiteX1" fmla="*/ 4620510 w 4620510"/>
              <a:gd name="connsiteY1" fmla="*/ 0 h 5821527"/>
              <a:gd name="connsiteX2" fmla="*/ 1641914 w 4620510"/>
              <a:gd name="connsiteY2" fmla="*/ 5821527 h 5821527"/>
              <a:gd name="connsiteX3" fmla="*/ 0 w 4620510"/>
              <a:gd name="connsiteY3" fmla="*/ 5821527 h 5821527"/>
              <a:gd name="connsiteX4" fmla="*/ 2616040 w 4620510"/>
              <a:gd name="connsiteY4" fmla="*/ 1082 h 5821527"/>
              <a:gd name="connsiteX0" fmla="*/ 2616040 w 4620510"/>
              <a:gd name="connsiteY0" fmla="*/ 1082 h 5821527"/>
              <a:gd name="connsiteX1" fmla="*/ 4620510 w 4620510"/>
              <a:gd name="connsiteY1" fmla="*/ 0 h 5821527"/>
              <a:gd name="connsiteX2" fmla="*/ 1699441 w 4620510"/>
              <a:gd name="connsiteY2" fmla="*/ 5808827 h 5821527"/>
              <a:gd name="connsiteX3" fmla="*/ 0 w 4620510"/>
              <a:gd name="connsiteY3" fmla="*/ 5821527 h 5821527"/>
              <a:gd name="connsiteX4" fmla="*/ 2616040 w 4620510"/>
              <a:gd name="connsiteY4" fmla="*/ 1082 h 5821527"/>
              <a:gd name="connsiteX0" fmla="*/ 2616040 w 4620510"/>
              <a:gd name="connsiteY0" fmla="*/ 1082 h 5821527"/>
              <a:gd name="connsiteX1" fmla="*/ 4620510 w 4620510"/>
              <a:gd name="connsiteY1" fmla="*/ 0 h 5821527"/>
              <a:gd name="connsiteX2" fmla="*/ 1692250 w 4620510"/>
              <a:gd name="connsiteY2" fmla="*/ 5821527 h 5821527"/>
              <a:gd name="connsiteX3" fmla="*/ 0 w 4620510"/>
              <a:gd name="connsiteY3" fmla="*/ 5821527 h 5821527"/>
              <a:gd name="connsiteX4" fmla="*/ 2616040 w 4620510"/>
              <a:gd name="connsiteY4" fmla="*/ 1082 h 5821527"/>
              <a:gd name="connsiteX0" fmla="*/ 2780776 w 4620510"/>
              <a:gd name="connsiteY0" fmla="*/ 1082 h 5821527"/>
              <a:gd name="connsiteX1" fmla="*/ 4620510 w 4620510"/>
              <a:gd name="connsiteY1" fmla="*/ 0 h 5821527"/>
              <a:gd name="connsiteX2" fmla="*/ 1692250 w 4620510"/>
              <a:gd name="connsiteY2" fmla="*/ 5821527 h 5821527"/>
              <a:gd name="connsiteX3" fmla="*/ 0 w 4620510"/>
              <a:gd name="connsiteY3" fmla="*/ 5821527 h 5821527"/>
              <a:gd name="connsiteX4" fmla="*/ 2780776 w 4620510"/>
              <a:gd name="connsiteY4" fmla="*/ 1082 h 5821527"/>
              <a:gd name="connsiteX0" fmla="*/ 2780776 w 4526375"/>
              <a:gd name="connsiteY0" fmla="*/ 11473 h 5831918"/>
              <a:gd name="connsiteX1" fmla="*/ 4526375 w 4526375"/>
              <a:gd name="connsiteY1" fmla="*/ 0 h 5831918"/>
              <a:gd name="connsiteX2" fmla="*/ 1692250 w 4526375"/>
              <a:gd name="connsiteY2" fmla="*/ 5831918 h 5831918"/>
              <a:gd name="connsiteX3" fmla="*/ 0 w 4526375"/>
              <a:gd name="connsiteY3" fmla="*/ 5831918 h 5831918"/>
              <a:gd name="connsiteX4" fmla="*/ 2780776 w 4526375"/>
              <a:gd name="connsiteY4" fmla="*/ 11473 h 5831918"/>
              <a:gd name="connsiteX0" fmla="*/ 2780776 w 4526375"/>
              <a:gd name="connsiteY0" fmla="*/ 0 h 5820445"/>
              <a:gd name="connsiteX1" fmla="*/ 4526375 w 4526375"/>
              <a:gd name="connsiteY1" fmla="*/ 9309 h 5820445"/>
              <a:gd name="connsiteX2" fmla="*/ 1692250 w 4526375"/>
              <a:gd name="connsiteY2" fmla="*/ 5820445 h 5820445"/>
              <a:gd name="connsiteX3" fmla="*/ 0 w 4526375"/>
              <a:gd name="connsiteY3" fmla="*/ 5820445 h 5820445"/>
              <a:gd name="connsiteX4" fmla="*/ 2780776 w 4526375"/>
              <a:gd name="connsiteY4" fmla="*/ 0 h 5820445"/>
              <a:gd name="connsiteX0" fmla="*/ 2780776 w 4526375"/>
              <a:gd name="connsiteY0" fmla="*/ 6278 h 5811136"/>
              <a:gd name="connsiteX1" fmla="*/ 4526375 w 4526375"/>
              <a:gd name="connsiteY1" fmla="*/ 0 h 5811136"/>
              <a:gd name="connsiteX2" fmla="*/ 1692250 w 4526375"/>
              <a:gd name="connsiteY2" fmla="*/ 5811136 h 5811136"/>
              <a:gd name="connsiteX3" fmla="*/ 0 w 4526375"/>
              <a:gd name="connsiteY3" fmla="*/ 5811136 h 5811136"/>
              <a:gd name="connsiteX4" fmla="*/ 2780776 w 4526375"/>
              <a:gd name="connsiteY4" fmla="*/ 6278 h 5811136"/>
              <a:gd name="connsiteX0" fmla="*/ 2828323 w 4526375"/>
              <a:gd name="connsiteY0" fmla="*/ 0 h 5814189"/>
              <a:gd name="connsiteX1" fmla="*/ 4526375 w 4526375"/>
              <a:gd name="connsiteY1" fmla="*/ 3053 h 5814189"/>
              <a:gd name="connsiteX2" fmla="*/ 1692250 w 4526375"/>
              <a:gd name="connsiteY2" fmla="*/ 5814189 h 5814189"/>
              <a:gd name="connsiteX3" fmla="*/ 0 w 4526375"/>
              <a:gd name="connsiteY3" fmla="*/ 5814189 h 5814189"/>
              <a:gd name="connsiteX4" fmla="*/ 2828323 w 4526375"/>
              <a:gd name="connsiteY4" fmla="*/ 0 h 5814189"/>
              <a:gd name="connsiteX0" fmla="*/ 2828323 w 4526375"/>
              <a:gd name="connsiteY0" fmla="*/ 1048 h 5811136"/>
              <a:gd name="connsiteX1" fmla="*/ 4526375 w 4526375"/>
              <a:gd name="connsiteY1" fmla="*/ 0 h 5811136"/>
              <a:gd name="connsiteX2" fmla="*/ 1692250 w 4526375"/>
              <a:gd name="connsiteY2" fmla="*/ 5811136 h 5811136"/>
              <a:gd name="connsiteX3" fmla="*/ 0 w 4526375"/>
              <a:gd name="connsiteY3" fmla="*/ 5811136 h 5811136"/>
              <a:gd name="connsiteX4" fmla="*/ 2828323 w 4526375"/>
              <a:gd name="connsiteY4" fmla="*/ 1048 h 5811136"/>
              <a:gd name="connsiteX0" fmla="*/ 2207366 w 4526375"/>
              <a:gd name="connsiteY0" fmla="*/ 10475 h 5811136"/>
              <a:gd name="connsiteX1" fmla="*/ 4526375 w 4526375"/>
              <a:gd name="connsiteY1" fmla="*/ 0 h 5811136"/>
              <a:gd name="connsiteX2" fmla="*/ 1692250 w 4526375"/>
              <a:gd name="connsiteY2" fmla="*/ 5811136 h 5811136"/>
              <a:gd name="connsiteX3" fmla="*/ 0 w 4526375"/>
              <a:gd name="connsiteY3" fmla="*/ 5811136 h 5811136"/>
              <a:gd name="connsiteX4" fmla="*/ 2207366 w 4526375"/>
              <a:gd name="connsiteY4" fmla="*/ 10475 h 5811136"/>
              <a:gd name="connsiteX0" fmla="*/ 2197638 w 4526375"/>
              <a:gd name="connsiteY0" fmla="*/ 4125 h 5811136"/>
              <a:gd name="connsiteX1" fmla="*/ 4526375 w 4526375"/>
              <a:gd name="connsiteY1" fmla="*/ 0 h 5811136"/>
              <a:gd name="connsiteX2" fmla="*/ 1692250 w 4526375"/>
              <a:gd name="connsiteY2" fmla="*/ 5811136 h 5811136"/>
              <a:gd name="connsiteX3" fmla="*/ 0 w 4526375"/>
              <a:gd name="connsiteY3" fmla="*/ 5811136 h 5811136"/>
              <a:gd name="connsiteX4" fmla="*/ 2197638 w 4526375"/>
              <a:gd name="connsiteY4" fmla="*/ 4125 h 5811136"/>
              <a:gd name="connsiteX0" fmla="*/ 2187911 w 4526375"/>
              <a:gd name="connsiteY0" fmla="*/ 0 h 5813361"/>
              <a:gd name="connsiteX1" fmla="*/ 4526375 w 4526375"/>
              <a:gd name="connsiteY1" fmla="*/ 2225 h 5813361"/>
              <a:gd name="connsiteX2" fmla="*/ 1692250 w 4526375"/>
              <a:gd name="connsiteY2" fmla="*/ 5813361 h 5813361"/>
              <a:gd name="connsiteX3" fmla="*/ 0 w 4526375"/>
              <a:gd name="connsiteY3" fmla="*/ 5813361 h 5813361"/>
              <a:gd name="connsiteX4" fmla="*/ 2187911 w 4526375"/>
              <a:gd name="connsiteY4" fmla="*/ 0 h 5813361"/>
              <a:gd name="connsiteX0" fmla="*/ 2158728 w 4526375"/>
              <a:gd name="connsiteY0" fmla="*/ 0 h 5813361"/>
              <a:gd name="connsiteX1" fmla="*/ 4526375 w 4526375"/>
              <a:gd name="connsiteY1" fmla="*/ 2225 h 5813361"/>
              <a:gd name="connsiteX2" fmla="*/ 1692250 w 4526375"/>
              <a:gd name="connsiteY2" fmla="*/ 5813361 h 5813361"/>
              <a:gd name="connsiteX3" fmla="*/ 0 w 4526375"/>
              <a:gd name="connsiteY3" fmla="*/ 5813361 h 5813361"/>
              <a:gd name="connsiteX4" fmla="*/ 2158728 w 4526375"/>
              <a:gd name="connsiteY4" fmla="*/ 0 h 5813361"/>
              <a:gd name="connsiteX0" fmla="*/ 2771564 w 5139211"/>
              <a:gd name="connsiteY0" fmla="*/ 0 h 5819711"/>
              <a:gd name="connsiteX1" fmla="*/ 5139211 w 5139211"/>
              <a:gd name="connsiteY1" fmla="*/ 2225 h 5819711"/>
              <a:gd name="connsiteX2" fmla="*/ 2305086 w 5139211"/>
              <a:gd name="connsiteY2" fmla="*/ 5813361 h 5819711"/>
              <a:gd name="connsiteX3" fmla="*/ 0 w 5139211"/>
              <a:gd name="connsiteY3" fmla="*/ 5819711 h 5819711"/>
              <a:gd name="connsiteX4" fmla="*/ 2771564 w 5139211"/>
              <a:gd name="connsiteY4" fmla="*/ 0 h 5819711"/>
              <a:gd name="connsiteX0" fmla="*/ 2771564 w 5139211"/>
              <a:gd name="connsiteY0" fmla="*/ 0 h 5815517"/>
              <a:gd name="connsiteX1" fmla="*/ 5139211 w 5139211"/>
              <a:gd name="connsiteY1" fmla="*/ 2225 h 5815517"/>
              <a:gd name="connsiteX2" fmla="*/ 2305086 w 5139211"/>
              <a:gd name="connsiteY2" fmla="*/ 5813361 h 5815517"/>
              <a:gd name="connsiteX3" fmla="*/ 0 w 5139211"/>
              <a:gd name="connsiteY3" fmla="*/ 5815517 h 5815517"/>
              <a:gd name="connsiteX4" fmla="*/ 2771564 w 5139211"/>
              <a:gd name="connsiteY4" fmla="*/ 0 h 5815517"/>
              <a:gd name="connsiteX0" fmla="*/ 2791575 w 5159222"/>
              <a:gd name="connsiteY0" fmla="*/ 0 h 5815517"/>
              <a:gd name="connsiteX1" fmla="*/ 5159222 w 5159222"/>
              <a:gd name="connsiteY1" fmla="*/ 2225 h 5815517"/>
              <a:gd name="connsiteX2" fmla="*/ 2325097 w 5159222"/>
              <a:gd name="connsiteY2" fmla="*/ 5813361 h 5815517"/>
              <a:gd name="connsiteX3" fmla="*/ 0 w 5159222"/>
              <a:gd name="connsiteY3" fmla="*/ 5815517 h 5815517"/>
              <a:gd name="connsiteX4" fmla="*/ 2791575 w 5159222"/>
              <a:gd name="connsiteY4" fmla="*/ 0 h 58155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159222" h="5815517">
                <a:moveTo>
                  <a:pt x="2791575" y="0"/>
                </a:moveTo>
                <a:lnTo>
                  <a:pt x="5159222" y="2225"/>
                </a:lnTo>
                <a:lnTo>
                  <a:pt x="2325097" y="5813361"/>
                </a:lnTo>
                <a:lnTo>
                  <a:pt x="0" y="5815517"/>
                </a:lnTo>
                <a:lnTo>
                  <a:pt x="2791575" y="0"/>
                </a:lnTo>
                <a:close/>
              </a:path>
            </a:pathLst>
          </a:custGeom>
          <a:solidFill>
            <a:srgbClr val="FFA4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Title 1">
            <a:extLst>
              <a:ext uri="{FF2B5EF4-FFF2-40B4-BE49-F238E27FC236}">
                <a16:creationId xmlns:a16="http://schemas.microsoft.com/office/drawing/2014/main" id="{98050952-915F-B18D-D8AB-B1A5A0B817E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698500" y="1639704"/>
            <a:ext cx="8474200" cy="2043114"/>
          </a:xfrm>
        </p:spPr>
        <p:txBody>
          <a:bodyPr anchor="t"/>
          <a:lstStyle>
            <a:lvl1pPr algn="l">
              <a:lnSpc>
                <a:spcPct val="80000"/>
              </a:lnSpc>
              <a:spcBef>
                <a:spcPts val="0"/>
              </a:spcBef>
              <a:defRPr sz="6000" b="1" i="0">
                <a:latin typeface="Söhne Halbfett" panose="020B0503030202060203" pitchFamily="34" charset="77"/>
                <a:cs typeface="Söhne Halbfett" panose="020B0503030202060203" pitchFamily="34" charset="77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9" name="Subtitle 2">
            <a:extLst>
              <a:ext uri="{FF2B5EF4-FFF2-40B4-BE49-F238E27FC236}">
                <a16:creationId xmlns:a16="http://schemas.microsoft.com/office/drawing/2014/main" id="{C22E6312-2415-0F1A-A258-69230BC9548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698500" y="3913796"/>
            <a:ext cx="8017000" cy="952916"/>
          </a:xfrm>
        </p:spPr>
        <p:txBody>
          <a:bodyPr/>
          <a:lstStyle>
            <a:lvl1pPr marL="0" indent="0" algn="l">
              <a:spcBef>
                <a:spcPts val="0"/>
              </a:spcBef>
              <a:buNone/>
              <a:defRPr sz="3200" b="1" i="0">
                <a:latin typeface="Söhne Halbfett" panose="020B0303030202060203" pitchFamily="34" charset="77"/>
                <a:cs typeface="Söhne Halbfett" panose="020B0303030202060203" pitchFamily="34" charset="77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30" name="Footer Placeholder 4">
            <a:extLst>
              <a:ext uri="{FF2B5EF4-FFF2-40B4-BE49-F238E27FC236}">
                <a16:creationId xmlns:a16="http://schemas.microsoft.com/office/drawing/2014/main" id="{EA2B9669-2D07-A4AA-3244-B35160903B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989352" y="6356350"/>
            <a:ext cx="8934138" cy="365125"/>
          </a:xfrm>
        </p:spPr>
        <p:txBody>
          <a:bodyPr/>
          <a:lstStyle>
            <a:lvl1pPr algn="l">
              <a:defRPr/>
            </a:lvl1pPr>
          </a:lstStyle>
          <a:p>
            <a:endParaRPr lang="en-US"/>
          </a:p>
        </p:txBody>
      </p:sp>
      <p:sp>
        <p:nvSpPr>
          <p:cNvPr id="31" name="Slide Number Placeholder 5">
            <a:extLst>
              <a:ext uri="{FF2B5EF4-FFF2-40B4-BE49-F238E27FC236}">
                <a16:creationId xmlns:a16="http://schemas.microsoft.com/office/drawing/2014/main" id="{DB1712B1-0FF9-EAD0-0B4F-0EB627AECB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274820" y="6356350"/>
            <a:ext cx="563380" cy="365125"/>
          </a:xfrm>
          <a:prstGeom prst="rect">
            <a:avLst/>
          </a:prstGeom>
        </p:spPr>
        <p:txBody>
          <a:bodyPr/>
          <a:lstStyle>
            <a:lvl1pPr algn="l">
              <a:defRPr/>
            </a:lvl1pPr>
          </a:lstStyle>
          <a:p>
            <a:fld id="{A20B5CE8-3DE0-934D-9FCA-75661BD615B6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C7B2527C-009E-E483-8D14-2E7AD3D7E068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093023" y="5922334"/>
            <a:ext cx="1747558" cy="6463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3834307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Black Bullets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8C7D09-C848-DA0C-B154-7F9EBED758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925195"/>
          </a:xfrm>
        </p:spPr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B6F8B19-FB0D-3C77-EB6F-06FFDE9F4930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838200" y="1442720"/>
            <a:ext cx="10515600" cy="4734243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buSzPct val="100000"/>
              <a:defRPr/>
            </a:lvl1pPr>
            <a:lvl2pPr>
              <a:lnSpc>
                <a:spcPct val="100000"/>
              </a:lnSpc>
              <a:spcBef>
                <a:spcPts val="0"/>
              </a:spcBef>
              <a:buSzPct val="100000"/>
              <a:buFont typeface="Arial" panose="020B0604020202020204" pitchFamily="34" charset="0"/>
              <a:buChar char="•"/>
              <a:defRPr/>
            </a:lvl2pPr>
            <a:lvl3pPr>
              <a:lnSpc>
                <a:spcPct val="100000"/>
              </a:lnSpc>
              <a:spcBef>
                <a:spcPts val="0"/>
              </a:spcBef>
              <a:buSzPct val="100000"/>
              <a:buFont typeface="Arial" panose="020B0604020202020204" pitchFamily="34" charset="0"/>
              <a:buChar char="•"/>
              <a:defRPr/>
            </a:lvl3pPr>
            <a:lvl4pPr>
              <a:lnSpc>
                <a:spcPct val="100000"/>
              </a:lnSpc>
              <a:spcBef>
                <a:spcPts val="0"/>
              </a:spcBef>
              <a:buSzPct val="100000"/>
              <a:defRPr/>
            </a:lvl4pPr>
            <a:lvl5pPr>
              <a:lnSpc>
                <a:spcPct val="100000"/>
              </a:lnSpc>
              <a:spcBef>
                <a:spcPts val="0"/>
              </a:spcBef>
              <a:buSzPct val="100000"/>
              <a:defRPr/>
            </a:lvl5pPr>
          </a:lstStyle>
          <a:p>
            <a:pPr lvl="1"/>
            <a:r>
              <a:rPr lang="en-US" dirty="0"/>
              <a:t>First level</a:t>
            </a:r>
          </a:p>
          <a:p>
            <a:pPr lvl="2"/>
            <a:r>
              <a:rPr lang="en-US" dirty="0"/>
              <a:t>Second level</a:t>
            </a:r>
          </a:p>
          <a:p>
            <a:pPr lvl="3"/>
            <a:r>
              <a:rPr lang="en-US" dirty="0"/>
              <a:t>Third level</a:t>
            </a:r>
          </a:p>
          <a:p>
            <a:pPr lvl="4"/>
            <a:r>
              <a:rPr lang="en-US" dirty="0"/>
              <a:t>Fourth level</a:t>
            </a:r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49CF8C6C-59D6-1C5B-320F-19AF7955FAD6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57200" y="548640"/>
            <a:ext cx="287176" cy="475488"/>
          </a:xfrm>
          <a:prstGeom prst="rect">
            <a:avLst/>
          </a:prstGeom>
        </p:spPr>
      </p:pic>
      <p:pic>
        <p:nvPicPr>
          <p:cNvPr id="11" name="Graphic 10">
            <a:extLst>
              <a:ext uri="{FF2B5EF4-FFF2-40B4-BE49-F238E27FC236}">
                <a16:creationId xmlns:a16="http://schemas.microsoft.com/office/drawing/2014/main" id="{BC0F2AD9-27CE-CAA2-AC1E-49CDE60F4F19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093023" y="5922334"/>
            <a:ext cx="1747558" cy="646357"/>
          </a:xfrm>
          <a:prstGeom prst="rect">
            <a:avLst/>
          </a:prstGeom>
        </p:spPr>
      </p:pic>
      <p:sp>
        <p:nvSpPr>
          <p:cNvPr id="12" name="Footer Placeholder 4">
            <a:extLst>
              <a:ext uri="{FF2B5EF4-FFF2-40B4-BE49-F238E27FC236}">
                <a16:creationId xmlns:a16="http://schemas.microsoft.com/office/drawing/2014/main" id="{831A0255-7F7A-85D1-90B5-D5BA23CE2D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989352" y="6356350"/>
            <a:ext cx="8934138" cy="365125"/>
          </a:xfrm>
        </p:spPr>
        <p:txBody>
          <a:bodyPr/>
          <a:lstStyle>
            <a:lvl1pPr algn="l">
              <a:defRPr/>
            </a:lvl1pPr>
          </a:lstStyle>
          <a:p>
            <a:endParaRPr lang="en-US"/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C5039B1A-3C74-9B1B-4980-21E1DF5884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274820" y="6356350"/>
            <a:ext cx="563380" cy="365125"/>
          </a:xfrm>
          <a:prstGeom prst="rect">
            <a:avLst/>
          </a:prstGeom>
        </p:spPr>
        <p:txBody>
          <a:bodyPr/>
          <a:lstStyle>
            <a:lvl1pPr algn="l">
              <a:defRPr/>
            </a:lvl1pPr>
          </a:lstStyle>
          <a:p>
            <a:fld id="{7C8598A7-94B2-594C-8A98-02B4613DD73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970917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Gold Bullets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8C7D09-C848-DA0C-B154-7F9EBED758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925195"/>
          </a:xfrm>
        </p:spPr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B6F8B19-FB0D-3C77-EB6F-06FFDE9F4930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838200" y="1442720"/>
            <a:ext cx="10515600" cy="4734243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buClr>
                <a:srgbClr val="FFA404"/>
              </a:buClr>
              <a:buSzPct val="100000"/>
              <a:defRPr/>
            </a:lvl1pPr>
            <a:lvl2pPr>
              <a:lnSpc>
                <a:spcPct val="100000"/>
              </a:lnSpc>
              <a:spcBef>
                <a:spcPts val="0"/>
              </a:spcBef>
              <a:buClr>
                <a:srgbClr val="FFA404"/>
              </a:buClr>
              <a:buSzPct val="100000"/>
              <a:defRPr/>
            </a:lvl2pPr>
            <a:lvl3pPr>
              <a:lnSpc>
                <a:spcPct val="100000"/>
              </a:lnSpc>
              <a:spcBef>
                <a:spcPts val="0"/>
              </a:spcBef>
              <a:buClr>
                <a:srgbClr val="FFA404"/>
              </a:buClr>
              <a:buSzPct val="100000"/>
              <a:defRPr/>
            </a:lvl3pPr>
            <a:lvl4pPr>
              <a:lnSpc>
                <a:spcPct val="100000"/>
              </a:lnSpc>
              <a:spcBef>
                <a:spcPts val="0"/>
              </a:spcBef>
              <a:buClr>
                <a:srgbClr val="FFA404"/>
              </a:buClr>
              <a:buSzPct val="100000"/>
              <a:buFont typeface="Arial" panose="020B0604020202020204" pitchFamily="34" charset="0"/>
              <a:buChar char="•"/>
              <a:defRPr/>
            </a:lvl4pPr>
            <a:lvl5pPr>
              <a:lnSpc>
                <a:spcPct val="100000"/>
              </a:lnSpc>
              <a:spcBef>
                <a:spcPts val="0"/>
              </a:spcBef>
              <a:buClr>
                <a:srgbClr val="FFA404"/>
              </a:buClr>
              <a:buSzPct val="100000"/>
              <a:defRPr/>
            </a:lvl5pPr>
          </a:lstStyle>
          <a:p>
            <a:pPr lvl="1"/>
            <a:r>
              <a:rPr lang="en-US" dirty="0"/>
              <a:t>First level</a:t>
            </a:r>
          </a:p>
          <a:p>
            <a:pPr lvl="2"/>
            <a:r>
              <a:rPr lang="en-US" dirty="0"/>
              <a:t>Second level</a:t>
            </a:r>
          </a:p>
          <a:p>
            <a:pPr lvl="3"/>
            <a:r>
              <a:rPr lang="en-US" dirty="0"/>
              <a:t>Third level</a:t>
            </a:r>
          </a:p>
          <a:p>
            <a:pPr lvl="4"/>
            <a:r>
              <a:rPr lang="en-US" dirty="0"/>
              <a:t>Fourth level</a:t>
            </a:r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49CF8C6C-59D6-1C5B-320F-19AF7955FAD6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57200" y="548640"/>
            <a:ext cx="287176" cy="475488"/>
          </a:xfrm>
          <a:prstGeom prst="rect">
            <a:avLst/>
          </a:prstGeom>
        </p:spPr>
      </p:pic>
      <p:pic>
        <p:nvPicPr>
          <p:cNvPr id="11" name="Graphic 10">
            <a:extLst>
              <a:ext uri="{FF2B5EF4-FFF2-40B4-BE49-F238E27FC236}">
                <a16:creationId xmlns:a16="http://schemas.microsoft.com/office/drawing/2014/main" id="{BC0F2AD9-27CE-CAA2-AC1E-49CDE60F4F19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093023" y="5922334"/>
            <a:ext cx="1747558" cy="646357"/>
          </a:xfrm>
          <a:prstGeom prst="rect">
            <a:avLst/>
          </a:prstGeom>
        </p:spPr>
      </p:pic>
      <p:sp>
        <p:nvSpPr>
          <p:cNvPr id="12" name="Footer Placeholder 4">
            <a:extLst>
              <a:ext uri="{FF2B5EF4-FFF2-40B4-BE49-F238E27FC236}">
                <a16:creationId xmlns:a16="http://schemas.microsoft.com/office/drawing/2014/main" id="{831A0255-7F7A-85D1-90B5-D5BA23CE2D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989352" y="6356350"/>
            <a:ext cx="8934138" cy="365125"/>
          </a:xfrm>
        </p:spPr>
        <p:txBody>
          <a:bodyPr/>
          <a:lstStyle>
            <a:lvl1pPr algn="l">
              <a:defRPr/>
            </a:lvl1pPr>
          </a:lstStyle>
          <a:p>
            <a:endParaRPr lang="en-US"/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C5039B1A-3C74-9B1B-4980-21E1DF5884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274820" y="6356350"/>
            <a:ext cx="563380" cy="365125"/>
          </a:xfrm>
          <a:prstGeom prst="rect">
            <a:avLst/>
          </a:prstGeom>
        </p:spPr>
        <p:txBody>
          <a:bodyPr/>
          <a:lstStyle>
            <a:lvl1pPr algn="l">
              <a:defRPr/>
            </a:lvl1pPr>
          </a:lstStyle>
          <a:p>
            <a:fld id="{7C8598A7-94B2-594C-8A98-02B4613DD73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03851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raphic 7">
            <a:extLst>
              <a:ext uri="{FF2B5EF4-FFF2-40B4-BE49-F238E27FC236}">
                <a16:creationId xmlns:a16="http://schemas.microsoft.com/office/drawing/2014/main" id="{032F5B19-AB70-1C3B-819F-52162B93D7EF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093023" y="5922334"/>
            <a:ext cx="1747558" cy="646357"/>
          </a:xfrm>
          <a:prstGeom prst="rect">
            <a:avLst/>
          </a:prstGeom>
        </p:spPr>
      </p:pic>
      <p:sp>
        <p:nvSpPr>
          <p:cNvPr id="9" name="Footer Placeholder 4">
            <a:extLst>
              <a:ext uri="{FF2B5EF4-FFF2-40B4-BE49-F238E27FC236}">
                <a16:creationId xmlns:a16="http://schemas.microsoft.com/office/drawing/2014/main" id="{0046E1AE-3FCF-5FFF-972B-416E2E7227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989352" y="6356350"/>
            <a:ext cx="8934138" cy="365125"/>
          </a:xfrm>
        </p:spPr>
        <p:txBody>
          <a:bodyPr/>
          <a:lstStyle>
            <a:lvl1pPr algn="l">
              <a:defRPr/>
            </a:lvl1pPr>
          </a:lstStyle>
          <a:p>
            <a:endParaRPr lang="en-US"/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B906EA2B-B37B-7EE9-0E05-443C9F5F6A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274820" y="6356350"/>
            <a:ext cx="563380" cy="365125"/>
          </a:xfrm>
          <a:prstGeom prst="rect">
            <a:avLst/>
          </a:prstGeom>
        </p:spPr>
        <p:txBody>
          <a:bodyPr/>
          <a:lstStyle>
            <a:lvl1pPr algn="l">
              <a:defRPr/>
            </a:lvl1pPr>
          </a:lstStyle>
          <a:p>
            <a:fld id="{7C8598A7-94B2-594C-8A98-02B4613DD734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104DE04B-DEB8-42CD-398E-2204C8900FDB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57200" y="548640"/>
            <a:ext cx="287176" cy="475488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11A6A3AD-3401-9D22-79DD-B7B463DEB4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925195"/>
          </a:xfrm>
        </p:spPr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74C59D9A-3BF1-2FB8-1212-8B7855948728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838200" y="1442720"/>
            <a:ext cx="5184466" cy="4734243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buSzPct val="100000"/>
              <a:defRPr/>
            </a:lvl1pPr>
            <a:lvl2pPr>
              <a:lnSpc>
                <a:spcPct val="100000"/>
              </a:lnSpc>
              <a:spcBef>
                <a:spcPts val="0"/>
              </a:spcBef>
              <a:buSzPct val="100000"/>
              <a:buFont typeface="Arial" panose="020B0604020202020204" pitchFamily="34" charset="0"/>
              <a:buChar char="•"/>
              <a:defRPr/>
            </a:lvl2pPr>
            <a:lvl3pPr>
              <a:lnSpc>
                <a:spcPct val="100000"/>
              </a:lnSpc>
              <a:spcBef>
                <a:spcPts val="0"/>
              </a:spcBef>
              <a:buSzPct val="100000"/>
              <a:buFont typeface="Arial" panose="020B0604020202020204" pitchFamily="34" charset="0"/>
              <a:buChar char="•"/>
              <a:defRPr/>
            </a:lvl3pPr>
            <a:lvl4pPr>
              <a:lnSpc>
                <a:spcPct val="100000"/>
              </a:lnSpc>
              <a:spcBef>
                <a:spcPts val="0"/>
              </a:spcBef>
              <a:buSzPct val="100000"/>
              <a:defRPr/>
            </a:lvl4pPr>
            <a:lvl5pPr>
              <a:lnSpc>
                <a:spcPct val="100000"/>
              </a:lnSpc>
              <a:spcBef>
                <a:spcPts val="0"/>
              </a:spcBef>
              <a:buSzPct val="100000"/>
              <a:defRPr/>
            </a:lvl5pPr>
          </a:lstStyle>
          <a:p>
            <a:pPr lvl="1"/>
            <a:r>
              <a:rPr lang="en-US" dirty="0"/>
              <a:t>First level</a:t>
            </a:r>
          </a:p>
          <a:p>
            <a:pPr lvl="2"/>
            <a:r>
              <a:rPr lang="en-US" dirty="0"/>
              <a:t>Second level</a:t>
            </a:r>
          </a:p>
          <a:p>
            <a:pPr lvl="3"/>
            <a:r>
              <a:rPr lang="en-US" dirty="0"/>
              <a:t>Third level</a:t>
            </a:r>
          </a:p>
          <a:p>
            <a:pPr lvl="4"/>
            <a:r>
              <a:rPr lang="en-US" dirty="0"/>
              <a:t>Fourth level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75D40E8C-D1AF-B65F-C897-79E802901E1C}"/>
              </a:ext>
            </a:extLst>
          </p:cNvPr>
          <p:cNvSpPr>
            <a:spLocks noGrp="1"/>
          </p:cNvSpPr>
          <p:nvPr>
            <p:ph idx="13" hasCustomPrompt="1"/>
          </p:nvPr>
        </p:nvSpPr>
        <p:spPr>
          <a:xfrm>
            <a:off x="6187669" y="1442719"/>
            <a:ext cx="5166132" cy="4734243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buSzPct val="100000"/>
              <a:defRPr/>
            </a:lvl1pPr>
            <a:lvl2pPr>
              <a:lnSpc>
                <a:spcPct val="100000"/>
              </a:lnSpc>
              <a:spcBef>
                <a:spcPts val="0"/>
              </a:spcBef>
              <a:buSzPct val="100000"/>
              <a:buFont typeface="Arial" panose="020B0604020202020204" pitchFamily="34" charset="0"/>
              <a:buChar char="•"/>
              <a:defRPr/>
            </a:lvl2pPr>
            <a:lvl3pPr>
              <a:lnSpc>
                <a:spcPct val="100000"/>
              </a:lnSpc>
              <a:spcBef>
                <a:spcPts val="0"/>
              </a:spcBef>
              <a:buSzPct val="100000"/>
              <a:buFont typeface="Arial" panose="020B0604020202020204" pitchFamily="34" charset="0"/>
              <a:buChar char="•"/>
              <a:defRPr/>
            </a:lvl3pPr>
            <a:lvl4pPr>
              <a:lnSpc>
                <a:spcPct val="100000"/>
              </a:lnSpc>
              <a:spcBef>
                <a:spcPts val="0"/>
              </a:spcBef>
              <a:buSzPct val="100000"/>
              <a:defRPr/>
            </a:lvl4pPr>
            <a:lvl5pPr>
              <a:lnSpc>
                <a:spcPct val="100000"/>
              </a:lnSpc>
              <a:spcBef>
                <a:spcPts val="0"/>
              </a:spcBef>
              <a:buSzPct val="100000"/>
              <a:defRPr/>
            </a:lvl5pPr>
          </a:lstStyle>
          <a:p>
            <a:pPr lvl="1"/>
            <a:r>
              <a:rPr lang="en-US" dirty="0"/>
              <a:t>First level</a:t>
            </a:r>
          </a:p>
          <a:p>
            <a:pPr lvl="2"/>
            <a:r>
              <a:rPr lang="en-US" dirty="0"/>
              <a:t>Second level</a:t>
            </a:r>
          </a:p>
          <a:p>
            <a:pPr lvl="3"/>
            <a:r>
              <a:rPr lang="en-US" dirty="0"/>
              <a:t>Third level</a:t>
            </a:r>
          </a:p>
          <a:p>
            <a:pPr lvl="4"/>
            <a:r>
              <a:rPr lang="en-US" dirty="0"/>
              <a:t>Fourth level</a:t>
            </a:r>
          </a:p>
        </p:txBody>
      </p:sp>
    </p:spTree>
    <p:extLst>
      <p:ext uri="{BB962C8B-B14F-4D97-AF65-F5344CB8AC3E}">
        <p14:creationId xmlns:p14="http://schemas.microsoft.com/office/powerpoint/2010/main" val="59689282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1_Blank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aphic 4">
            <a:extLst>
              <a:ext uri="{FF2B5EF4-FFF2-40B4-BE49-F238E27FC236}">
                <a16:creationId xmlns:a16="http://schemas.microsoft.com/office/drawing/2014/main" id="{78BF5AF9-2D64-F24F-20DA-E1AC624FF68E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093023" y="5922334"/>
            <a:ext cx="1747558" cy="646357"/>
          </a:xfrm>
          <a:prstGeom prst="rect">
            <a:avLst/>
          </a:prstGeom>
        </p:spPr>
      </p:pic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22040A4F-0B71-C53E-ADE5-6CAA6E0005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989352" y="6356350"/>
            <a:ext cx="8934138" cy="365125"/>
          </a:xfrm>
        </p:spPr>
        <p:txBody>
          <a:bodyPr/>
          <a:lstStyle>
            <a:lvl1pPr algn="l">
              <a:defRPr/>
            </a:lvl1pPr>
          </a:lstStyle>
          <a:p>
            <a:endParaRPr lang="en-US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C0B7C3B4-0429-0CE9-312B-AC49B76038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274820" y="6356350"/>
            <a:ext cx="563380" cy="365125"/>
          </a:xfrm>
          <a:prstGeom prst="rect">
            <a:avLst/>
          </a:prstGeom>
        </p:spPr>
        <p:txBody>
          <a:bodyPr/>
          <a:lstStyle>
            <a:lvl1pPr algn="l">
              <a:defRPr/>
            </a:lvl1pPr>
          </a:lstStyle>
          <a:p>
            <a:fld id="{7C8598A7-94B2-594C-8A98-02B4613DD73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586278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2_Blank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22040A4F-0B71-C53E-ADE5-6CAA6E0005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989352" y="6356350"/>
            <a:ext cx="8934138" cy="365125"/>
          </a:xfrm>
        </p:spPr>
        <p:txBody>
          <a:bodyPr/>
          <a:lstStyle>
            <a:lvl1pPr algn="l">
              <a:defRPr/>
            </a:lvl1pPr>
          </a:lstStyle>
          <a:p>
            <a:endParaRPr lang="en-US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C0B7C3B4-0429-0CE9-312B-AC49B76038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274820" y="6356350"/>
            <a:ext cx="563380" cy="365125"/>
          </a:xfrm>
          <a:prstGeom prst="rect">
            <a:avLst/>
          </a:prstGeom>
        </p:spPr>
        <p:txBody>
          <a:bodyPr/>
          <a:lstStyle>
            <a:lvl1pPr algn="l">
              <a:defRPr/>
            </a:lvl1pPr>
          </a:lstStyle>
          <a:p>
            <a:fld id="{7C8598A7-94B2-594C-8A98-02B4613DD73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714933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318577-FC5F-E242-57E3-97FDF8C543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2"/>
            <a:ext cx="3932237" cy="1873488"/>
          </a:xfrm>
        </p:spPr>
        <p:txBody>
          <a:bodyPr anchor="b"/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F18478-1D6A-D0F0-24CD-4AD7480E418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457201"/>
            <a:ext cx="6172200" cy="5403850"/>
          </a:xfrm>
        </p:spPr>
        <p:txBody>
          <a:bodyPr>
            <a:normAutofit/>
          </a:bodyPr>
          <a:lstStyle>
            <a:lvl1pPr>
              <a:spcBef>
                <a:spcPts val="0"/>
              </a:spcBef>
              <a:defRPr sz="32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5D00682-10F1-9D8E-9500-F8C87D3881B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392564"/>
            <a:ext cx="3932237" cy="3476423"/>
          </a:xfrm>
        </p:spPr>
        <p:txBody>
          <a:bodyPr>
            <a:normAutofit/>
          </a:bodyPr>
          <a:lstStyle>
            <a:lvl1pPr marL="0" indent="0">
              <a:spcBef>
                <a:spcPts val="0"/>
              </a:spcBef>
              <a:buNone/>
              <a:defRPr sz="32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C5AD72A7-8171-63DD-DB3A-3FD883C216A5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093023" y="5922334"/>
            <a:ext cx="1747558" cy="646357"/>
          </a:xfrm>
          <a:prstGeom prst="rect">
            <a:avLst/>
          </a:prstGeom>
        </p:spPr>
      </p:pic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79AFC880-DFE6-4E37-6461-AB43466AF8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274820" y="6356350"/>
            <a:ext cx="563380" cy="365125"/>
          </a:xfrm>
          <a:prstGeom prst="rect">
            <a:avLst/>
          </a:prstGeom>
        </p:spPr>
        <p:txBody>
          <a:bodyPr/>
          <a:lstStyle>
            <a:lvl1pPr algn="l">
              <a:defRPr/>
            </a:lvl1pPr>
          </a:lstStyle>
          <a:p>
            <a:fld id="{7C8598A7-94B2-594C-8A98-02B4613DD73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1" name="Footer Placeholder 4">
            <a:extLst>
              <a:ext uri="{FF2B5EF4-FFF2-40B4-BE49-F238E27FC236}">
                <a16:creationId xmlns:a16="http://schemas.microsoft.com/office/drawing/2014/main" id="{FDF6321E-F960-E1CF-38CE-CA2041FAE7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989352" y="6356350"/>
            <a:ext cx="8934138" cy="365125"/>
          </a:xfrm>
        </p:spPr>
        <p:txBody>
          <a:bodyPr/>
          <a:lstStyle>
            <a:lvl1pPr algn="l">
              <a:defRPr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716384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ppendix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4">
            <a:extLst>
              <a:ext uri="{FF2B5EF4-FFF2-40B4-BE49-F238E27FC236}">
                <a16:creationId xmlns:a16="http://schemas.microsoft.com/office/drawing/2014/main" id="{6A8C4122-4528-6FE4-1366-8E8E0B58AB8C}"/>
              </a:ext>
            </a:extLst>
          </p:cNvPr>
          <p:cNvSpPr/>
          <p:nvPr userDrawn="1"/>
        </p:nvSpPr>
        <p:spPr>
          <a:xfrm rot="10800000">
            <a:off x="6762750" y="-16814"/>
            <a:ext cx="4776392" cy="6911183"/>
          </a:xfrm>
          <a:custGeom>
            <a:avLst/>
            <a:gdLst>
              <a:gd name="connsiteX0" fmla="*/ 0 w 2505206"/>
              <a:gd name="connsiteY0" fmla="*/ 0 h 5824603"/>
              <a:gd name="connsiteX1" fmla="*/ 2505206 w 2505206"/>
              <a:gd name="connsiteY1" fmla="*/ 0 h 5824603"/>
              <a:gd name="connsiteX2" fmla="*/ 2505206 w 2505206"/>
              <a:gd name="connsiteY2" fmla="*/ 5824603 h 5824603"/>
              <a:gd name="connsiteX3" fmla="*/ 0 w 2505206"/>
              <a:gd name="connsiteY3" fmla="*/ 5824603 h 5824603"/>
              <a:gd name="connsiteX4" fmla="*/ 0 w 2505206"/>
              <a:gd name="connsiteY4" fmla="*/ 0 h 5824603"/>
              <a:gd name="connsiteX0" fmla="*/ 0 w 3535109"/>
              <a:gd name="connsiteY0" fmla="*/ 0 h 5824603"/>
              <a:gd name="connsiteX1" fmla="*/ 3535109 w 3535109"/>
              <a:gd name="connsiteY1" fmla="*/ 0 h 5824603"/>
              <a:gd name="connsiteX2" fmla="*/ 2505206 w 3535109"/>
              <a:gd name="connsiteY2" fmla="*/ 5824603 h 5824603"/>
              <a:gd name="connsiteX3" fmla="*/ 0 w 3535109"/>
              <a:gd name="connsiteY3" fmla="*/ 5824603 h 5824603"/>
              <a:gd name="connsiteX4" fmla="*/ 0 w 3535109"/>
              <a:gd name="connsiteY4" fmla="*/ 0 h 5824603"/>
              <a:gd name="connsiteX0" fmla="*/ 1126156 w 3535109"/>
              <a:gd name="connsiteY0" fmla="*/ 0 h 5834229"/>
              <a:gd name="connsiteX1" fmla="*/ 3535109 w 3535109"/>
              <a:gd name="connsiteY1" fmla="*/ 9626 h 5834229"/>
              <a:gd name="connsiteX2" fmla="*/ 2505206 w 3535109"/>
              <a:gd name="connsiteY2" fmla="*/ 5834229 h 5834229"/>
              <a:gd name="connsiteX3" fmla="*/ 0 w 3535109"/>
              <a:gd name="connsiteY3" fmla="*/ 5834229 h 5834229"/>
              <a:gd name="connsiteX4" fmla="*/ 1126156 w 3535109"/>
              <a:gd name="connsiteY4" fmla="*/ 0 h 5834229"/>
              <a:gd name="connsiteX0" fmla="*/ 1103854 w 3535109"/>
              <a:gd name="connsiteY0" fmla="*/ 20110 h 5824603"/>
              <a:gd name="connsiteX1" fmla="*/ 3535109 w 3535109"/>
              <a:gd name="connsiteY1" fmla="*/ 0 h 5824603"/>
              <a:gd name="connsiteX2" fmla="*/ 2505206 w 3535109"/>
              <a:gd name="connsiteY2" fmla="*/ 5824603 h 5824603"/>
              <a:gd name="connsiteX3" fmla="*/ 0 w 3535109"/>
              <a:gd name="connsiteY3" fmla="*/ 5824603 h 5824603"/>
              <a:gd name="connsiteX4" fmla="*/ 1103854 w 3535109"/>
              <a:gd name="connsiteY4" fmla="*/ 20110 h 5824603"/>
              <a:gd name="connsiteX0" fmla="*/ 1111288 w 3535109"/>
              <a:gd name="connsiteY0" fmla="*/ 0 h 5826795"/>
              <a:gd name="connsiteX1" fmla="*/ 3535109 w 3535109"/>
              <a:gd name="connsiteY1" fmla="*/ 2192 h 5826795"/>
              <a:gd name="connsiteX2" fmla="*/ 2505206 w 3535109"/>
              <a:gd name="connsiteY2" fmla="*/ 5826795 h 5826795"/>
              <a:gd name="connsiteX3" fmla="*/ 0 w 3535109"/>
              <a:gd name="connsiteY3" fmla="*/ 5826795 h 5826795"/>
              <a:gd name="connsiteX4" fmla="*/ 1111288 w 3535109"/>
              <a:gd name="connsiteY4" fmla="*/ 0 h 5826795"/>
              <a:gd name="connsiteX0" fmla="*/ 1111288 w 4940163"/>
              <a:gd name="connsiteY0" fmla="*/ 0 h 5826795"/>
              <a:gd name="connsiteX1" fmla="*/ 4940163 w 4940163"/>
              <a:gd name="connsiteY1" fmla="*/ 2192 h 5826795"/>
              <a:gd name="connsiteX2" fmla="*/ 2505206 w 4940163"/>
              <a:gd name="connsiteY2" fmla="*/ 5826795 h 5826795"/>
              <a:gd name="connsiteX3" fmla="*/ 0 w 4940163"/>
              <a:gd name="connsiteY3" fmla="*/ 5826795 h 5826795"/>
              <a:gd name="connsiteX4" fmla="*/ 1111288 w 4940163"/>
              <a:gd name="connsiteY4" fmla="*/ 0 h 5826795"/>
              <a:gd name="connsiteX0" fmla="*/ 2486605 w 4940163"/>
              <a:gd name="connsiteY0" fmla="*/ 0 h 5826795"/>
              <a:gd name="connsiteX1" fmla="*/ 4940163 w 4940163"/>
              <a:gd name="connsiteY1" fmla="*/ 2192 h 5826795"/>
              <a:gd name="connsiteX2" fmla="*/ 2505206 w 4940163"/>
              <a:gd name="connsiteY2" fmla="*/ 5826795 h 5826795"/>
              <a:gd name="connsiteX3" fmla="*/ 0 w 4940163"/>
              <a:gd name="connsiteY3" fmla="*/ 5826795 h 5826795"/>
              <a:gd name="connsiteX4" fmla="*/ 2486605 w 4940163"/>
              <a:gd name="connsiteY4" fmla="*/ 0 h 5826795"/>
              <a:gd name="connsiteX0" fmla="*/ 2486605 w 4940163"/>
              <a:gd name="connsiteY0" fmla="*/ 0 h 5826795"/>
              <a:gd name="connsiteX1" fmla="*/ 4940163 w 4940163"/>
              <a:gd name="connsiteY1" fmla="*/ 2192 h 5826795"/>
              <a:gd name="connsiteX2" fmla="*/ 2001457 w 4940163"/>
              <a:gd name="connsiteY2" fmla="*/ 5826795 h 5826795"/>
              <a:gd name="connsiteX3" fmla="*/ 0 w 4940163"/>
              <a:gd name="connsiteY3" fmla="*/ 5826795 h 5826795"/>
              <a:gd name="connsiteX4" fmla="*/ 2486605 w 4940163"/>
              <a:gd name="connsiteY4" fmla="*/ 0 h 5826795"/>
              <a:gd name="connsiteX0" fmla="*/ 2486605 w 4478393"/>
              <a:gd name="connsiteY0" fmla="*/ 10165 h 5836960"/>
              <a:gd name="connsiteX1" fmla="*/ 4478393 w 4478393"/>
              <a:gd name="connsiteY1" fmla="*/ 0 h 5836960"/>
              <a:gd name="connsiteX2" fmla="*/ 2001457 w 4478393"/>
              <a:gd name="connsiteY2" fmla="*/ 5836960 h 5836960"/>
              <a:gd name="connsiteX3" fmla="*/ 0 w 4478393"/>
              <a:gd name="connsiteY3" fmla="*/ 5836960 h 5836960"/>
              <a:gd name="connsiteX4" fmla="*/ 2486605 w 4478393"/>
              <a:gd name="connsiteY4" fmla="*/ 10165 h 5836960"/>
              <a:gd name="connsiteX0" fmla="*/ 2486605 w 4422421"/>
              <a:gd name="connsiteY0" fmla="*/ 10165 h 5836960"/>
              <a:gd name="connsiteX1" fmla="*/ 4422421 w 4422421"/>
              <a:gd name="connsiteY1" fmla="*/ 0 h 5836960"/>
              <a:gd name="connsiteX2" fmla="*/ 2001457 w 4422421"/>
              <a:gd name="connsiteY2" fmla="*/ 5836960 h 5836960"/>
              <a:gd name="connsiteX3" fmla="*/ 0 w 4422421"/>
              <a:gd name="connsiteY3" fmla="*/ 5836960 h 5836960"/>
              <a:gd name="connsiteX4" fmla="*/ 2486605 w 4422421"/>
              <a:gd name="connsiteY4" fmla="*/ 10165 h 5836960"/>
              <a:gd name="connsiteX0" fmla="*/ 2486605 w 4478393"/>
              <a:gd name="connsiteY0" fmla="*/ 0 h 5826795"/>
              <a:gd name="connsiteX1" fmla="*/ 4478393 w 4478393"/>
              <a:gd name="connsiteY1" fmla="*/ 14549 h 5826795"/>
              <a:gd name="connsiteX2" fmla="*/ 2001457 w 4478393"/>
              <a:gd name="connsiteY2" fmla="*/ 5826795 h 5826795"/>
              <a:gd name="connsiteX3" fmla="*/ 0 w 4478393"/>
              <a:gd name="connsiteY3" fmla="*/ 5826795 h 5826795"/>
              <a:gd name="connsiteX4" fmla="*/ 2486605 w 4478393"/>
              <a:gd name="connsiteY4" fmla="*/ 0 h 5826795"/>
              <a:gd name="connsiteX0" fmla="*/ 2486605 w 4522645"/>
              <a:gd name="connsiteY0" fmla="*/ 1082 h 5827877"/>
              <a:gd name="connsiteX1" fmla="*/ 4522645 w 4522645"/>
              <a:gd name="connsiteY1" fmla="*/ 0 h 5827877"/>
              <a:gd name="connsiteX2" fmla="*/ 2001457 w 4522645"/>
              <a:gd name="connsiteY2" fmla="*/ 5827877 h 5827877"/>
              <a:gd name="connsiteX3" fmla="*/ 0 w 4522645"/>
              <a:gd name="connsiteY3" fmla="*/ 5827877 h 5827877"/>
              <a:gd name="connsiteX4" fmla="*/ 2486605 w 4522645"/>
              <a:gd name="connsiteY4" fmla="*/ 1082 h 5827877"/>
              <a:gd name="connsiteX0" fmla="*/ 2486605 w 4491075"/>
              <a:gd name="connsiteY0" fmla="*/ 1082 h 5827877"/>
              <a:gd name="connsiteX1" fmla="*/ 4491075 w 4491075"/>
              <a:gd name="connsiteY1" fmla="*/ 0 h 5827877"/>
              <a:gd name="connsiteX2" fmla="*/ 2001457 w 4491075"/>
              <a:gd name="connsiteY2" fmla="*/ 5827877 h 5827877"/>
              <a:gd name="connsiteX3" fmla="*/ 0 w 4491075"/>
              <a:gd name="connsiteY3" fmla="*/ 5827877 h 5827877"/>
              <a:gd name="connsiteX4" fmla="*/ 2486605 w 4491075"/>
              <a:gd name="connsiteY4" fmla="*/ 1082 h 5827877"/>
              <a:gd name="connsiteX0" fmla="*/ 2616040 w 4620510"/>
              <a:gd name="connsiteY0" fmla="*/ 1082 h 5827877"/>
              <a:gd name="connsiteX1" fmla="*/ 4620510 w 4620510"/>
              <a:gd name="connsiteY1" fmla="*/ 0 h 5827877"/>
              <a:gd name="connsiteX2" fmla="*/ 2130892 w 4620510"/>
              <a:gd name="connsiteY2" fmla="*/ 5827877 h 5827877"/>
              <a:gd name="connsiteX3" fmla="*/ 0 w 4620510"/>
              <a:gd name="connsiteY3" fmla="*/ 5821527 h 5827877"/>
              <a:gd name="connsiteX4" fmla="*/ 2616040 w 4620510"/>
              <a:gd name="connsiteY4" fmla="*/ 1082 h 5827877"/>
              <a:gd name="connsiteX0" fmla="*/ 2616040 w 4620510"/>
              <a:gd name="connsiteY0" fmla="*/ 1082 h 5821527"/>
              <a:gd name="connsiteX1" fmla="*/ 4620510 w 4620510"/>
              <a:gd name="connsiteY1" fmla="*/ 0 h 5821527"/>
              <a:gd name="connsiteX2" fmla="*/ 1828876 w 4620510"/>
              <a:gd name="connsiteY2" fmla="*/ 5821527 h 5821527"/>
              <a:gd name="connsiteX3" fmla="*/ 0 w 4620510"/>
              <a:gd name="connsiteY3" fmla="*/ 5821527 h 5821527"/>
              <a:gd name="connsiteX4" fmla="*/ 2616040 w 4620510"/>
              <a:gd name="connsiteY4" fmla="*/ 1082 h 5821527"/>
              <a:gd name="connsiteX0" fmla="*/ 2616040 w 4620510"/>
              <a:gd name="connsiteY0" fmla="*/ 1082 h 5821527"/>
              <a:gd name="connsiteX1" fmla="*/ 4620510 w 4620510"/>
              <a:gd name="connsiteY1" fmla="*/ 0 h 5821527"/>
              <a:gd name="connsiteX2" fmla="*/ 1641914 w 4620510"/>
              <a:gd name="connsiteY2" fmla="*/ 5821527 h 5821527"/>
              <a:gd name="connsiteX3" fmla="*/ 0 w 4620510"/>
              <a:gd name="connsiteY3" fmla="*/ 5821527 h 5821527"/>
              <a:gd name="connsiteX4" fmla="*/ 2616040 w 4620510"/>
              <a:gd name="connsiteY4" fmla="*/ 1082 h 5821527"/>
              <a:gd name="connsiteX0" fmla="*/ 2616040 w 4620510"/>
              <a:gd name="connsiteY0" fmla="*/ 1082 h 5821527"/>
              <a:gd name="connsiteX1" fmla="*/ 4620510 w 4620510"/>
              <a:gd name="connsiteY1" fmla="*/ 0 h 5821527"/>
              <a:gd name="connsiteX2" fmla="*/ 1699441 w 4620510"/>
              <a:gd name="connsiteY2" fmla="*/ 5808827 h 5821527"/>
              <a:gd name="connsiteX3" fmla="*/ 0 w 4620510"/>
              <a:gd name="connsiteY3" fmla="*/ 5821527 h 5821527"/>
              <a:gd name="connsiteX4" fmla="*/ 2616040 w 4620510"/>
              <a:gd name="connsiteY4" fmla="*/ 1082 h 5821527"/>
              <a:gd name="connsiteX0" fmla="*/ 2616040 w 4620510"/>
              <a:gd name="connsiteY0" fmla="*/ 1082 h 5821527"/>
              <a:gd name="connsiteX1" fmla="*/ 4620510 w 4620510"/>
              <a:gd name="connsiteY1" fmla="*/ 0 h 5821527"/>
              <a:gd name="connsiteX2" fmla="*/ 1692250 w 4620510"/>
              <a:gd name="connsiteY2" fmla="*/ 5821527 h 5821527"/>
              <a:gd name="connsiteX3" fmla="*/ 0 w 4620510"/>
              <a:gd name="connsiteY3" fmla="*/ 5821527 h 5821527"/>
              <a:gd name="connsiteX4" fmla="*/ 2616040 w 4620510"/>
              <a:gd name="connsiteY4" fmla="*/ 1082 h 5821527"/>
              <a:gd name="connsiteX0" fmla="*/ 2780776 w 4620510"/>
              <a:gd name="connsiteY0" fmla="*/ 1082 h 5821527"/>
              <a:gd name="connsiteX1" fmla="*/ 4620510 w 4620510"/>
              <a:gd name="connsiteY1" fmla="*/ 0 h 5821527"/>
              <a:gd name="connsiteX2" fmla="*/ 1692250 w 4620510"/>
              <a:gd name="connsiteY2" fmla="*/ 5821527 h 5821527"/>
              <a:gd name="connsiteX3" fmla="*/ 0 w 4620510"/>
              <a:gd name="connsiteY3" fmla="*/ 5821527 h 5821527"/>
              <a:gd name="connsiteX4" fmla="*/ 2780776 w 4620510"/>
              <a:gd name="connsiteY4" fmla="*/ 1082 h 5821527"/>
              <a:gd name="connsiteX0" fmla="*/ 2780776 w 4526375"/>
              <a:gd name="connsiteY0" fmla="*/ 11473 h 5831918"/>
              <a:gd name="connsiteX1" fmla="*/ 4526375 w 4526375"/>
              <a:gd name="connsiteY1" fmla="*/ 0 h 5831918"/>
              <a:gd name="connsiteX2" fmla="*/ 1692250 w 4526375"/>
              <a:gd name="connsiteY2" fmla="*/ 5831918 h 5831918"/>
              <a:gd name="connsiteX3" fmla="*/ 0 w 4526375"/>
              <a:gd name="connsiteY3" fmla="*/ 5831918 h 5831918"/>
              <a:gd name="connsiteX4" fmla="*/ 2780776 w 4526375"/>
              <a:gd name="connsiteY4" fmla="*/ 11473 h 5831918"/>
              <a:gd name="connsiteX0" fmla="*/ 2780776 w 4526375"/>
              <a:gd name="connsiteY0" fmla="*/ 0 h 5820445"/>
              <a:gd name="connsiteX1" fmla="*/ 4526375 w 4526375"/>
              <a:gd name="connsiteY1" fmla="*/ 9309 h 5820445"/>
              <a:gd name="connsiteX2" fmla="*/ 1692250 w 4526375"/>
              <a:gd name="connsiteY2" fmla="*/ 5820445 h 5820445"/>
              <a:gd name="connsiteX3" fmla="*/ 0 w 4526375"/>
              <a:gd name="connsiteY3" fmla="*/ 5820445 h 5820445"/>
              <a:gd name="connsiteX4" fmla="*/ 2780776 w 4526375"/>
              <a:gd name="connsiteY4" fmla="*/ 0 h 5820445"/>
              <a:gd name="connsiteX0" fmla="*/ 2780776 w 4526375"/>
              <a:gd name="connsiteY0" fmla="*/ 6278 h 5811136"/>
              <a:gd name="connsiteX1" fmla="*/ 4526375 w 4526375"/>
              <a:gd name="connsiteY1" fmla="*/ 0 h 5811136"/>
              <a:gd name="connsiteX2" fmla="*/ 1692250 w 4526375"/>
              <a:gd name="connsiteY2" fmla="*/ 5811136 h 5811136"/>
              <a:gd name="connsiteX3" fmla="*/ 0 w 4526375"/>
              <a:gd name="connsiteY3" fmla="*/ 5811136 h 5811136"/>
              <a:gd name="connsiteX4" fmla="*/ 2780776 w 4526375"/>
              <a:gd name="connsiteY4" fmla="*/ 6278 h 5811136"/>
              <a:gd name="connsiteX0" fmla="*/ 2828323 w 4526375"/>
              <a:gd name="connsiteY0" fmla="*/ 0 h 5814189"/>
              <a:gd name="connsiteX1" fmla="*/ 4526375 w 4526375"/>
              <a:gd name="connsiteY1" fmla="*/ 3053 h 5814189"/>
              <a:gd name="connsiteX2" fmla="*/ 1692250 w 4526375"/>
              <a:gd name="connsiteY2" fmla="*/ 5814189 h 5814189"/>
              <a:gd name="connsiteX3" fmla="*/ 0 w 4526375"/>
              <a:gd name="connsiteY3" fmla="*/ 5814189 h 5814189"/>
              <a:gd name="connsiteX4" fmla="*/ 2828323 w 4526375"/>
              <a:gd name="connsiteY4" fmla="*/ 0 h 5814189"/>
              <a:gd name="connsiteX0" fmla="*/ 2828323 w 4526375"/>
              <a:gd name="connsiteY0" fmla="*/ 1048 h 5811136"/>
              <a:gd name="connsiteX1" fmla="*/ 4526375 w 4526375"/>
              <a:gd name="connsiteY1" fmla="*/ 0 h 5811136"/>
              <a:gd name="connsiteX2" fmla="*/ 1692250 w 4526375"/>
              <a:gd name="connsiteY2" fmla="*/ 5811136 h 5811136"/>
              <a:gd name="connsiteX3" fmla="*/ 0 w 4526375"/>
              <a:gd name="connsiteY3" fmla="*/ 5811136 h 5811136"/>
              <a:gd name="connsiteX4" fmla="*/ 2828323 w 4526375"/>
              <a:gd name="connsiteY4" fmla="*/ 1048 h 5811136"/>
              <a:gd name="connsiteX0" fmla="*/ 1712019 w 4526375"/>
              <a:gd name="connsiteY0" fmla="*/ 1048 h 5811136"/>
              <a:gd name="connsiteX1" fmla="*/ 4526375 w 4526375"/>
              <a:gd name="connsiteY1" fmla="*/ 0 h 5811136"/>
              <a:gd name="connsiteX2" fmla="*/ 1692250 w 4526375"/>
              <a:gd name="connsiteY2" fmla="*/ 5811136 h 5811136"/>
              <a:gd name="connsiteX3" fmla="*/ 0 w 4526375"/>
              <a:gd name="connsiteY3" fmla="*/ 5811136 h 5811136"/>
              <a:gd name="connsiteX4" fmla="*/ 1712019 w 4526375"/>
              <a:gd name="connsiteY4" fmla="*/ 1048 h 5811136"/>
              <a:gd name="connsiteX0" fmla="*/ 2828323 w 5642679"/>
              <a:gd name="connsiteY0" fmla="*/ 1048 h 5811136"/>
              <a:gd name="connsiteX1" fmla="*/ 5642679 w 5642679"/>
              <a:gd name="connsiteY1" fmla="*/ 0 h 5811136"/>
              <a:gd name="connsiteX2" fmla="*/ 2808554 w 5642679"/>
              <a:gd name="connsiteY2" fmla="*/ 5811136 h 5811136"/>
              <a:gd name="connsiteX3" fmla="*/ 0 w 5642679"/>
              <a:gd name="connsiteY3" fmla="*/ 5811136 h 5811136"/>
              <a:gd name="connsiteX4" fmla="*/ 2828323 w 5642679"/>
              <a:gd name="connsiteY4" fmla="*/ 1048 h 58111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642679" h="5811136">
                <a:moveTo>
                  <a:pt x="2828323" y="1048"/>
                </a:moveTo>
                <a:lnTo>
                  <a:pt x="5642679" y="0"/>
                </a:lnTo>
                <a:lnTo>
                  <a:pt x="2808554" y="5811136"/>
                </a:lnTo>
                <a:lnTo>
                  <a:pt x="0" y="5811136"/>
                </a:lnTo>
                <a:lnTo>
                  <a:pt x="2828323" y="1048"/>
                </a:lnTo>
                <a:close/>
              </a:path>
            </a:pathLst>
          </a:custGeom>
          <a:solidFill>
            <a:schemeClr val="accent6">
              <a:lumMod val="60000"/>
              <a:lumOff val="40000"/>
              <a:alpha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4">
            <a:extLst>
              <a:ext uri="{FF2B5EF4-FFF2-40B4-BE49-F238E27FC236}">
                <a16:creationId xmlns:a16="http://schemas.microsoft.com/office/drawing/2014/main" id="{59416CFA-B5BE-0522-26B3-81BA68044390}"/>
              </a:ext>
            </a:extLst>
          </p:cNvPr>
          <p:cNvSpPr/>
          <p:nvPr userDrawn="1"/>
        </p:nvSpPr>
        <p:spPr>
          <a:xfrm rot="10800000">
            <a:off x="415636" y="2190403"/>
            <a:ext cx="1191228" cy="1889127"/>
          </a:xfrm>
          <a:custGeom>
            <a:avLst/>
            <a:gdLst>
              <a:gd name="connsiteX0" fmla="*/ 0 w 2505206"/>
              <a:gd name="connsiteY0" fmla="*/ 0 h 5824603"/>
              <a:gd name="connsiteX1" fmla="*/ 2505206 w 2505206"/>
              <a:gd name="connsiteY1" fmla="*/ 0 h 5824603"/>
              <a:gd name="connsiteX2" fmla="*/ 2505206 w 2505206"/>
              <a:gd name="connsiteY2" fmla="*/ 5824603 h 5824603"/>
              <a:gd name="connsiteX3" fmla="*/ 0 w 2505206"/>
              <a:gd name="connsiteY3" fmla="*/ 5824603 h 5824603"/>
              <a:gd name="connsiteX4" fmla="*/ 0 w 2505206"/>
              <a:gd name="connsiteY4" fmla="*/ 0 h 5824603"/>
              <a:gd name="connsiteX0" fmla="*/ 0 w 3535109"/>
              <a:gd name="connsiteY0" fmla="*/ 0 h 5824603"/>
              <a:gd name="connsiteX1" fmla="*/ 3535109 w 3535109"/>
              <a:gd name="connsiteY1" fmla="*/ 0 h 5824603"/>
              <a:gd name="connsiteX2" fmla="*/ 2505206 w 3535109"/>
              <a:gd name="connsiteY2" fmla="*/ 5824603 h 5824603"/>
              <a:gd name="connsiteX3" fmla="*/ 0 w 3535109"/>
              <a:gd name="connsiteY3" fmla="*/ 5824603 h 5824603"/>
              <a:gd name="connsiteX4" fmla="*/ 0 w 3535109"/>
              <a:gd name="connsiteY4" fmla="*/ 0 h 5824603"/>
              <a:gd name="connsiteX0" fmla="*/ 1126156 w 3535109"/>
              <a:gd name="connsiteY0" fmla="*/ 0 h 5834229"/>
              <a:gd name="connsiteX1" fmla="*/ 3535109 w 3535109"/>
              <a:gd name="connsiteY1" fmla="*/ 9626 h 5834229"/>
              <a:gd name="connsiteX2" fmla="*/ 2505206 w 3535109"/>
              <a:gd name="connsiteY2" fmla="*/ 5834229 h 5834229"/>
              <a:gd name="connsiteX3" fmla="*/ 0 w 3535109"/>
              <a:gd name="connsiteY3" fmla="*/ 5834229 h 5834229"/>
              <a:gd name="connsiteX4" fmla="*/ 1126156 w 3535109"/>
              <a:gd name="connsiteY4" fmla="*/ 0 h 5834229"/>
              <a:gd name="connsiteX0" fmla="*/ 1103854 w 3535109"/>
              <a:gd name="connsiteY0" fmla="*/ 20110 h 5824603"/>
              <a:gd name="connsiteX1" fmla="*/ 3535109 w 3535109"/>
              <a:gd name="connsiteY1" fmla="*/ 0 h 5824603"/>
              <a:gd name="connsiteX2" fmla="*/ 2505206 w 3535109"/>
              <a:gd name="connsiteY2" fmla="*/ 5824603 h 5824603"/>
              <a:gd name="connsiteX3" fmla="*/ 0 w 3535109"/>
              <a:gd name="connsiteY3" fmla="*/ 5824603 h 5824603"/>
              <a:gd name="connsiteX4" fmla="*/ 1103854 w 3535109"/>
              <a:gd name="connsiteY4" fmla="*/ 20110 h 5824603"/>
              <a:gd name="connsiteX0" fmla="*/ 1111288 w 3535109"/>
              <a:gd name="connsiteY0" fmla="*/ 0 h 5826795"/>
              <a:gd name="connsiteX1" fmla="*/ 3535109 w 3535109"/>
              <a:gd name="connsiteY1" fmla="*/ 2192 h 5826795"/>
              <a:gd name="connsiteX2" fmla="*/ 2505206 w 3535109"/>
              <a:gd name="connsiteY2" fmla="*/ 5826795 h 5826795"/>
              <a:gd name="connsiteX3" fmla="*/ 0 w 3535109"/>
              <a:gd name="connsiteY3" fmla="*/ 5826795 h 5826795"/>
              <a:gd name="connsiteX4" fmla="*/ 1111288 w 3535109"/>
              <a:gd name="connsiteY4" fmla="*/ 0 h 5826795"/>
              <a:gd name="connsiteX0" fmla="*/ 1111288 w 4940163"/>
              <a:gd name="connsiteY0" fmla="*/ 0 h 5826795"/>
              <a:gd name="connsiteX1" fmla="*/ 4940163 w 4940163"/>
              <a:gd name="connsiteY1" fmla="*/ 2192 h 5826795"/>
              <a:gd name="connsiteX2" fmla="*/ 2505206 w 4940163"/>
              <a:gd name="connsiteY2" fmla="*/ 5826795 h 5826795"/>
              <a:gd name="connsiteX3" fmla="*/ 0 w 4940163"/>
              <a:gd name="connsiteY3" fmla="*/ 5826795 h 5826795"/>
              <a:gd name="connsiteX4" fmla="*/ 1111288 w 4940163"/>
              <a:gd name="connsiteY4" fmla="*/ 0 h 5826795"/>
              <a:gd name="connsiteX0" fmla="*/ 2486605 w 4940163"/>
              <a:gd name="connsiteY0" fmla="*/ 0 h 5826795"/>
              <a:gd name="connsiteX1" fmla="*/ 4940163 w 4940163"/>
              <a:gd name="connsiteY1" fmla="*/ 2192 h 5826795"/>
              <a:gd name="connsiteX2" fmla="*/ 2505206 w 4940163"/>
              <a:gd name="connsiteY2" fmla="*/ 5826795 h 5826795"/>
              <a:gd name="connsiteX3" fmla="*/ 0 w 4940163"/>
              <a:gd name="connsiteY3" fmla="*/ 5826795 h 5826795"/>
              <a:gd name="connsiteX4" fmla="*/ 2486605 w 4940163"/>
              <a:gd name="connsiteY4" fmla="*/ 0 h 5826795"/>
              <a:gd name="connsiteX0" fmla="*/ 2486605 w 4940163"/>
              <a:gd name="connsiteY0" fmla="*/ 0 h 5826795"/>
              <a:gd name="connsiteX1" fmla="*/ 4940163 w 4940163"/>
              <a:gd name="connsiteY1" fmla="*/ 2192 h 5826795"/>
              <a:gd name="connsiteX2" fmla="*/ 2001457 w 4940163"/>
              <a:gd name="connsiteY2" fmla="*/ 5826795 h 5826795"/>
              <a:gd name="connsiteX3" fmla="*/ 0 w 4940163"/>
              <a:gd name="connsiteY3" fmla="*/ 5826795 h 5826795"/>
              <a:gd name="connsiteX4" fmla="*/ 2486605 w 4940163"/>
              <a:gd name="connsiteY4" fmla="*/ 0 h 5826795"/>
              <a:gd name="connsiteX0" fmla="*/ 2486605 w 4478393"/>
              <a:gd name="connsiteY0" fmla="*/ 10165 h 5836960"/>
              <a:gd name="connsiteX1" fmla="*/ 4478393 w 4478393"/>
              <a:gd name="connsiteY1" fmla="*/ 0 h 5836960"/>
              <a:gd name="connsiteX2" fmla="*/ 2001457 w 4478393"/>
              <a:gd name="connsiteY2" fmla="*/ 5836960 h 5836960"/>
              <a:gd name="connsiteX3" fmla="*/ 0 w 4478393"/>
              <a:gd name="connsiteY3" fmla="*/ 5836960 h 5836960"/>
              <a:gd name="connsiteX4" fmla="*/ 2486605 w 4478393"/>
              <a:gd name="connsiteY4" fmla="*/ 10165 h 5836960"/>
              <a:gd name="connsiteX0" fmla="*/ 2486605 w 4422421"/>
              <a:gd name="connsiteY0" fmla="*/ 10165 h 5836960"/>
              <a:gd name="connsiteX1" fmla="*/ 4422421 w 4422421"/>
              <a:gd name="connsiteY1" fmla="*/ 0 h 5836960"/>
              <a:gd name="connsiteX2" fmla="*/ 2001457 w 4422421"/>
              <a:gd name="connsiteY2" fmla="*/ 5836960 h 5836960"/>
              <a:gd name="connsiteX3" fmla="*/ 0 w 4422421"/>
              <a:gd name="connsiteY3" fmla="*/ 5836960 h 5836960"/>
              <a:gd name="connsiteX4" fmla="*/ 2486605 w 4422421"/>
              <a:gd name="connsiteY4" fmla="*/ 10165 h 5836960"/>
              <a:gd name="connsiteX0" fmla="*/ 2486605 w 4478393"/>
              <a:gd name="connsiteY0" fmla="*/ 0 h 5826795"/>
              <a:gd name="connsiteX1" fmla="*/ 4478393 w 4478393"/>
              <a:gd name="connsiteY1" fmla="*/ 14549 h 5826795"/>
              <a:gd name="connsiteX2" fmla="*/ 2001457 w 4478393"/>
              <a:gd name="connsiteY2" fmla="*/ 5826795 h 5826795"/>
              <a:gd name="connsiteX3" fmla="*/ 0 w 4478393"/>
              <a:gd name="connsiteY3" fmla="*/ 5826795 h 5826795"/>
              <a:gd name="connsiteX4" fmla="*/ 2486605 w 4478393"/>
              <a:gd name="connsiteY4" fmla="*/ 0 h 5826795"/>
              <a:gd name="connsiteX0" fmla="*/ 2486605 w 4522645"/>
              <a:gd name="connsiteY0" fmla="*/ 1082 h 5827877"/>
              <a:gd name="connsiteX1" fmla="*/ 4522645 w 4522645"/>
              <a:gd name="connsiteY1" fmla="*/ 0 h 5827877"/>
              <a:gd name="connsiteX2" fmla="*/ 2001457 w 4522645"/>
              <a:gd name="connsiteY2" fmla="*/ 5827877 h 5827877"/>
              <a:gd name="connsiteX3" fmla="*/ 0 w 4522645"/>
              <a:gd name="connsiteY3" fmla="*/ 5827877 h 5827877"/>
              <a:gd name="connsiteX4" fmla="*/ 2486605 w 4522645"/>
              <a:gd name="connsiteY4" fmla="*/ 1082 h 5827877"/>
              <a:gd name="connsiteX0" fmla="*/ 2486605 w 4491075"/>
              <a:gd name="connsiteY0" fmla="*/ 1082 h 5827877"/>
              <a:gd name="connsiteX1" fmla="*/ 4491075 w 4491075"/>
              <a:gd name="connsiteY1" fmla="*/ 0 h 5827877"/>
              <a:gd name="connsiteX2" fmla="*/ 2001457 w 4491075"/>
              <a:gd name="connsiteY2" fmla="*/ 5827877 h 5827877"/>
              <a:gd name="connsiteX3" fmla="*/ 0 w 4491075"/>
              <a:gd name="connsiteY3" fmla="*/ 5827877 h 5827877"/>
              <a:gd name="connsiteX4" fmla="*/ 2486605 w 4491075"/>
              <a:gd name="connsiteY4" fmla="*/ 1082 h 5827877"/>
              <a:gd name="connsiteX0" fmla="*/ 2616040 w 4620510"/>
              <a:gd name="connsiteY0" fmla="*/ 1082 h 5827877"/>
              <a:gd name="connsiteX1" fmla="*/ 4620510 w 4620510"/>
              <a:gd name="connsiteY1" fmla="*/ 0 h 5827877"/>
              <a:gd name="connsiteX2" fmla="*/ 2130892 w 4620510"/>
              <a:gd name="connsiteY2" fmla="*/ 5827877 h 5827877"/>
              <a:gd name="connsiteX3" fmla="*/ 0 w 4620510"/>
              <a:gd name="connsiteY3" fmla="*/ 5821527 h 5827877"/>
              <a:gd name="connsiteX4" fmla="*/ 2616040 w 4620510"/>
              <a:gd name="connsiteY4" fmla="*/ 1082 h 5827877"/>
              <a:gd name="connsiteX0" fmla="*/ 2616040 w 4620510"/>
              <a:gd name="connsiteY0" fmla="*/ 1082 h 5821527"/>
              <a:gd name="connsiteX1" fmla="*/ 4620510 w 4620510"/>
              <a:gd name="connsiteY1" fmla="*/ 0 h 5821527"/>
              <a:gd name="connsiteX2" fmla="*/ 1828876 w 4620510"/>
              <a:gd name="connsiteY2" fmla="*/ 5821527 h 5821527"/>
              <a:gd name="connsiteX3" fmla="*/ 0 w 4620510"/>
              <a:gd name="connsiteY3" fmla="*/ 5821527 h 5821527"/>
              <a:gd name="connsiteX4" fmla="*/ 2616040 w 4620510"/>
              <a:gd name="connsiteY4" fmla="*/ 1082 h 5821527"/>
              <a:gd name="connsiteX0" fmla="*/ 2616040 w 4620510"/>
              <a:gd name="connsiteY0" fmla="*/ 1082 h 5821527"/>
              <a:gd name="connsiteX1" fmla="*/ 4620510 w 4620510"/>
              <a:gd name="connsiteY1" fmla="*/ 0 h 5821527"/>
              <a:gd name="connsiteX2" fmla="*/ 1641914 w 4620510"/>
              <a:gd name="connsiteY2" fmla="*/ 5821527 h 5821527"/>
              <a:gd name="connsiteX3" fmla="*/ 0 w 4620510"/>
              <a:gd name="connsiteY3" fmla="*/ 5821527 h 5821527"/>
              <a:gd name="connsiteX4" fmla="*/ 2616040 w 4620510"/>
              <a:gd name="connsiteY4" fmla="*/ 1082 h 5821527"/>
              <a:gd name="connsiteX0" fmla="*/ 2616040 w 4620510"/>
              <a:gd name="connsiteY0" fmla="*/ 1082 h 5821527"/>
              <a:gd name="connsiteX1" fmla="*/ 4620510 w 4620510"/>
              <a:gd name="connsiteY1" fmla="*/ 0 h 5821527"/>
              <a:gd name="connsiteX2" fmla="*/ 1699441 w 4620510"/>
              <a:gd name="connsiteY2" fmla="*/ 5808827 h 5821527"/>
              <a:gd name="connsiteX3" fmla="*/ 0 w 4620510"/>
              <a:gd name="connsiteY3" fmla="*/ 5821527 h 5821527"/>
              <a:gd name="connsiteX4" fmla="*/ 2616040 w 4620510"/>
              <a:gd name="connsiteY4" fmla="*/ 1082 h 5821527"/>
              <a:gd name="connsiteX0" fmla="*/ 2616040 w 4620510"/>
              <a:gd name="connsiteY0" fmla="*/ 1082 h 5821527"/>
              <a:gd name="connsiteX1" fmla="*/ 4620510 w 4620510"/>
              <a:gd name="connsiteY1" fmla="*/ 0 h 5821527"/>
              <a:gd name="connsiteX2" fmla="*/ 1692250 w 4620510"/>
              <a:gd name="connsiteY2" fmla="*/ 5821527 h 5821527"/>
              <a:gd name="connsiteX3" fmla="*/ 0 w 4620510"/>
              <a:gd name="connsiteY3" fmla="*/ 5821527 h 5821527"/>
              <a:gd name="connsiteX4" fmla="*/ 2616040 w 4620510"/>
              <a:gd name="connsiteY4" fmla="*/ 1082 h 5821527"/>
              <a:gd name="connsiteX0" fmla="*/ 2780776 w 4620510"/>
              <a:gd name="connsiteY0" fmla="*/ 1082 h 5821527"/>
              <a:gd name="connsiteX1" fmla="*/ 4620510 w 4620510"/>
              <a:gd name="connsiteY1" fmla="*/ 0 h 5821527"/>
              <a:gd name="connsiteX2" fmla="*/ 1692250 w 4620510"/>
              <a:gd name="connsiteY2" fmla="*/ 5821527 h 5821527"/>
              <a:gd name="connsiteX3" fmla="*/ 0 w 4620510"/>
              <a:gd name="connsiteY3" fmla="*/ 5821527 h 5821527"/>
              <a:gd name="connsiteX4" fmla="*/ 2780776 w 4620510"/>
              <a:gd name="connsiteY4" fmla="*/ 1082 h 5821527"/>
              <a:gd name="connsiteX0" fmla="*/ 2780776 w 4526375"/>
              <a:gd name="connsiteY0" fmla="*/ 11473 h 5831918"/>
              <a:gd name="connsiteX1" fmla="*/ 4526375 w 4526375"/>
              <a:gd name="connsiteY1" fmla="*/ 0 h 5831918"/>
              <a:gd name="connsiteX2" fmla="*/ 1692250 w 4526375"/>
              <a:gd name="connsiteY2" fmla="*/ 5831918 h 5831918"/>
              <a:gd name="connsiteX3" fmla="*/ 0 w 4526375"/>
              <a:gd name="connsiteY3" fmla="*/ 5831918 h 5831918"/>
              <a:gd name="connsiteX4" fmla="*/ 2780776 w 4526375"/>
              <a:gd name="connsiteY4" fmla="*/ 11473 h 5831918"/>
              <a:gd name="connsiteX0" fmla="*/ 2780776 w 4526375"/>
              <a:gd name="connsiteY0" fmla="*/ 0 h 5820445"/>
              <a:gd name="connsiteX1" fmla="*/ 4526375 w 4526375"/>
              <a:gd name="connsiteY1" fmla="*/ 9309 h 5820445"/>
              <a:gd name="connsiteX2" fmla="*/ 1692250 w 4526375"/>
              <a:gd name="connsiteY2" fmla="*/ 5820445 h 5820445"/>
              <a:gd name="connsiteX3" fmla="*/ 0 w 4526375"/>
              <a:gd name="connsiteY3" fmla="*/ 5820445 h 5820445"/>
              <a:gd name="connsiteX4" fmla="*/ 2780776 w 4526375"/>
              <a:gd name="connsiteY4" fmla="*/ 0 h 5820445"/>
              <a:gd name="connsiteX0" fmla="*/ 2780776 w 4526375"/>
              <a:gd name="connsiteY0" fmla="*/ 6278 h 5811136"/>
              <a:gd name="connsiteX1" fmla="*/ 4526375 w 4526375"/>
              <a:gd name="connsiteY1" fmla="*/ 0 h 5811136"/>
              <a:gd name="connsiteX2" fmla="*/ 1692250 w 4526375"/>
              <a:gd name="connsiteY2" fmla="*/ 5811136 h 5811136"/>
              <a:gd name="connsiteX3" fmla="*/ 0 w 4526375"/>
              <a:gd name="connsiteY3" fmla="*/ 5811136 h 5811136"/>
              <a:gd name="connsiteX4" fmla="*/ 2780776 w 4526375"/>
              <a:gd name="connsiteY4" fmla="*/ 6278 h 5811136"/>
              <a:gd name="connsiteX0" fmla="*/ 2828323 w 4526375"/>
              <a:gd name="connsiteY0" fmla="*/ 0 h 5814189"/>
              <a:gd name="connsiteX1" fmla="*/ 4526375 w 4526375"/>
              <a:gd name="connsiteY1" fmla="*/ 3053 h 5814189"/>
              <a:gd name="connsiteX2" fmla="*/ 1692250 w 4526375"/>
              <a:gd name="connsiteY2" fmla="*/ 5814189 h 5814189"/>
              <a:gd name="connsiteX3" fmla="*/ 0 w 4526375"/>
              <a:gd name="connsiteY3" fmla="*/ 5814189 h 5814189"/>
              <a:gd name="connsiteX4" fmla="*/ 2828323 w 4526375"/>
              <a:gd name="connsiteY4" fmla="*/ 0 h 5814189"/>
              <a:gd name="connsiteX0" fmla="*/ 2828323 w 4526375"/>
              <a:gd name="connsiteY0" fmla="*/ 1048 h 5811136"/>
              <a:gd name="connsiteX1" fmla="*/ 4526375 w 4526375"/>
              <a:gd name="connsiteY1" fmla="*/ 0 h 5811136"/>
              <a:gd name="connsiteX2" fmla="*/ 1692250 w 4526375"/>
              <a:gd name="connsiteY2" fmla="*/ 5811136 h 5811136"/>
              <a:gd name="connsiteX3" fmla="*/ 0 w 4526375"/>
              <a:gd name="connsiteY3" fmla="*/ 5811136 h 5811136"/>
              <a:gd name="connsiteX4" fmla="*/ 2828323 w 4526375"/>
              <a:gd name="connsiteY4" fmla="*/ 1048 h 5811136"/>
              <a:gd name="connsiteX0" fmla="*/ 2207366 w 4526375"/>
              <a:gd name="connsiteY0" fmla="*/ 10475 h 5811136"/>
              <a:gd name="connsiteX1" fmla="*/ 4526375 w 4526375"/>
              <a:gd name="connsiteY1" fmla="*/ 0 h 5811136"/>
              <a:gd name="connsiteX2" fmla="*/ 1692250 w 4526375"/>
              <a:gd name="connsiteY2" fmla="*/ 5811136 h 5811136"/>
              <a:gd name="connsiteX3" fmla="*/ 0 w 4526375"/>
              <a:gd name="connsiteY3" fmla="*/ 5811136 h 5811136"/>
              <a:gd name="connsiteX4" fmla="*/ 2207366 w 4526375"/>
              <a:gd name="connsiteY4" fmla="*/ 10475 h 5811136"/>
              <a:gd name="connsiteX0" fmla="*/ 2197638 w 4526375"/>
              <a:gd name="connsiteY0" fmla="*/ 4125 h 5811136"/>
              <a:gd name="connsiteX1" fmla="*/ 4526375 w 4526375"/>
              <a:gd name="connsiteY1" fmla="*/ 0 h 5811136"/>
              <a:gd name="connsiteX2" fmla="*/ 1692250 w 4526375"/>
              <a:gd name="connsiteY2" fmla="*/ 5811136 h 5811136"/>
              <a:gd name="connsiteX3" fmla="*/ 0 w 4526375"/>
              <a:gd name="connsiteY3" fmla="*/ 5811136 h 5811136"/>
              <a:gd name="connsiteX4" fmla="*/ 2197638 w 4526375"/>
              <a:gd name="connsiteY4" fmla="*/ 4125 h 5811136"/>
              <a:gd name="connsiteX0" fmla="*/ 2187911 w 4526375"/>
              <a:gd name="connsiteY0" fmla="*/ 0 h 5813361"/>
              <a:gd name="connsiteX1" fmla="*/ 4526375 w 4526375"/>
              <a:gd name="connsiteY1" fmla="*/ 2225 h 5813361"/>
              <a:gd name="connsiteX2" fmla="*/ 1692250 w 4526375"/>
              <a:gd name="connsiteY2" fmla="*/ 5813361 h 5813361"/>
              <a:gd name="connsiteX3" fmla="*/ 0 w 4526375"/>
              <a:gd name="connsiteY3" fmla="*/ 5813361 h 5813361"/>
              <a:gd name="connsiteX4" fmla="*/ 2187911 w 4526375"/>
              <a:gd name="connsiteY4" fmla="*/ 0 h 5813361"/>
              <a:gd name="connsiteX0" fmla="*/ 2158728 w 4526375"/>
              <a:gd name="connsiteY0" fmla="*/ 0 h 5813361"/>
              <a:gd name="connsiteX1" fmla="*/ 4526375 w 4526375"/>
              <a:gd name="connsiteY1" fmla="*/ 2225 h 5813361"/>
              <a:gd name="connsiteX2" fmla="*/ 1692250 w 4526375"/>
              <a:gd name="connsiteY2" fmla="*/ 5813361 h 5813361"/>
              <a:gd name="connsiteX3" fmla="*/ 0 w 4526375"/>
              <a:gd name="connsiteY3" fmla="*/ 5813361 h 5813361"/>
              <a:gd name="connsiteX4" fmla="*/ 2158728 w 4526375"/>
              <a:gd name="connsiteY4" fmla="*/ 0 h 5813361"/>
              <a:gd name="connsiteX0" fmla="*/ 2771564 w 5139211"/>
              <a:gd name="connsiteY0" fmla="*/ 0 h 5819711"/>
              <a:gd name="connsiteX1" fmla="*/ 5139211 w 5139211"/>
              <a:gd name="connsiteY1" fmla="*/ 2225 h 5819711"/>
              <a:gd name="connsiteX2" fmla="*/ 2305086 w 5139211"/>
              <a:gd name="connsiteY2" fmla="*/ 5813361 h 5819711"/>
              <a:gd name="connsiteX3" fmla="*/ 0 w 5139211"/>
              <a:gd name="connsiteY3" fmla="*/ 5819711 h 5819711"/>
              <a:gd name="connsiteX4" fmla="*/ 2771564 w 5139211"/>
              <a:gd name="connsiteY4" fmla="*/ 0 h 5819711"/>
              <a:gd name="connsiteX0" fmla="*/ 2771564 w 5139211"/>
              <a:gd name="connsiteY0" fmla="*/ 0 h 5815517"/>
              <a:gd name="connsiteX1" fmla="*/ 5139211 w 5139211"/>
              <a:gd name="connsiteY1" fmla="*/ 2225 h 5815517"/>
              <a:gd name="connsiteX2" fmla="*/ 2305086 w 5139211"/>
              <a:gd name="connsiteY2" fmla="*/ 5813361 h 5815517"/>
              <a:gd name="connsiteX3" fmla="*/ 0 w 5139211"/>
              <a:gd name="connsiteY3" fmla="*/ 5815517 h 5815517"/>
              <a:gd name="connsiteX4" fmla="*/ 2771564 w 5139211"/>
              <a:gd name="connsiteY4" fmla="*/ 0 h 5815517"/>
              <a:gd name="connsiteX0" fmla="*/ 2791575 w 5159222"/>
              <a:gd name="connsiteY0" fmla="*/ 0 h 5815517"/>
              <a:gd name="connsiteX1" fmla="*/ 5159222 w 5159222"/>
              <a:gd name="connsiteY1" fmla="*/ 2225 h 5815517"/>
              <a:gd name="connsiteX2" fmla="*/ 2325097 w 5159222"/>
              <a:gd name="connsiteY2" fmla="*/ 5813361 h 5815517"/>
              <a:gd name="connsiteX3" fmla="*/ 0 w 5159222"/>
              <a:gd name="connsiteY3" fmla="*/ 5815517 h 5815517"/>
              <a:gd name="connsiteX4" fmla="*/ 2791575 w 5159222"/>
              <a:gd name="connsiteY4" fmla="*/ 0 h 58155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159222" h="5815517">
                <a:moveTo>
                  <a:pt x="2791575" y="0"/>
                </a:moveTo>
                <a:lnTo>
                  <a:pt x="5159222" y="2225"/>
                </a:lnTo>
                <a:lnTo>
                  <a:pt x="2325097" y="5813361"/>
                </a:lnTo>
                <a:lnTo>
                  <a:pt x="0" y="5815517"/>
                </a:lnTo>
                <a:lnTo>
                  <a:pt x="2791575" y="0"/>
                </a:lnTo>
                <a:close/>
              </a:path>
            </a:pathLst>
          </a:cu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4E4EC5D7-53A3-88FF-32EB-85DF0FEFB138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698500" y="2190403"/>
            <a:ext cx="8474200" cy="2043114"/>
          </a:xfrm>
        </p:spPr>
        <p:txBody>
          <a:bodyPr anchor="t"/>
          <a:lstStyle>
            <a:lvl1pPr algn="l">
              <a:lnSpc>
                <a:spcPct val="100000"/>
              </a:lnSpc>
              <a:spcBef>
                <a:spcPts val="0"/>
              </a:spcBef>
              <a:defRPr sz="6000" b="0" i="0">
                <a:latin typeface="Söhne Halbfett" panose="020B0503030202060203" pitchFamily="34" charset="77"/>
                <a:cs typeface="Söhne Halbfett" panose="020B0503030202060203" pitchFamily="34" charset="77"/>
              </a:defRPr>
            </a:lvl1pPr>
          </a:lstStyle>
          <a:p>
            <a:r>
              <a:rPr lang="en-US" dirty="0"/>
              <a:t>Appendix</a:t>
            </a:r>
          </a:p>
        </p:txBody>
      </p:sp>
    </p:spTree>
    <p:extLst>
      <p:ext uri="{BB962C8B-B14F-4D97-AF65-F5344CB8AC3E}">
        <p14:creationId xmlns:p14="http://schemas.microsoft.com/office/powerpoint/2010/main" val="236962645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Rectangle 4">
            <a:extLst>
              <a:ext uri="{FF2B5EF4-FFF2-40B4-BE49-F238E27FC236}">
                <a16:creationId xmlns:a16="http://schemas.microsoft.com/office/drawing/2014/main" id="{15023EA1-4472-B0CB-D480-24D491514BE4}"/>
              </a:ext>
            </a:extLst>
          </p:cNvPr>
          <p:cNvSpPr/>
          <p:nvPr userDrawn="1"/>
        </p:nvSpPr>
        <p:spPr>
          <a:xfrm rot="10800000">
            <a:off x="6704529" y="-96124"/>
            <a:ext cx="4911394" cy="7106524"/>
          </a:xfrm>
          <a:custGeom>
            <a:avLst/>
            <a:gdLst>
              <a:gd name="connsiteX0" fmla="*/ 0 w 2505206"/>
              <a:gd name="connsiteY0" fmla="*/ 0 h 5824603"/>
              <a:gd name="connsiteX1" fmla="*/ 2505206 w 2505206"/>
              <a:gd name="connsiteY1" fmla="*/ 0 h 5824603"/>
              <a:gd name="connsiteX2" fmla="*/ 2505206 w 2505206"/>
              <a:gd name="connsiteY2" fmla="*/ 5824603 h 5824603"/>
              <a:gd name="connsiteX3" fmla="*/ 0 w 2505206"/>
              <a:gd name="connsiteY3" fmla="*/ 5824603 h 5824603"/>
              <a:gd name="connsiteX4" fmla="*/ 0 w 2505206"/>
              <a:gd name="connsiteY4" fmla="*/ 0 h 5824603"/>
              <a:gd name="connsiteX0" fmla="*/ 0 w 3535109"/>
              <a:gd name="connsiteY0" fmla="*/ 0 h 5824603"/>
              <a:gd name="connsiteX1" fmla="*/ 3535109 w 3535109"/>
              <a:gd name="connsiteY1" fmla="*/ 0 h 5824603"/>
              <a:gd name="connsiteX2" fmla="*/ 2505206 w 3535109"/>
              <a:gd name="connsiteY2" fmla="*/ 5824603 h 5824603"/>
              <a:gd name="connsiteX3" fmla="*/ 0 w 3535109"/>
              <a:gd name="connsiteY3" fmla="*/ 5824603 h 5824603"/>
              <a:gd name="connsiteX4" fmla="*/ 0 w 3535109"/>
              <a:gd name="connsiteY4" fmla="*/ 0 h 5824603"/>
              <a:gd name="connsiteX0" fmla="*/ 1126156 w 3535109"/>
              <a:gd name="connsiteY0" fmla="*/ 0 h 5834229"/>
              <a:gd name="connsiteX1" fmla="*/ 3535109 w 3535109"/>
              <a:gd name="connsiteY1" fmla="*/ 9626 h 5834229"/>
              <a:gd name="connsiteX2" fmla="*/ 2505206 w 3535109"/>
              <a:gd name="connsiteY2" fmla="*/ 5834229 h 5834229"/>
              <a:gd name="connsiteX3" fmla="*/ 0 w 3535109"/>
              <a:gd name="connsiteY3" fmla="*/ 5834229 h 5834229"/>
              <a:gd name="connsiteX4" fmla="*/ 1126156 w 3535109"/>
              <a:gd name="connsiteY4" fmla="*/ 0 h 5834229"/>
              <a:gd name="connsiteX0" fmla="*/ 1103854 w 3535109"/>
              <a:gd name="connsiteY0" fmla="*/ 20110 h 5824603"/>
              <a:gd name="connsiteX1" fmla="*/ 3535109 w 3535109"/>
              <a:gd name="connsiteY1" fmla="*/ 0 h 5824603"/>
              <a:gd name="connsiteX2" fmla="*/ 2505206 w 3535109"/>
              <a:gd name="connsiteY2" fmla="*/ 5824603 h 5824603"/>
              <a:gd name="connsiteX3" fmla="*/ 0 w 3535109"/>
              <a:gd name="connsiteY3" fmla="*/ 5824603 h 5824603"/>
              <a:gd name="connsiteX4" fmla="*/ 1103854 w 3535109"/>
              <a:gd name="connsiteY4" fmla="*/ 20110 h 5824603"/>
              <a:gd name="connsiteX0" fmla="*/ 1111288 w 3535109"/>
              <a:gd name="connsiteY0" fmla="*/ 0 h 5826795"/>
              <a:gd name="connsiteX1" fmla="*/ 3535109 w 3535109"/>
              <a:gd name="connsiteY1" fmla="*/ 2192 h 5826795"/>
              <a:gd name="connsiteX2" fmla="*/ 2505206 w 3535109"/>
              <a:gd name="connsiteY2" fmla="*/ 5826795 h 5826795"/>
              <a:gd name="connsiteX3" fmla="*/ 0 w 3535109"/>
              <a:gd name="connsiteY3" fmla="*/ 5826795 h 5826795"/>
              <a:gd name="connsiteX4" fmla="*/ 1111288 w 3535109"/>
              <a:gd name="connsiteY4" fmla="*/ 0 h 5826795"/>
              <a:gd name="connsiteX0" fmla="*/ 1111288 w 4940163"/>
              <a:gd name="connsiteY0" fmla="*/ 0 h 5826795"/>
              <a:gd name="connsiteX1" fmla="*/ 4940163 w 4940163"/>
              <a:gd name="connsiteY1" fmla="*/ 2192 h 5826795"/>
              <a:gd name="connsiteX2" fmla="*/ 2505206 w 4940163"/>
              <a:gd name="connsiteY2" fmla="*/ 5826795 h 5826795"/>
              <a:gd name="connsiteX3" fmla="*/ 0 w 4940163"/>
              <a:gd name="connsiteY3" fmla="*/ 5826795 h 5826795"/>
              <a:gd name="connsiteX4" fmla="*/ 1111288 w 4940163"/>
              <a:gd name="connsiteY4" fmla="*/ 0 h 5826795"/>
              <a:gd name="connsiteX0" fmla="*/ 2486605 w 4940163"/>
              <a:gd name="connsiteY0" fmla="*/ 0 h 5826795"/>
              <a:gd name="connsiteX1" fmla="*/ 4940163 w 4940163"/>
              <a:gd name="connsiteY1" fmla="*/ 2192 h 5826795"/>
              <a:gd name="connsiteX2" fmla="*/ 2505206 w 4940163"/>
              <a:gd name="connsiteY2" fmla="*/ 5826795 h 5826795"/>
              <a:gd name="connsiteX3" fmla="*/ 0 w 4940163"/>
              <a:gd name="connsiteY3" fmla="*/ 5826795 h 5826795"/>
              <a:gd name="connsiteX4" fmla="*/ 2486605 w 4940163"/>
              <a:gd name="connsiteY4" fmla="*/ 0 h 5826795"/>
              <a:gd name="connsiteX0" fmla="*/ 2486605 w 4940163"/>
              <a:gd name="connsiteY0" fmla="*/ 0 h 5826795"/>
              <a:gd name="connsiteX1" fmla="*/ 4940163 w 4940163"/>
              <a:gd name="connsiteY1" fmla="*/ 2192 h 5826795"/>
              <a:gd name="connsiteX2" fmla="*/ 2001457 w 4940163"/>
              <a:gd name="connsiteY2" fmla="*/ 5826795 h 5826795"/>
              <a:gd name="connsiteX3" fmla="*/ 0 w 4940163"/>
              <a:gd name="connsiteY3" fmla="*/ 5826795 h 5826795"/>
              <a:gd name="connsiteX4" fmla="*/ 2486605 w 4940163"/>
              <a:gd name="connsiteY4" fmla="*/ 0 h 5826795"/>
              <a:gd name="connsiteX0" fmla="*/ 2486605 w 4478393"/>
              <a:gd name="connsiteY0" fmla="*/ 10165 h 5836960"/>
              <a:gd name="connsiteX1" fmla="*/ 4478393 w 4478393"/>
              <a:gd name="connsiteY1" fmla="*/ 0 h 5836960"/>
              <a:gd name="connsiteX2" fmla="*/ 2001457 w 4478393"/>
              <a:gd name="connsiteY2" fmla="*/ 5836960 h 5836960"/>
              <a:gd name="connsiteX3" fmla="*/ 0 w 4478393"/>
              <a:gd name="connsiteY3" fmla="*/ 5836960 h 5836960"/>
              <a:gd name="connsiteX4" fmla="*/ 2486605 w 4478393"/>
              <a:gd name="connsiteY4" fmla="*/ 10165 h 5836960"/>
              <a:gd name="connsiteX0" fmla="*/ 2486605 w 4422421"/>
              <a:gd name="connsiteY0" fmla="*/ 10165 h 5836960"/>
              <a:gd name="connsiteX1" fmla="*/ 4422421 w 4422421"/>
              <a:gd name="connsiteY1" fmla="*/ 0 h 5836960"/>
              <a:gd name="connsiteX2" fmla="*/ 2001457 w 4422421"/>
              <a:gd name="connsiteY2" fmla="*/ 5836960 h 5836960"/>
              <a:gd name="connsiteX3" fmla="*/ 0 w 4422421"/>
              <a:gd name="connsiteY3" fmla="*/ 5836960 h 5836960"/>
              <a:gd name="connsiteX4" fmla="*/ 2486605 w 4422421"/>
              <a:gd name="connsiteY4" fmla="*/ 10165 h 5836960"/>
              <a:gd name="connsiteX0" fmla="*/ 2486605 w 4478393"/>
              <a:gd name="connsiteY0" fmla="*/ 0 h 5826795"/>
              <a:gd name="connsiteX1" fmla="*/ 4478393 w 4478393"/>
              <a:gd name="connsiteY1" fmla="*/ 14549 h 5826795"/>
              <a:gd name="connsiteX2" fmla="*/ 2001457 w 4478393"/>
              <a:gd name="connsiteY2" fmla="*/ 5826795 h 5826795"/>
              <a:gd name="connsiteX3" fmla="*/ 0 w 4478393"/>
              <a:gd name="connsiteY3" fmla="*/ 5826795 h 5826795"/>
              <a:gd name="connsiteX4" fmla="*/ 2486605 w 4478393"/>
              <a:gd name="connsiteY4" fmla="*/ 0 h 5826795"/>
              <a:gd name="connsiteX0" fmla="*/ 2486605 w 4522645"/>
              <a:gd name="connsiteY0" fmla="*/ 1082 h 5827877"/>
              <a:gd name="connsiteX1" fmla="*/ 4522645 w 4522645"/>
              <a:gd name="connsiteY1" fmla="*/ 0 h 5827877"/>
              <a:gd name="connsiteX2" fmla="*/ 2001457 w 4522645"/>
              <a:gd name="connsiteY2" fmla="*/ 5827877 h 5827877"/>
              <a:gd name="connsiteX3" fmla="*/ 0 w 4522645"/>
              <a:gd name="connsiteY3" fmla="*/ 5827877 h 5827877"/>
              <a:gd name="connsiteX4" fmla="*/ 2486605 w 4522645"/>
              <a:gd name="connsiteY4" fmla="*/ 1082 h 5827877"/>
              <a:gd name="connsiteX0" fmla="*/ 2486605 w 4491075"/>
              <a:gd name="connsiteY0" fmla="*/ 1082 h 5827877"/>
              <a:gd name="connsiteX1" fmla="*/ 4491075 w 4491075"/>
              <a:gd name="connsiteY1" fmla="*/ 0 h 5827877"/>
              <a:gd name="connsiteX2" fmla="*/ 2001457 w 4491075"/>
              <a:gd name="connsiteY2" fmla="*/ 5827877 h 5827877"/>
              <a:gd name="connsiteX3" fmla="*/ 0 w 4491075"/>
              <a:gd name="connsiteY3" fmla="*/ 5827877 h 5827877"/>
              <a:gd name="connsiteX4" fmla="*/ 2486605 w 4491075"/>
              <a:gd name="connsiteY4" fmla="*/ 1082 h 5827877"/>
              <a:gd name="connsiteX0" fmla="*/ 2616040 w 4620510"/>
              <a:gd name="connsiteY0" fmla="*/ 1082 h 5827877"/>
              <a:gd name="connsiteX1" fmla="*/ 4620510 w 4620510"/>
              <a:gd name="connsiteY1" fmla="*/ 0 h 5827877"/>
              <a:gd name="connsiteX2" fmla="*/ 2130892 w 4620510"/>
              <a:gd name="connsiteY2" fmla="*/ 5827877 h 5827877"/>
              <a:gd name="connsiteX3" fmla="*/ 0 w 4620510"/>
              <a:gd name="connsiteY3" fmla="*/ 5821527 h 5827877"/>
              <a:gd name="connsiteX4" fmla="*/ 2616040 w 4620510"/>
              <a:gd name="connsiteY4" fmla="*/ 1082 h 5827877"/>
              <a:gd name="connsiteX0" fmla="*/ 2616040 w 4620510"/>
              <a:gd name="connsiteY0" fmla="*/ 1082 h 5821527"/>
              <a:gd name="connsiteX1" fmla="*/ 4620510 w 4620510"/>
              <a:gd name="connsiteY1" fmla="*/ 0 h 5821527"/>
              <a:gd name="connsiteX2" fmla="*/ 1828876 w 4620510"/>
              <a:gd name="connsiteY2" fmla="*/ 5821527 h 5821527"/>
              <a:gd name="connsiteX3" fmla="*/ 0 w 4620510"/>
              <a:gd name="connsiteY3" fmla="*/ 5821527 h 5821527"/>
              <a:gd name="connsiteX4" fmla="*/ 2616040 w 4620510"/>
              <a:gd name="connsiteY4" fmla="*/ 1082 h 5821527"/>
              <a:gd name="connsiteX0" fmla="*/ 2616040 w 4620510"/>
              <a:gd name="connsiteY0" fmla="*/ 1082 h 5821527"/>
              <a:gd name="connsiteX1" fmla="*/ 4620510 w 4620510"/>
              <a:gd name="connsiteY1" fmla="*/ 0 h 5821527"/>
              <a:gd name="connsiteX2" fmla="*/ 1641914 w 4620510"/>
              <a:gd name="connsiteY2" fmla="*/ 5821527 h 5821527"/>
              <a:gd name="connsiteX3" fmla="*/ 0 w 4620510"/>
              <a:gd name="connsiteY3" fmla="*/ 5821527 h 5821527"/>
              <a:gd name="connsiteX4" fmla="*/ 2616040 w 4620510"/>
              <a:gd name="connsiteY4" fmla="*/ 1082 h 5821527"/>
              <a:gd name="connsiteX0" fmla="*/ 2616040 w 4620510"/>
              <a:gd name="connsiteY0" fmla="*/ 1082 h 5821527"/>
              <a:gd name="connsiteX1" fmla="*/ 4620510 w 4620510"/>
              <a:gd name="connsiteY1" fmla="*/ 0 h 5821527"/>
              <a:gd name="connsiteX2" fmla="*/ 1699441 w 4620510"/>
              <a:gd name="connsiteY2" fmla="*/ 5808827 h 5821527"/>
              <a:gd name="connsiteX3" fmla="*/ 0 w 4620510"/>
              <a:gd name="connsiteY3" fmla="*/ 5821527 h 5821527"/>
              <a:gd name="connsiteX4" fmla="*/ 2616040 w 4620510"/>
              <a:gd name="connsiteY4" fmla="*/ 1082 h 5821527"/>
              <a:gd name="connsiteX0" fmla="*/ 2616040 w 4620510"/>
              <a:gd name="connsiteY0" fmla="*/ 1082 h 5821527"/>
              <a:gd name="connsiteX1" fmla="*/ 4620510 w 4620510"/>
              <a:gd name="connsiteY1" fmla="*/ 0 h 5821527"/>
              <a:gd name="connsiteX2" fmla="*/ 1692250 w 4620510"/>
              <a:gd name="connsiteY2" fmla="*/ 5821527 h 5821527"/>
              <a:gd name="connsiteX3" fmla="*/ 0 w 4620510"/>
              <a:gd name="connsiteY3" fmla="*/ 5821527 h 5821527"/>
              <a:gd name="connsiteX4" fmla="*/ 2616040 w 4620510"/>
              <a:gd name="connsiteY4" fmla="*/ 1082 h 5821527"/>
              <a:gd name="connsiteX0" fmla="*/ 2780776 w 4620510"/>
              <a:gd name="connsiteY0" fmla="*/ 1082 h 5821527"/>
              <a:gd name="connsiteX1" fmla="*/ 4620510 w 4620510"/>
              <a:gd name="connsiteY1" fmla="*/ 0 h 5821527"/>
              <a:gd name="connsiteX2" fmla="*/ 1692250 w 4620510"/>
              <a:gd name="connsiteY2" fmla="*/ 5821527 h 5821527"/>
              <a:gd name="connsiteX3" fmla="*/ 0 w 4620510"/>
              <a:gd name="connsiteY3" fmla="*/ 5821527 h 5821527"/>
              <a:gd name="connsiteX4" fmla="*/ 2780776 w 4620510"/>
              <a:gd name="connsiteY4" fmla="*/ 1082 h 5821527"/>
              <a:gd name="connsiteX0" fmla="*/ 2780776 w 4526375"/>
              <a:gd name="connsiteY0" fmla="*/ 11473 h 5831918"/>
              <a:gd name="connsiteX1" fmla="*/ 4526375 w 4526375"/>
              <a:gd name="connsiteY1" fmla="*/ 0 h 5831918"/>
              <a:gd name="connsiteX2" fmla="*/ 1692250 w 4526375"/>
              <a:gd name="connsiteY2" fmla="*/ 5831918 h 5831918"/>
              <a:gd name="connsiteX3" fmla="*/ 0 w 4526375"/>
              <a:gd name="connsiteY3" fmla="*/ 5831918 h 5831918"/>
              <a:gd name="connsiteX4" fmla="*/ 2780776 w 4526375"/>
              <a:gd name="connsiteY4" fmla="*/ 11473 h 5831918"/>
              <a:gd name="connsiteX0" fmla="*/ 2780776 w 4526375"/>
              <a:gd name="connsiteY0" fmla="*/ 0 h 5820445"/>
              <a:gd name="connsiteX1" fmla="*/ 4526375 w 4526375"/>
              <a:gd name="connsiteY1" fmla="*/ 9309 h 5820445"/>
              <a:gd name="connsiteX2" fmla="*/ 1692250 w 4526375"/>
              <a:gd name="connsiteY2" fmla="*/ 5820445 h 5820445"/>
              <a:gd name="connsiteX3" fmla="*/ 0 w 4526375"/>
              <a:gd name="connsiteY3" fmla="*/ 5820445 h 5820445"/>
              <a:gd name="connsiteX4" fmla="*/ 2780776 w 4526375"/>
              <a:gd name="connsiteY4" fmla="*/ 0 h 5820445"/>
              <a:gd name="connsiteX0" fmla="*/ 2780776 w 4526375"/>
              <a:gd name="connsiteY0" fmla="*/ 6278 h 5811136"/>
              <a:gd name="connsiteX1" fmla="*/ 4526375 w 4526375"/>
              <a:gd name="connsiteY1" fmla="*/ 0 h 5811136"/>
              <a:gd name="connsiteX2" fmla="*/ 1692250 w 4526375"/>
              <a:gd name="connsiteY2" fmla="*/ 5811136 h 5811136"/>
              <a:gd name="connsiteX3" fmla="*/ 0 w 4526375"/>
              <a:gd name="connsiteY3" fmla="*/ 5811136 h 5811136"/>
              <a:gd name="connsiteX4" fmla="*/ 2780776 w 4526375"/>
              <a:gd name="connsiteY4" fmla="*/ 6278 h 5811136"/>
              <a:gd name="connsiteX0" fmla="*/ 2828323 w 4526375"/>
              <a:gd name="connsiteY0" fmla="*/ 0 h 5814189"/>
              <a:gd name="connsiteX1" fmla="*/ 4526375 w 4526375"/>
              <a:gd name="connsiteY1" fmla="*/ 3053 h 5814189"/>
              <a:gd name="connsiteX2" fmla="*/ 1692250 w 4526375"/>
              <a:gd name="connsiteY2" fmla="*/ 5814189 h 5814189"/>
              <a:gd name="connsiteX3" fmla="*/ 0 w 4526375"/>
              <a:gd name="connsiteY3" fmla="*/ 5814189 h 5814189"/>
              <a:gd name="connsiteX4" fmla="*/ 2828323 w 4526375"/>
              <a:gd name="connsiteY4" fmla="*/ 0 h 5814189"/>
              <a:gd name="connsiteX0" fmla="*/ 2828323 w 4526375"/>
              <a:gd name="connsiteY0" fmla="*/ 1048 h 5811136"/>
              <a:gd name="connsiteX1" fmla="*/ 4526375 w 4526375"/>
              <a:gd name="connsiteY1" fmla="*/ 0 h 5811136"/>
              <a:gd name="connsiteX2" fmla="*/ 1692250 w 4526375"/>
              <a:gd name="connsiteY2" fmla="*/ 5811136 h 5811136"/>
              <a:gd name="connsiteX3" fmla="*/ 0 w 4526375"/>
              <a:gd name="connsiteY3" fmla="*/ 5811136 h 5811136"/>
              <a:gd name="connsiteX4" fmla="*/ 2828323 w 4526375"/>
              <a:gd name="connsiteY4" fmla="*/ 1048 h 5811136"/>
              <a:gd name="connsiteX0" fmla="*/ 1712019 w 4526375"/>
              <a:gd name="connsiteY0" fmla="*/ 1048 h 5811136"/>
              <a:gd name="connsiteX1" fmla="*/ 4526375 w 4526375"/>
              <a:gd name="connsiteY1" fmla="*/ 0 h 5811136"/>
              <a:gd name="connsiteX2" fmla="*/ 1692250 w 4526375"/>
              <a:gd name="connsiteY2" fmla="*/ 5811136 h 5811136"/>
              <a:gd name="connsiteX3" fmla="*/ 0 w 4526375"/>
              <a:gd name="connsiteY3" fmla="*/ 5811136 h 5811136"/>
              <a:gd name="connsiteX4" fmla="*/ 1712019 w 4526375"/>
              <a:gd name="connsiteY4" fmla="*/ 1048 h 5811136"/>
              <a:gd name="connsiteX0" fmla="*/ 2828323 w 5642679"/>
              <a:gd name="connsiteY0" fmla="*/ 1048 h 5811136"/>
              <a:gd name="connsiteX1" fmla="*/ 5642679 w 5642679"/>
              <a:gd name="connsiteY1" fmla="*/ 0 h 5811136"/>
              <a:gd name="connsiteX2" fmla="*/ 2808554 w 5642679"/>
              <a:gd name="connsiteY2" fmla="*/ 5811136 h 5811136"/>
              <a:gd name="connsiteX3" fmla="*/ 0 w 5642679"/>
              <a:gd name="connsiteY3" fmla="*/ 5811136 h 5811136"/>
              <a:gd name="connsiteX4" fmla="*/ 2828323 w 5642679"/>
              <a:gd name="connsiteY4" fmla="*/ 1048 h 58111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642679" h="5811136">
                <a:moveTo>
                  <a:pt x="2828323" y="1048"/>
                </a:moveTo>
                <a:lnTo>
                  <a:pt x="5642679" y="0"/>
                </a:lnTo>
                <a:lnTo>
                  <a:pt x="2808554" y="5811136"/>
                </a:lnTo>
                <a:lnTo>
                  <a:pt x="0" y="5811136"/>
                </a:lnTo>
                <a:lnTo>
                  <a:pt x="2828323" y="1048"/>
                </a:lnTo>
                <a:close/>
              </a:path>
            </a:pathLst>
          </a:custGeom>
          <a:solidFill>
            <a:srgbClr val="02A988">
              <a:alpha val="75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E25674-EFEC-ACF2-AFCB-5DD8AA0667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116756" y="6356350"/>
            <a:ext cx="3489542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ECF6E4-E279-32C0-CD5F-B94A164AD3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382188" y="6362700"/>
            <a:ext cx="630763" cy="365125"/>
          </a:xfrm>
        </p:spPr>
        <p:txBody>
          <a:bodyPr/>
          <a:lstStyle>
            <a:lvl1pPr algn="l">
              <a:defRPr/>
            </a:lvl1pPr>
          </a:lstStyle>
          <a:p>
            <a:fld id="{7C8598A7-94B2-594C-8A98-02B4613DD734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10" name="Graphic 9">
            <a:extLst>
              <a:ext uri="{FF2B5EF4-FFF2-40B4-BE49-F238E27FC236}">
                <a16:creationId xmlns:a16="http://schemas.microsoft.com/office/drawing/2014/main" id="{FC628655-C9D2-22C7-DA49-4A374607DE00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76076" y="903863"/>
            <a:ext cx="3132871" cy="1086445"/>
          </a:xfrm>
          <a:prstGeom prst="rect">
            <a:avLst/>
          </a:prstGeom>
        </p:spPr>
      </p:pic>
      <p:pic>
        <p:nvPicPr>
          <p:cNvPr id="51" name="Graphic 50">
            <a:extLst>
              <a:ext uri="{FF2B5EF4-FFF2-40B4-BE49-F238E27FC236}">
                <a16:creationId xmlns:a16="http://schemas.microsoft.com/office/drawing/2014/main" id="{68439D46-114B-1618-80BE-7A48302C7637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70624" y="529779"/>
            <a:ext cx="2133269" cy="250630"/>
          </a:xfrm>
          <a:prstGeom prst="rect">
            <a:avLst/>
          </a:prstGeom>
        </p:spPr>
      </p:pic>
      <p:pic>
        <p:nvPicPr>
          <p:cNvPr id="54" name="Graphic 53">
            <a:extLst>
              <a:ext uri="{FF2B5EF4-FFF2-40B4-BE49-F238E27FC236}">
                <a16:creationId xmlns:a16="http://schemas.microsoft.com/office/drawing/2014/main" id="{A4FA8EBB-EACB-3866-C10B-045D01AADA24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093023" y="5922334"/>
            <a:ext cx="1747558" cy="646357"/>
          </a:xfrm>
          <a:prstGeom prst="rect">
            <a:avLst/>
          </a:prstGeom>
        </p:spPr>
      </p:pic>
      <p:sp>
        <p:nvSpPr>
          <p:cNvPr id="7" name="Title 1">
            <a:extLst>
              <a:ext uri="{FF2B5EF4-FFF2-40B4-BE49-F238E27FC236}">
                <a16:creationId xmlns:a16="http://schemas.microsoft.com/office/drawing/2014/main" id="{DE41B1BA-FBB4-F2D8-7A06-89227647515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698500" y="2648680"/>
            <a:ext cx="8474200" cy="2080640"/>
          </a:xfrm>
        </p:spPr>
        <p:txBody>
          <a:bodyPr anchor="t"/>
          <a:lstStyle>
            <a:lvl1pPr algn="l">
              <a:lnSpc>
                <a:spcPct val="80000"/>
              </a:lnSpc>
              <a:defRPr sz="6000" b="1" i="0">
                <a:latin typeface="Söhne Halbfett" panose="020B0503030202060203" pitchFamily="34" charset="77"/>
                <a:cs typeface="Söhne Halbfett" panose="020B0503030202060203" pitchFamily="34" charset="77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2" name="Subtitle 2">
            <a:extLst>
              <a:ext uri="{FF2B5EF4-FFF2-40B4-BE49-F238E27FC236}">
                <a16:creationId xmlns:a16="http://schemas.microsoft.com/office/drawing/2014/main" id="{0091C84B-7E52-5AB9-78AE-48E82B515E8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698500" y="4970255"/>
            <a:ext cx="8017000" cy="952916"/>
          </a:xfrm>
          <a:prstGeom prst="rect">
            <a:avLst/>
          </a:prstGeom>
        </p:spPr>
        <p:txBody>
          <a:bodyPr/>
          <a:lstStyle>
            <a:lvl1pPr marL="0" indent="0" algn="l">
              <a:spcBef>
                <a:spcPts val="0"/>
              </a:spcBef>
              <a:buNone/>
              <a:defRPr sz="3200" b="0" i="0">
                <a:latin typeface="Söhne Halbfett" panose="020B0303030202060203" pitchFamily="34" charset="77"/>
                <a:cs typeface="Söhne Halbfett" panose="020B0303030202060203" pitchFamily="34" charset="77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13" name="Rectangle 4">
            <a:extLst>
              <a:ext uri="{FF2B5EF4-FFF2-40B4-BE49-F238E27FC236}">
                <a16:creationId xmlns:a16="http://schemas.microsoft.com/office/drawing/2014/main" id="{E298F7BC-9A76-3C1D-B89B-F5C1CCFC34F0}"/>
              </a:ext>
            </a:extLst>
          </p:cNvPr>
          <p:cNvSpPr/>
          <p:nvPr userDrawn="1"/>
        </p:nvSpPr>
        <p:spPr>
          <a:xfrm rot="10800000">
            <a:off x="415636" y="2647948"/>
            <a:ext cx="1191228" cy="1889127"/>
          </a:xfrm>
          <a:custGeom>
            <a:avLst/>
            <a:gdLst>
              <a:gd name="connsiteX0" fmla="*/ 0 w 2505206"/>
              <a:gd name="connsiteY0" fmla="*/ 0 h 5824603"/>
              <a:gd name="connsiteX1" fmla="*/ 2505206 w 2505206"/>
              <a:gd name="connsiteY1" fmla="*/ 0 h 5824603"/>
              <a:gd name="connsiteX2" fmla="*/ 2505206 w 2505206"/>
              <a:gd name="connsiteY2" fmla="*/ 5824603 h 5824603"/>
              <a:gd name="connsiteX3" fmla="*/ 0 w 2505206"/>
              <a:gd name="connsiteY3" fmla="*/ 5824603 h 5824603"/>
              <a:gd name="connsiteX4" fmla="*/ 0 w 2505206"/>
              <a:gd name="connsiteY4" fmla="*/ 0 h 5824603"/>
              <a:gd name="connsiteX0" fmla="*/ 0 w 3535109"/>
              <a:gd name="connsiteY0" fmla="*/ 0 h 5824603"/>
              <a:gd name="connsiteX1" fmla="*/ 3535109 w 3535109"/>
              <a:gd name="connsiteY1" fmla="*/ 0 h 5824603"/>
              <a:gd name="connsiteX2" fmla="*/ 2505206 w 3535109"/>
              <a:gd name="connsiteY2" fmla="*/ 5824603 h 5824603"/>
              <a:gd name="connsiteX3" fmla="*/ 0 w 3535109"/>
              <a:gd name="connsiteY3" fmla="*/ 5824603 h 5824603"/>
              <a:gd name="connsiteX4" fmla="*/ 0 w 3535109"/>
              <a:gd name="connsiteY4" fmla="*/ 0 h 5824603"/>
              <a:gd name="connsiteX0" fmla="*/ 1126156 w 3535109"/>
              <a:gd name="connsiteY0" fmla="*/ 0 h 5834229"/>
              <a:gd name="connsiteX1" fmla="*/ 3535109 w 3535109"/>
              <a:gd name="connsiteY1" fmla="*/ 9626 h 5834229"/>
              <a:gd name="connsiteX2" fmla="*/ 2505206 w 3535109"/>
              <a:gd name="connsiteY2" fmla="*/ 5834229 h 5834229"/>
              <a:gd name="connsiteX3" fmla="*/ 0 w 3535109"/>
              <a:gd name="connsiteY3" fmla="*/ 5834229 h 5834229"/>
              <a:gd name="connsiteX4" fmla="*/ 1126156 w 3535109"/>
              <a:gd name="connsiteY4" fmla="*/ 0 h 5834229"/>
              <a:gd name="connsiteX0" fmla="*/ 1103854 w 3535109"/>
              <a:gd name="connsiteY0" fmla="*/ 20110 h 5824603"/>
              <a:gd name="connsiteX1" fmla="*/ 3535109 w 3535109"/>
              <a:gd name="connsiteY1" fmla="*/ 0 h 5824603"/>
              <a:gd name="connsiteX2" fmla="*/ 2505206 w 3535109"/>
              <a:gd name="connsiteY2" fmla="*/ 5824603 h 5824603"/>
              <a:gd name="connsiteX3" fmla="*/ 0 w 3535109"/>
              <a:gd name="connsiteY3" fmla="*/ 5824603 h 5824603"/>
              <a:gd name="connsiteX4" fmla="*/ 1103854 w 3535109"/>
              <a:gd name="connsiteY4" fmla="*/ 20110 h 5824603"/>
              <a:gd name="connsiteX0" fmla="*/ 1111288 w 3535109"/>
              <a:gd name="connsiteY0" fmla="*/ 0 h 5826795"/>
              <a:gd name="connsiteX1" fmla="*/ 3535109 w 3535109"/>
              <a:gd name="connsiteY1" fmla="*/ 2192 h 5826795"/>
              <a:gd name="connsiteX2" fmla="*/ 2505206 w 3535109"/>
              <a:gd name="connsiteY2" fmla="*/ 5826795 h 5826795"/>
              <a:gd name="connsiteX3" fmla="*/ 0 w 3535109"/>
              <a:gd name="connsiteY3" fmla="*/ 5826795 h 5826795"/>
              <a:gd name="connsiteX4" fmla="*/ 1111288 w 3535109"/>
              <a:gd name="connsiteY4" fmla="*/ 0 h 5826795"/>
              <a:gd name="connsiteX0" fmla="*/ 1111288 w 4940163"/>
              <a:gd name="connsiteY0" fmla="*/ 0 h 5826795"/>
              <a:gd name="connsiteX1" fmla="*/ 4940163 w 4940163"/>
              <a:gd name="connsiteY1" fmla="*/ 2192 h 5826795"/>
              <a:gd name="connsiteX2" fmla="*/ 2505206 w 4940163"/>
              <a:gd name="connsiteY2" fmla="*/ 5826795 h 5826795"/>
              <a:gd name="connsiteX3" fmla="*/ 0 w 4940163"/>
              <a:gd name="connsiteY3" fmla="*/ 5826795 h 5826795"/>
              <a:gd name="connsiteX4" fmla="*/ 1111288 w 4940163"/>
              <a:gd name="connsiteY4" fmla="*/ 0 h 5826795"/>
              <a:gd name="connsiteX0" fmla="*/ 2486605 w 4940163"/>
              <a:gd name="connsiteY0" fmla="*/ 0 h 5826795"/>
              <a:gd name="connsiteX1" fmla="*/ 4940163 w 4940163"/>
              <a:gd name="connsiteY1" fmla="*/ 2192 h 5826795"/>
              <a:gd name="connsiteX2" fmla="*/ 2505206 w 4940163"/>
              <a:gd name="connsiteY2" fmla="*/ 5826795 h 5826795"/>
              <a:gd name="connsiteX3" fmla="*/ 0 w 4940163"/>
              <a:gd name="connsiteY3" fmla="*/ 5826795 h 5826795"/>
              <a:gd name="connsiteX4" fmla="*/ 2486605 w 4940163"/>
              <a:gd name="connsiteY4" fmla="*/ 0 h 5826795"/>
              <a:gd name="connsiteX0" fmla="*/ 2486605 w 4940163"/>
              <a:gd name="connsiteY0" fmla="*/ 0 h 5826795"/>
              <a:gd name="connsiteX1" fmla="*/ 4940163 w 4940163"/>
              <a:gd name="connsiteY1" fmla="*/ 2192 h 5826795"/>
              <a:gd name="connsiteX2" fmla="*/ 2001457 w 4940163"/>
              <a:gd name="connsiteY2" fmla="*/ 5826795 h 5826795"/>
              <a:gd name="connsiteX3" fmla="*/ 0 w 4940163"/>
              <a:gd name="connsiteY3" fmla="*/ 5826795 h 5826795"/>
              <a:gd name="connsiteX4" fmla="*/ 2486605 w 4940163"/>
              <a:gd name="connsiteY4" fmla="*/ 0 h 5826795"/>
              <a:gd name="connsiteX0" fmla="*/ 2486605 w 4478393"/>
              <a:gd name="connsiteY0" fmla="*/ 10165 h 5836960"/>
              <a:gd name="connsiteX1" fmla="*/ 4478393 w 4478393"/>
              <a:gd name="connsiteY1" fmla="*/ 0 h 5836960"/>
              <a:gd name="connsiteX2" fmla="*/ 2001457 w 4478393"/>
              <a:gd name="connsiteY2" fmla="*/ 5836960 h 5836960"/>
              <a:gd name="connsiteX3" fmla="*/ 0 w 4478393"/>
              <a:gd name="connsiteY3" fmla="*/ 5836960 h 5836960"/>
              <a:gd name="connsiteX4" fmla="*/ 2486605 w 4478393"/>
              <a:gd name="connsiteY4" fmla="*/ 10165 h 5836960"/>
              <a:gd name="connsiteX0" fmla="*/ 2486605 w 4422421"/>
              <a:gd name="connsiteY0" fmla="*/ 10165 h 5836960"/>
              <a:gd name="connsiteX1" fmla="*/ 4422421 w 4422421"/>
              <a:gd name="connsiteY1" fmla="*/ 0 h 5836960"/>
              <a:gd name="connsiteX2" fmla="*/ 2001457 w 4422421"/>
              <a:gd name="connsiteY2" fmla="*/ 5836960 h 5836960"/>
              <a:gd name="connsiteX3" fmla="*/ 0 w 4422421"/>
              <a:gd name="connsiteY3" fmla="*/ 5836960 h 5836960"/>
              <a:gd name="connsiteX4" fmla="*/ 2486605 w 4422421"/>
              <a:gd name="connsiteY4" fmla="*/ 10165 h 5836960"/>
              <a:gd name="connsiteX0" fmla="*/ 2486605 w 4478393"/>
              <a:gd name="connsiteY0" fmla="*/ 0 h 5826795"/>
              <a:gd name="connsiteX1" fmla="*/ 4478393 w 4478393"/>
              <a:gd name="connsiteY1" fmla="*/ 14549 h 5826795"/>
              <a:gd name="connsiteX2" fmla="*/ 2001457 w 4478393"/>
              <a:gd name="connsiteY2" fmla="*/ 5826795 h 5826795"/>
              <a:gd name="connsiteX3" fmla="*/ 0 w 4478393"/>
              <a:gd name="connsiteY3" fmla="*/ 5826795 h 5826795"/>
              <a:gd name="connsiteX4" fmla="*/ 2486605 w 4478393"/>
              <a:gd name="connsiteY4" fmla="*/ 0 h 5826795"/>
              <a:gd name="connsiteX0" fmla="*/ 2486605 w 4522645"/>
              <a:gd name="connsiteY0" fmla="*/ 1082 h 5827877"/>
              <a:gd name="connsiteX1" fmla="*/ 4522645 w 4522645"/>
              <a:gd name="connsiteY1" fmla="*/ 0 h 5827877"/>
              <a:gd name="connsiteX2" fmla="*/ 2001457 w 4522645"/>
              <a:gd name="connsiteY2" fmla="*/ 5827877 h 5827877"/>
              <a:gd name="connsiteX3" fmla="*/ 0 w 4522645"/>
              <a:gd name="connsiteY3" fmla="*/ 5827877 h 5827877"/>
              <a:gd name="connsiteX4" fmla="*/ 2486605 w 4522645"/>
              <a:gd name="connsiteY4" fmla="*/ 1082 h 5827877"/>
              <a:gd name="connsiteX0" fmla="*/ 2486605 w 4491075"/>
              <a:gd name="connsiteY0" fmla="*/ 1082 h 5827877"/>
              <a:gd name="connsiteX1" fmla="*/ 4491075 w 4491075"/>
              <a:gd name="connsiteY1" fmla="*/ 0 h 5827877"/>
              <a:gd name="connsiteX2" fmla="*/ 2001457 w 4491075"/>
              <a:gd name="connsiteY2" fmla="*/ 5827877 h 5827877"/>
              <a:gd name="connsiteX3" fmla="*/ 0 w 4491075"/>
              <a:gd name="connsiteY3" fmla="*/ 5827877 h 5827877"/>
              <a:gd name="connsiteX4" fmla="*/ 2486605 w 4491075"/>
              <a:gd name="connsiteY4" fmla="*/ 1082 h 5827877"/>
              <a:gd name="connsiteX0" fmla="*/ 2616040 w 4620510"/>
              <a:gd name="connsiteY0" fmla="*/ 1082 h 5827877"/>
              <a:gd name="connsiteX1" fmla="*/ 4620510 w 4620510"/>
              <a:gd name="connsiteY1" fmla="*/ 0 h 5827877"/>
              <a:gd name="connsiteX2" fmla="*/ 2130892 w 4620510"/>
              <a:gd name="connsiteY2" fmla="*/ 5827877 h 5827877"/>
              <a:gd name="connsiteX3" fmla="*/ 0 w 4620510"/>
              <a:gd name="connsiteY3" fmla="*/ 5821527 h 5827877"/>
              <a:gd name="connsiteX4" fmla="*/ 2616040 w 4620510"/>
              <a:gd name="connsiteY4" fmla="*/ 1082 h 5827877"/>
              <a:gd name="connsiteX0" fmla="*/ 2616040 w 4620510"/>
              <a:gd name="connsiteY0" fmla="*/ 1082 h 5821527"/>
              <a:gd name="connsiteX1" fmla="*/ 4620510 w 4620510"/>
              <a:gd name="connsiteY1" fmla="*/ 0 h 5821527"/>
              <a:gd name="connsiteX2" fmla="*/ 1828876 w 4620510"/>
              <a:gd name="connsiteY2" fmla="*/ 5821527 h 5821527"/>
              <a:gd name="connsiteX3" fmla="*/ 0 w 4620510"/>
              <a:gd name="connsiteY3" fmla="*/ 5821527 h 5821527"/>
              <a:gd name="connsiteX4" fmla="*/ 2616040 w 4620510"/>
              <a:gd name="connsiteY4" fmla="*/ 1082 h 5821527"/>
              <a:gd name="connsiteX0" fmla="*/ 2616040 w 4620510"/>
              <a:gd name="connsiteY0" fmla="*/ 1082 h 5821527"/>
              <a:gd name="connsiteX1" fmla="*/ 4620510 w 4620510"/>
              <a:gd name="connsiteY1" fmla="*/ 0 h 5821527"/>
              <a:gd name="connsiteX2" fmla="*/ 1641914 w 4620510"/>
              <a:gd name="connsiteY2" fmla="*/ 5821527 h 5821527"/>
              <a:gd name="connsiteX3" fmla="*/ 0 w 4620510"/>
              <a:gd name="connsiteY3" fmla="*/ 5821527 h 5821527"/>
              <a:gd name="connsiteX4" fmla="*/ 2616040 w 4620510"/>
              <a:gd name="connsiteY4" fmla="*/ 1082 h 5821527"/>
              <a:gd name="connsiteX0" fmla="*/ 2616040 w 4620510"/>
              <a:gd name="connsiteY0" fmla="*/ 1082 h 5821527"/>
              <a:gd name="connsiteX1" fmla="*/ 4620510 w 4620510"/>
              <a:gd name="connsiteY1" fmla="*/ 0 h 5821527"/>
              <a:gd name="connsiteX2" fmla="*/ 1699441 w 4620510"/>
              <a:gd name="connsiteY2" fmla="*/ 5808827 h 5821527"/>
              <a:gd name="connsiteX3" fmla="*/ 0 w 4620510"/>
              <a:gd name="connsiteY3" fmla="*/ 5821527 h 5821527"/>
              <a:gd name="connsiteX4" fmla="*/ 2616040 w 4620510"/>
              <a:gd name="connsiteY4" fmla="*/ 1082 h 5821527"/>
              <a:gd name="connsiteX0" fmla="*/ 2616040 w 4620510"/>
              <a:gd name="connsiteY0" fmla="*/ 1082 h 5821527"/>
              <a:gd name="connsiteX1" fmla="*/ 4620510 w 4620510"/>
              <a:gd name="connsiteY1" fmla="*/ 0 h 5821527"/>
              <a:gd name="connsiteX2" fmla="*/ 1692250 w 4620510"/>
              <a:gd name="connsiteY2" fmla="*/ 5821527 h 5821527"/>
              <a:gd name="connsiteX3" fmla="*/ 0 w 4620510"/>
              <a:gd name="connsiteY3" fmla="*/ 5821527 h 5821527"/>
              <a:gd name="connsiteX4" fmla="*/ 2616040 w 4620510"/>
              <a:gd name="connsiteY4" fmla="*/ 1082 h 5821527"/>
              <a:gd name="connsiteX0" fmla="*/ 2780776 w 4620510"/>
              <a:gd name="connsiteY0" fmla="*/ 1082 h 5821527"/>
              <a:gd name="connsiteX1" fmla="*/ 4620510 w 4620510"/>
              <a:gd name="connsiteY1" fmla="*/ 0 h 5821527"/>
              <a:gd name="connsiteX2" fmla="*/ 1692250 w 4620510"/>
              <a:gd name="connsiteY2" fmla="*/ 5821527 h 5821527"/>
              <a:gd name="connsiteX3" fmla="*/ 0 w 4620510"/>
              <a:gd name="connsiteY3" fmla="*/ 5821527 h 5821527"/>
              <a:gd name="connsiteX4" fmla="*/ 2780776 w 4620510"/>
              <a:gd name="connsiteY4" fmla="*/ 1082 h 5821527"/>
              <a:gd name="connsiteX0" fmla="*/ 2780776 w 4526375"/>
              <a:gd name="connsiteY0" fmla="*/ 11473 h 5831918"/>
              <a:gd name="connsiteX1" fmla="*/ 4526375 w 4526375"/>
              <a:gd name="connsiteY1" fmla="*/ 0 h 5831918"/>
              <a:gd name="connsiteX2" fmla="*/ 1692250 w 4526375"/>
              <a:gd name="connsiteY2" fmla="*/ 5831918 h 5831918"/>
              <a:gd name="connsiteX3" fmla="*/ 0 w 4526375"/>
              <a:gd name="connsiteY3" fmla="*/ 5831918 h 5831918"/>
              <a:gd name="connsiteX4" fmla="*/ 2780776 w 4526375"/>
              <a:gd name="connsiteY4" fmla="*/ 11473 h 5831918"/>
              <a:gd name="connsiteX0" fmla="*/ 2780776 w 4526375"/>
              <a:gd name="connsiteY0" fmla="*/ 0 h 5820445"/>
              <a:gd name="connsiteX1" fmla="*/ 4526375 w 4526375"/>
              <a:gd name="connsiteY1" fmla="*/ 9309 h 5820445"/>
              <a:gd name="connsiteX2" fmla="*/ 1692250 w 4526375"/>
              <a:gd name="connsiteY2" fmla="*/ 5820445 h 5820445"/>
              <a:gd name="connsiteX3" fmla="*/ 0 w 4526375"/>
              <a:gd name="connsiteY3" fmla="*/ 5820445 h 5820445"/>
              <a:gd name="connsiteX4" fmla="*/ 2780776 w 4526375"/>
              <a:gd name="connsiteY4" fmla="*/ 0 h 5820445"/>
              <a:gd name="connsiteX0" fmla="*/ 2780776 w 4526375"/>
              <a:gd name="connsiteY0" fmla="*/ 6278 h 5811136"/>
              <a:gd name="connsiteX1" fmla="*/ 4526375 w 4526375"/>
              <a:gd name="connsiteY1" fmla="*/ 0 h 5811136"/>
              <a:gd name="connsiteX2" fmla="*/ 1692250 w 4526375"/>
              <a:gd name="connsiteY2" fmla="*/ 5811136 h 5811136"/>
              <a:gd name="connsiteX3" fmla="*/ 0 w 4526375"/>
              <a:gd name="connsiteY3" fmla="*/ 5811136 h 5811136"/>
              <a:gd name="connsiteX4" fmla="*/ 2780776 w 4526375"/>
              <a:gd name="connsiteY4" fmla="*/ 6278 h 5811136"/>
              <a:gd name="connsiteX0" fmla="*/ 2828323 w 4526375"/>
              <a:gd name="connsiteY0" fmla="*/ 0 h 5814189"/>
              <a:gd name="connsiteX1" fmla="*/ 4526375 w 4526375"/>
              <a:gd name="connsiteY1" fmla="*/ 3053 h 5814189"/>
              <a:gd name="connsiteX2" fmla="*/ 1692250 w 4526375"/>
              <a:gd name="connsiteY2" fmla="*/ 5814189 h 5814189"/>
              <a:gd name="connsiteX3" fmla="*/ 0 w 4526375"/>
              <a:gd name="connsiteY3" fmla="*/ 5814189 h 5814189"/>
              <a:gd name="connsiteX4" fmla="*/ 2828323 w 4526375"/>
              <a:gd name="connsiteY4" fmla="*/ 0 h 5814189"/>
              <a:gd name="connsiteX0" fmla="*/ 2828323 w 4526375"/>
              <a:gd name="connsiteY0" fmla="*/ 1048 h 5811136"/>
              <a:gd name="connsiteX1" fmla="*/ 4526375 w 4526375"/>
              <a:gd name="connsiteY1" fmla="*/ 0 h 5811136"/>
              <a:gd name="connsiteX2" fmla="*/ 1692250 w 4526375"/>
              <a:gd name="connsiteY2" fmla="*/ 5811136 h 5811136"/>
              <a:gd name="connsiteX3" fmla="*/ 0 w 4526375"/>
              <a:gd name="connsiteY3" fmla="*/ 5811136 h 5811136"/>
              <a:gd name="connsiteX4" fmla="*/ 2828323 w 4526375"/>
              <a:gd name="connsiteY4" fmla="*/ 1048 h 5811136"/>
              <a:gd name="connsiteX0" fmla="*/ 2207366 w 4526375"/>
              <a:gd name="connsiteY0" fmla="*/ 10475 h 5811136"/>
              <a:gd name="connsiteX1" fmla="*/ 4526375 w 4526375"/>
              <a:gd name="connsiteY1" fmla="*/ 0 h 5811136"/>
              <a:gd name="connsiteX2" fmla="*/ 1692250 w 4526375"/>
              <a:gd name="connsiteY2" fmla="*/ 5811136 h 5811136"/>
              <a:gd name="connsiteX3" fmla="*/ 0 w 4526375"/>
              <a:gd name="connsiteY3" fmla="*/ 5811136 h 5811136"/>
              <a:gd name="connsiteX4" fmla="*/ 2207366 w 4526375"/>
              <a:gd name="connsiteY4" fmla="*/ 10475 h 5811136"/>
              <a:gd name="connsiteX0" fmla="*/ 2197638 w 4526375"/>
              <a:gd name="connsiteY0" fmla="*/ 4125 h 5811136"/>
              <a:gd name="connsiteX1" fmla="*/ 4526375 w 4526375"/>
              <a:gd name="connsiteY1" fmla="*/ 0 h 5811136"/>
              <a:gd name="connsiteX2" fmla="*/ 1692250 w 4526375"/>
              <a:gd name="connsiteY2" fmla="*/ 5811136 h 5811136"/>
              <a:gd name="connsiteX3" fmla="*/ 0 w 4526375"/>
              <a:gd name="connsiteY3" fmla="*/ 5811136 h 5811136"/>
              <a:gd name="connsiteX4" fmla="*/ 2197638 w 4526375"/>
              <a:gd name="connsiteY4" fmla="*/ 4125 h 5811136"/>
              <a:gd name="connsiteX0" fmla="*/ 2187911 w 4526375"/>
              <a:gd name="connsiteY0" fmla="*/ 0 h 5813361"/>
              <a:gd name="connsiteX1" fmla="*/ 4526375 w 4526375"/>
              <a:gd name="connsiteY1" fmla="*/ 2225 h 5813361"/>
              <a:gd name="connsiteX2" fmla="*/ 1692250 w 4526375"/>
              <a:gd name="connsiteY2" fmla="*/ 5813361 h 5813361"/>
              <a:gd name="connsiteX3" fmla="*/ 0 w 4526375"/>
              <a:gd name="connsiteY3" fmla="*/ 5813361 h 5813361"/>
              <a:gd name="connsiteX4" fmla="*/ 2187911 w 4526375"/>
              <a:gd name="connsiteY4" fmla="*/ 0 h 5813361"/>
              <a:gd name="connsiteX0" fmla="*/ 2158728 w 4526375"/>
              <a:gd name="connsiteY0" fmla="*/ 0 h 5813361"/>
              <a:gd name="connsiteX1" fmla="*/ 4526375 w 4526375"/>
              <a:gd name="connsiteY1" fmla="*/ 2225 h 5813361"/>
              <a:gd name="connsiteX2" fmla="*/ 1692250 w 4526375"/>
              <a:gd name="connsiteY2" fmla="*/ 5813361 h 5813361"/>
              <a:gd name="connsiteX3" fmla="*/ 0 w 4526375"/>
              <a:gd name="connsiteY3" fmla="*/ 5813361 h 5813361"/>
              <a:gd name="connsiteX4" fmla="*/ 2158728 w 4526375"/>
              <a:gd name="connsiteY4" fmla="*/ 0 h 5813361"/>
              <a:gd name="connsiteX0" fmla="*/ 2771564 w 5139211"/>
              <a:gd name="connsiteY0" fmla="*/ 0 h 5819711"/>
              <a:gd name="connsiteX1" fmla="*/ 5139211 w 5139211"/>
              <a:gd name="connsiteY1" fmla="*/ 2225 h 5819711"/>
              <a:gd name="connsiteX2" fmla="*/ 2305086 w 5139211"/>
              <a:gd name="connsiteY2" fmla="*/ 5813361 h 5819711"/>
              <a:gd name="connsiteX3" fmla="*/ 0 w 5139211"/>
              <a:gd name="connsiteY3" fmla="*/ 5819711 h 5819711"/>
              <a:gd name="connsiteX4" fmla="*/ 2771564 w 5139211"/>
              <a:gd name="connsiteY4" fmla="*/ 0 h 5819711"/>
              <a:gd name="connsiteX0" fmla="*/ 2771564 w 5139211"/>
              <a:gd name="connsiteY0" fmla="*/ 0 h 5815517"/>
              <a:gd name="connsiteX1" fmla="*/ 5139211 w 5139211"/>
              <a:gd name="connsiteY1" fmla="*/ 2225 h 5815517"/>
              <a:gd name="connsiteX2" fmla="*/ 2305086 w 5139211"/>
              <a:gd name="connsiteY2" fmla="*/ 5813361 h 5815517"/>
              <a:gd name="connsiteX3" fmla="*/ 0 w 5139211"/>
              <a:gd name="connsiteY3" fmla="*/ 5815517 h 5815517"/>
              <a:gd name="connsiteX4" fmla="*/ 2771564 w 5139211"/>
              <a:gd name="connsiteY4" fmla="*/ 0 h 5815517"/>
              <a:gd name="connsiteX0" fmla="*/ 2791575 w 5159222"/>
              <a:gd name="connsiteY0" fmla="*/ 0 h 5815517"/>
              <a:gd name="connsiteX1" fmla="*/ 5159222 w 5159222"/>
              <a:gd name="connsiteY1" fmla="*/ 2225 h 5815517"/>
              <a:gd name="connsiteX2" fmla="*/ 2325097 w 5159222"/>
              <a:gd name="connsiteY2" fmla="*/ 5813361 h 5815517"/>
              <a:gd name="connsiteX3" fmla="*/ 0 w 5159222"/>
              <a:gd name="connsiteY3" fmla="*/ 5815517 h 5815517"/>
              <a:gd name="connsiteX4" fmla="*/ 2791575 w 5159222"/>
              <a:gd name="connsiteY4" fmla="*/ 0 h 58155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159222" h="5815517">
                <a:moveTo>
                  <a:pt x="2791575" y="0"/>
                </a:moveTo>
                <a:lnTo>
                  <a:pt x="5159222" y="2225"/>
                </a:lnTo>
                <a:lnTo>
                  <a:pt x="2325097" y="5813361"/>
                </a:lnTo>
                <a:lnTo>
                  <a:pt x="0" y="5815517"/>
                </a:lnTo>
                <a:lnTo>
                  <a:pt x="2791575" y="0"/>
                </a:lnTo>
                <a:close/>
              </a:path>
            </a:pathLst>
          </a:custGeom>
          <a:solidFill>
            <a:srgbClr val="10A98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755230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Rectangle 4">
            <a:extLst>
              <a:ext uri="{FF2B5EF4-FFF2-40B4-BE49-F238E27FC236}">
                <a16:creationId xmlns:a16="http://schemas.microsoft.com/office/drawing/2014/main" id="{15023EA1-4472-B0CB-D480-24D491514BE4}"/>
              </a:ext>
            </a:extLst>
          </p:cNvPr>
          <p:cNvSpPr/>
          <p:nvPr userDrawn="1"/>
        </p:nvSpPr>
        <p:spPr>
          <a:xfrm rot="10800000">
            <a:off x="6388859" y="-645851"/>
            <a:ext cx="5606988" cy="8113011"/>
          </a:xfrm>
          <a:custGeom>
            <a:avLst/>
            <a:gdLst>
              <a:gd name="connsiteX0" fmla="*/ 0 w 2505206"/>
              <a:gd name="connsiteY0" fmla="*/ 0 h 5824603"/>
              <a:gd name="connsiteX1" fmla="*/ 2505206 w 2505206"/>
              <a:gd name="connsiteY1" fmla="*/ 0 h 5824603"/>
              <a:gd name="connsiteX2" fmla="*/ 2505206 w 2505206"/>
              <a:gd name="connsiteY2" fmla="*/ 5824603 h 5824603"/>
              <a:gd name="connsiteX3" fmla="*/ 0 w 2505206"/>
              <a:gd name="connsiteY3" fmla="*/ 5824603 h 5824603"/>
              <a:gd name="connsiteX4" fmla="*/ 0 w 2505206"/>
              <a:gd name="connsiteY4" fmla="*/ 0 h 5824603"/>
              <a:gd name="connsiteX0" fmla="*/ 0 w 3535109"/>
              <a:gd name="connsiteY0" fmla="*/ 0 h 5824603"/>
              <a:gd name="connsiteX1" fmla="*/ 3535109 w 3535109"/>
              <a:gd name="connsiteY1" fmla="*/ 0 h 5824603"/>
              <a:gd name="connsiteX2" fmla="*/ 2505206 w 3535109"/>
              <a:gd name="connsiteY2" fmla="*/ 5824603 h 5824603"/>
              <a:gd name="connsiteX3" fmla="*/ 0 w 3535109"/>
              <a:gd name="connsiteY3" fmla="*/ 5824603 h 5824603"/>
              <a:gd name="connsiteX4" fmla="*/ 0 w 3535109"/>
              <a:gd name="connsiteY4" fmla="*/ 0 h 5824603"/>
              <a:gd name="connsiteX0" fmla="*/ 1126156 w 3535109"/>
              <a:gd name="connsiteY0" fmla="*/ 0 h 5834229"/>
              <a:gd name="connsiteX1" fmla="*/ 3535109 w 3535109"/>
              <a:gd name="connsiteY1" fmla="*/ 9626 h 5834229"/>
              <a:gd name="connsiteX2" fmla="*/ 2505206 w 3535109"/>
              <a:gd name="connsiteY2" fmla="*/ 5834229 h 5834229"/>
              <a:gd name="connsiteX3" fmla="*/ 0 w 3535109"/>
              <a:gd name="connsiteY3" fmla="*/ 5834229 h 5834229"/>
              <a:gd name="connsiteX4" fmla="*/ 1126156 w 3535109"/>
              <a:gd name="connsiteY4" fmla="*/ 0 h 5834229"/>
              <a:gd name="connsiteX0" fmla="*/ 1103854 w 3535109"/>
              <a:gd name="connsiteY0" fmla="*/ 20110 h 5824603"/>
              <a:gd name="connsiteX1" fmla="*/ 3535109 w 3535109"/>
              <a:gd name="connsiteY1" fmla="*/ 0 h 5824603"/>
              <a:gd name="connsiteX2" fmla="*/ 2505206 w 3535109"/>
              <a:gd name="connsiteY2" fmla="*/ 5824603 h 5824603"/>
              <a:gd name="connsiteX3" fmla="*/ 0 w 3535109"/>
              <a:gd name="connsiteY3" fmla="*/ 5824603 h 5824603"/>
              <a:gd name="connsiteX4" fmla="*/ 1103854 w 3535109"/>
              <a:gd name="connsiteY4" fmla="*/ 20110 h 5824603"/>
              <a:gd name="connsiteX0" fmla="*/ 1111288 w 3535109"/>
              <a:gd name="connsiteY0" fmla="*/ 0 h 5826795"/>
              <a:gd name="connsiteX1" fmla="*/ 3535109 w 3535109"/>
              <a:gd name="connsiteY1" fmla="*/ 2192 h 5826795"/>
              <a:gd name="connsiteX2" fmla="*/ 2505206 w 3535109"/>
              <a:gd name="connsiteY2" fmla="*/ 5826795 h 5826795"/>
              <a:gd name="connsiteX3" fmla="*/ 0 w 3535109"/>
              <a:gd name="connsiteY3" fmla="*/ 5826795 h 5826795"/>
              <a:gd name="connsiteX4" fmla="*/ 1111288 w 3535109"/>
              <a:gd name="connsiteY4" fmla="*/ 0 h 5826795"/>
              <a:gd name="connsiteX0" fmla="*/ 1111288 w 4940163"/>
              <a:gd name="connsiteY0" fmla="*/ 0 h 5826795"/>
              <a:gd name="connsiteX1" fmla="*/ 4940163 w 4940163"/>
              <a:gd name="connsiteY1" fmla="*/ 2192 h 5826795"/>
              <a:gd name="connsiteX2" fmla="*/ 2505206 w 4940163"/>
              <a:gd name="connsiteY2" fmla="*/ 5826795 h 5826795"/>
              <a:gd name="connsiteX3" fmla="*/ 0 w 4940163"/>
              <a:gd name="connsiteY3" fmla="*/ 5826795 h 5826795"/>
              <a:gd name="connsiteX4" fmla="*/ 1111288 w 4940163"/>
              <a:gd name="connsiteY4" fmla="*/ 0 h 5826795"/>
              <a:gd name="connsiteX0" fmla="*/ 2486605 w 4940163"/>
              <a:gd name="connsiteY0" fmla="*/ 0 h 5826795"/>
              <a:gd name="connsiteX1" fmla="*/ 4940163 w 4940163"/>
              <a:gd name="connsiteY1" fmla="*/ 2192 h 5826795"/>
              <a:gd name="connsiteX2" fmla="*/ 2505206 w 4940163"/>
              <a:gd name="connsiteY2" fmla="*/ 5826795 h 5826795"/>
              <a:gd name="connsiteX3" fmla="*/ 0 w 4940163"/>
              <a:gd name="connsiteY3" fmla="*/ 5826795 h 5826795"/>
              <a:gd name="connsiteX4" fmla="*/ 2486605 w 4940163"/>
              <a:gd name="connsiteY4" fmla="*/ 0 h 5826795"/>
              <a:gd name="connsiteX0" fmla="*/ 2486605 w 4940163"/>
              <a:gd name="connsiteY0" fmla="*/ 0 h 5826795"/>
              <a:gd name="connsiteX1" fmla="*/ 4940163 w 4940163"/>
              <a:gd name="connsiteY1" fmla="*/ 2192 h 5826795"/>
              <a:gd name="connsiteX2" fmla="*/ 2001457 w 4940163"/>
              <a:gd name="connsiteY2" fmla="*/ 5826795 h 5826795"/>
              <a:gd name="connsiteX3" fmla="*/ 0 w 4940163"/>
              <a:gd name="connsiteY3" fmla="*/ 5826795 h 5826795"/>
              <a:gd name="connsiteX4" fmla="*/ 2486605 w 4940163"/>
              <a:gd name="connsiteY4" fmla="*/ 0 h 5826795"/>
              <a:gd name="connsiteX0" fmla="*/ 2486605 w 4478393"/>
              <a:gd name="connsiteY0" fmla="*/ 10165 h 5836960"/>
              <a:gd name="connsiteX1" fmla="*/ 4478393 w 4478393"/>
              <a:gd name="connsiteY1" fmla="*/ 0 h 5836960"/>
              <a:gd name="connsiteX2" fmla="*/ 2001457 w 4478393"/>
              <a:gd name="connsiteY2" fmla="*/ 5836960 h 5836960"/>
              <a:gd name="connsiteX3" fmla="*/ 0 w 4478393"/>
              <a:gd name="connsiteY3" fmla="*/ 5836960 h 5836960"/>
              <a:gd name="connsiteX4" fmla="*/ 2486605 w 4478393"/>
              <a:gd name="connsiteY4" fmla="*/ 10165 h 5836960"/>
              <a:gd name="connsiteX0" fmla="*/ 2486605 w 4422421"/>
              <a:gd name="connsiteY0" fmla="*/ 10165 h 5836960"/>
              <a:gd name="connsiteX1" fmla="*/ 4422421 w 4422421"/>
              <a:gd name="connsiteY1" fmla="*/ 0 h 5836960"/>
              <a:gd name="connsiteX2" fmla="*/ 2001457 w 4422421"/>
              <a:gd name="connsiteY2" fmla="*/ 5836960 h 5836960"/>
              <a:gd name="connsiteX3" fmla="*/ 0 w 4422421"/>
              <a:gd name="connsiteY3" fmla="*/ 5836960 h 5836960"/>
              <a:gd name="connsiteX4" fmla="*/ 2486605 w 4422421"/>
              <a:gd name="connsiteY4" fmla="*/ 10165 h 5836960"/>
              <a:gd name="connsiteX0" fmla="*/ 2486605 w 4478393"/>
              <a:gd name="connsiteY0" fmla="*/ 0 h 5826795"/>
              <a:gd name="connsiteX1" fmla="*/ 4478393 w 4478393"/>
              <a:gd name="connsiteY1" fmla="*/ 14549 h 5826795"/>
              <a:gd name="connsiteX2" fmla="*/ 2001457 w 4478393"/>
              <a:gd name="connsiteY2" fmla="*/ 5826795 h 5826795"/>
              <a:gd name="connsiteX3" fmla="*/ 0 w 4478393"/>
              <a:gd name="connsiteY3" fmla="*/ 5826795 h 5826795"/>
              <a:gd name="connsiteX4" fmla="*/ 2486605 w 4478393"/>
              <a:gd name="connsiteY4" fmla="*/ 0 h 5826795"/>
              <a:gd name="connsiteX0" fmla="*/ 2486605 w 4522645"/>
              <a:gd name="connsiteY0" fmla="*/ 1082 h 5827877"/>
              <a:gd name="connsiteX1" fmla="*/ 4522645 w 4522645"/>
              <a:gd name="connsiteY1" fmla="*/ 0 h 5827877"/>
              <a:gd name="connsiteX2" fmla="*/ 2001457 w 4522645"/>
              <a:gd name="connsiteY2" fmla="*/ 5827877 h 5827877"/>
              <a:gd name="connsiteX3" fmla="*/ 0 w 4522645"/>
              <a:gd name="connsiteY3" fmla="*/ 5827877 h 5827877"/>
              <a:gd name="connsiteX4" fmla="*/ 2486605 w 4522645"/>
              <a:gd name="connsiteY4" fmla="*/ 1082 h 5827877"/>
              <a:gd name="connsiteX0" fmla="*/ 2486605 w 4491075"/>
              <a:gd name="connsiteY0" fmla="*/ 1082 h 5827877"/>
              <a:gd name="connsiteX1" fmla="*/ 4491075 w 4491075"/>
              <a:gd name="connsiteY1" fmla="*/ 0 h 5827877"/>
              <a:gd name="connsiteX2" fmla="*/ 2001457 w 4491075"/>
              <a:gd name="connsiteY2" fmla="*/ 5827877 h 5827877"/>
              <a:gd name="connsiteX3" fmla="*/ 0 w 4491075"/>
              <a:gd name="connsiteY3" fmla="*/ 5827877 h 5827877"/>
              <a:gd name="connsiteX4" fmla="*/ 2486605 w 4491075"/>
              <a:gd name="connsiteY4" fmla="*/ 1082 h 5827877"/>
              <a:gd name="connsiteX0" fmla="*/ 2616040 w 4620510"/>
              <a:gd name="connsiteY0" fmla="*/ 1082 h 5827877"/>
              <a:gd name="connsiteX1" fmla="*/ 4620510 w 4620510"/>
              <a:gd name="connsiteY1" fmla="*/ 0 h 5827877"/>
              <a:gd name="connsiteX2" fmla="*/ 2130892 w 4620510"/>
              <a:gd name="connsiteY2" fmla="*/ 5827877 h 5827877"/>
              <a:gd name="connsiteX3" fmla="*/ 0 w 4620510"/>
              <a:gd name="connsiteY3" fmla="*/ 5821527 h 5827877"/>
              <a:gd name="connsiteX4" fmla="*/ 2616040 w 4620510"/>
              <a:gd name="connsiteY4" fmla="*/ 1082 h 5827877"/>
              <a:gd name="connsiteX0" fmla="*/ 2616040 w 4620510"/>
              <a:gd name="connsiteY0" fmla="*/ 1082 h 5821527"/>
              <a:gd name="connsiteX1" fmla="*/ 4620510 w 4620510"/>
              <a:gd name="connsiteY1" fmla="*/ 0 h 5821527"/>
              <a:gd name="connsiteX2" fmla="*/ 1828876 w 4620510"/>
              <a:gd name="connsiteY2" fmla="*/ 5821527 h 5821527"/>
              <a:gd name="connsiteX3" fmla="*/ 0 w 4620510"/>
              <a:gd name="connsiteY3" fmla="*/ 5821527 h 5821527"/>
              <a:gd name="connsiteX4" fmla="*/ 2616040 w 4620510"/>
              <a:gd name="connsiteY4" fmla="*/ 1082 h 5821527"/>
              <a:gd name="connsiteX0" fmla="*/ 2616040 w 4620510"/>
              <a:gd name="connsiteY0" fmla="*/ 1082 h 5821527"/>
              <a:gd name="connsiteX1" fmla="*/ 4620510 w 4620510"/>
              <a:gd name="connsiteY1" fmla="*/ 0 h 5821527"/>
              <a:gd name="connsiteX2" fmla="*/ 1641914 w 4620510"/>
              <a:gd name="connsiteY2" fmla="*/ 5821527 h 5821527"/>
              <a:gd name="connsiteX3" fmla="*/ 0 w 4620510"/>
              <a:gd name="connsiteY3" fmla="*/ 5821527 h 5821527"/>
              <a:gd name="connsiteX4" fmla="*/ 2616040 w 4620510"/>
              <a:gd name="connsiteY4" fmla="*/ 1082 h 5821527"/>
              <a:gd name="connsiteX0" fmla="*/ 2616040 w 4620510"/>
              <a:gd name="connsiteY0" fmla="*/ 1082 h 5821527"/>
              <a:gd name="connsiteX1" fmla="*/ 4620510 w 4620510"/>
              <a:gd name="connsiteY1" fmla="*/ 0 h 5821527"/>
              <a:gd name="connsiteX2" fmla="*/ 1699441 w 4620510"/>
              <a:gd name="connsiteY2" fmla="*/ 5808827 h 5821527"/>
              <a:gd name="connsiteX3" fmla="*/ 0 w 4620510"/>
              <a:gd name="connsiteY3" fmla="*/ 5821527 h 5821527"/>
              <a:gd name="connsiteX4" fmla="*/ 2616040 w 4620510"/>
              <a:gd name="connsiteY4" fmla="*/ 1082 h 5821527"/>
              <a:gd name="connsiteX0" fmla="*/ 2616040 w 4620510"/>
              <a:gd name="connsiteY0" fmla="*/ 1082 h 5821527"/>
              <a:gd name="connsiteX1" fmla="*/ 4620510 w 4620510"/>
              <a:gd name="connsiteY1" fmla="*/ 0 h 5821527"/>
              <a:gd name="connsiteX2" fmla="*/ 1692250 w 4620510"/>
              <a:gd name="connsiteY2" fmla="*/ 5821527 h 5821527"/>
              <a:gd name="connsiteX3" fmla="*/ 0 w 4620510"/>
              <a:gd name="connsiteY3" fmla="*/ 5821527 h 5821527"/>
              <a:gd name="connsiteX4" fmla="*/ 2616040 w 4620510"/>
              <a:gd name="connsiteY4" fmla="*/ 1082 h 5821527"/>
              <a:gd name="connsiteX0" fmla="*/ 2780776 w 4620510"/>
              <a:gd name="connsiteY0" fmla="*/ 1082 h 5821527"/>
              <a:gd name="connsiteX1" fmla="*/ 4620510 w 4620510"/>
              <a:gd name="connsiteY1" fmla="*/ 0 h 5821527"/>
              <a:gd name="connsiteX2" fmla="*/ 1692250 w 4620510"/>
              <a:gd name="connsiteY2" fmla="*/ 5821527 h 5821527"/>
              <a:gd name="connsiteX3" fmla="*/ 0 w 4620510"/>
              <a:gd name="connsiteY3" fmla="*/ 5821527 h 5821527"/>
              <a:gd name="connsiteX4" fmla="*/ 2780776 w 4620510"/>
              <a:gd name="connsiteY4" fmla="*/ 1082 h 5821527"/>
              <a:gd name="connsiteX0" fmla="*/ 2780776 w 4526375"/>
              <a:gd name="connsiteY0" fmla="*/ 11473 h 5831918"/>
              <a:gd name="connsiteX1" fmla="*/ 4526375 w 4526375"/>
              <a:gd name="connsiteY1" fmla="*/ 0 h 5831918"/>
              <a:gd name="connsiteX2" fmla="*/ 1692250 w 4526375"/>
              <a:gd name="connsiteY2" fmla="*/ 5831918 h 5831918"/>
              <a:gd name="connsiteX3" fmla="*/ 0 w 4526375"/>
              <a:gd name="connsiteY3" fmla="*/ 5831918 h 5831918"/>
              <a:gd name="connsiteX4" fmla="*/ 2780776 w 4526375"/>
              <a:gd name="connsiteY4" fmla="*/ 11473 h 5831918"/>
              <a:gd name="connsiteX0" fmla="*/ 2780776 w 4526375"/>
              <a:gd name="connsiteY0" fmla="*/ 0 h 5820445"/>
              <a:gd name="connsiteX1" fmla="*/ 4526375 w 4526375"/>
              <a:gd name="connsiteY1" fmla="*/ 9309 h 5820445"/>
              <a:gd name="connsiteX2" fmla="*/ 1692250 w 4526375"/>
              <a:gd name="connsiteY2" fmla="*/ 5820445 h 5820445"/>
              <a:gd name="connsiteX3" fmla="*/ 0 w 4526375"/>
              <a:gd name="connsiteY3" fmla="*/ 5820445 h 5820445"/>
              <a:gd name="connsiteX4" fmla="*/ 2780776 w 4526375"/>
              <a:gd name="connsiteY4" fmla="*/ 0 h 5820445"/>
              <a:gd name="connsiteX0" fmla="*/ 2780776 w 4526375"/>
              <a:gd name="connsiteY0" fmla="*/ 6278 h 5811136"/>
              <a:gd name="connsiteX1" fmla="*/ 4526375 w 4526375"/>
              <a:gd name="connsiteY1" fmla="*/ 0 h 5811136"/>
              <a:gd name="connsiteX2" fmla="*/ 1692250 w 4526375"/>
              <a:gd name="connsiteY2" fmla="*/ 5811136 h 5811136"/>
              <a:gd name="connsiteX3" fmla="*/ 0 w 4526375"/>
              <a:gd name="connsiteY3" fmla="*/ 5811136 h 5811136"/>
              <a:gd name="connsiteX4" fmla="*/ 2780776 w 4526375"/>
              <a:gd name="connsiteY4" fmla="*/ 6278 h 5811136"/>
              <a:gd name="connsiteX0" fmla="*/ 2828323 w 4526375"/>
              <a:gd name="connsiteY0" fmla="*/ 0 h 5814189"/>
              <a:gd name="connsiteX1" fmla="*/ 4526375 w 4526375"/>
              <a:gd name="connsiteY1" fmla="*/ 3053 h 5814189"/>
              <a:gd name="connsiteX2" fmla="*/ 1692250 w 4526375"/>
              <a:gd name="connsiteY2" fmla="*/ 5814189 h 5814189"/>
              <a:gd name="connsiteX3" fmla="*/ 0 w 4526375"/>
              <a:gd name="connsiteY3" fmla="*/ 5814189 h 5814189"/>
              <a:gd name="connsiteX4" fmla="*/ 2828323 w 4526375"/>
              <a:gd name="connsiteY4" fmla="*/ 0 h 5814189"/>
              <a:gd name="connsiteX0" fmla="*/ 2828323 w 4526375"/>
              <a:gd name="connsiteY0" fmla="*/ 1048 h 5811136"/>
              <a:gd name="connsiteX1" fmla="*/ 4526375 w 4526375"/>
              <a:gd name="connsiteY1" fmla="*/ 0 h 5811136"/>
              <a:gd name="connsiteX2" fmla="*/ 1692250 w 4526375"/>
              <a:gd name="connsiteY2" fmla="*/ 5811136 h 5811136"/>
              <a:gd name="connsiteX3" fmla="*/ 0 w 4526375"/>
              <a:gd name="connsiteY3" fmla="*/ 5811136 h 5811136"/>
              <a:gd name="connsiteX4" fmla="*/ 2828323 w 4526375"/>
              <a:gd name="connsiteY4" fmla="*/ 1048 h 5811136"/>
              <a:gd name="connsiteX0" fmla="*/ 1712019 w 4526375"/>
              <a:gd name="connsiteY0" fmla="*/ 1048 h 5811136"/>
              <a:gd name="connsiteX1" fmla="*/ 4526375 w 4526375"/>
              <a:gd name="connsiteY1" fmla="*/ 0 h 5811136"/>
              <a:gd name="connsiteX2" fmla="*/ 1692250 w 4526375"/>
              <a:gd name="connsiteY2" fmla="*/ 5811136 h 5811136"/>
              <a:gd name="connsiteX3" fmla="*/ 0 w 4526375"/>
              <a:gd name="connsiteY3" fmla="*/ 5811136 h 5811136"/>
              <a:gd name="connsiteX4" fmla="*/ 1712019 w 4526375"/>
              <a:gd name="connsiteY4" fmla="*/ 1048 h 5811136"/>
              <a:gd name="connsiteX0" fmla="*/ 2828323 w 5642679"/>
              <a:gd name="connsiteY0" fmla="*/ 1048 h 5811136"/>
              <a:gd name="connsiteX1" fmla="*/ 5642679 w 5642679"/>
              <a:gd name="connsiteY1" fmla="*/ 0 h 5811136"/>
              <a:gd name="connsiteX2" fmla="*/ 2808554 w 5642679"/>
              <a:gd name="connsiteY2" fmla="*/ 5811136 h 5811136"/>
              <a:gd name="connsiteX3" fmla="*/ 0 w 5642679"/>
              <a:gd name="connsiteY3" fmla="*/ 5811136 h 5811136"/>
              <a:gd name="connsiteX4" fmla="*/ 2828323 w 5642679"/>
              <a:gd name="connsiteY4" fmla="*/ 1048 h 58111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642679" h="5811136">
                <a:moveTo>
                  <a:pt x="2828323" y="1048"/>
                </a:moveTo>
                <a:lnTo>
                  <a:pt x="5642679" y="0"/>
                </a:lnTo>
                <a:lnTo>
                  <a:pt x="2808554" y="5811136"/>
                </a:lnTo>
                <a:lnTo>
                  <a:pt x="0" y="5811136"/>
                </a:lnTo>
                <a:lnTo>
                  <a:pt x="2828323" y="1048"/>
                </a:lnTo>
                <a:close/>
              </a:path>
            </a:pathLst>
          </a:custGeom>
          <a:solidFill>
            <a:srgbClr val="02A988">
              <a:alpha val="75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DC2FFBD-5081-E171-1E73-59D8F1DB137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698500" y="2647948"/>
            <a:ext cx="8474200" cy="2080640"/>
          </a:xfrm>
        </p:spPr>
        <p:txBody>
          <a:bodyPr anchor="t"/>
          <a:lstStyle>
            <a:lvl1pPr algn="l">
              <a:lnSpc>
                <a:spcPct val="80000"/>
              </a:lnSpc>
              <a:defRPr sz="6000" b="1" i="0">
                <a:latin typeface="Söhne Halbfett" panose="020B0503030202060203" pitchFamily="34" charset="77"/>
                <a:cs typeface="Söhne Halbfett" panose="020B0503030202060203" pitchFamily="34" charset="77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42D6040-C57C-471D-D7BD-C9C1D2296CE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698500" y="4970255"/>
            <a:ext cx="8017000" cy="952916"/>
          </a:xfrm>
          <a:prstGeom prst="rect">
            <a:avLst/>
          </a:prstGeom>
        </p:spPr>
        <p:txBody>
          <a:bodyPr/>
          <a:lstStyle>
            <a:lvl1pPr marL="0" indent="0" algn="l">
              <a:spcBef>
                <a:spcPts val="0"/>
              </a:spcBef>
              <a:buNone/>
              <a:defRPr sz="3200" b="0" i="0">
                <a:latin typeface="Söhne Halbfett" panose="020B0303030202060203" pitchFamily="34" charset="77"/>
                <a:cs typeface="Söhne Halbfett" panose="020B0303030202060203" pitchFamily="34" charset="77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E25674-EFEC-ACF2-AFCB-5DD8AA0667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116756" y="6356350"/>
            <a:ext cx="3489542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ECF6E4-E279-32C0-CD5F-B94A164AD3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382188" y="6362700"/>
            <a:ext cx="630763" cy="365125"/>
          </a:xfrm>
        </p:spPr>
        <p:txBody>
          <a:bodyPr/>
          <a:lstStyle>
            <a:lvl1pPr algn="l">
              <a:defRPr/>
            </a:lvl1pPr>
          </a:lstStyle>
          <a:p>
            <a:fld id="{7C8598A7-94B2-594C-8A98-02B4613DD734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10" name="Graphic 9">
            <a:extLst>
              <a:ext uri="{FF2B5EF4-FFF2-40B4-BE49-F238E27FC236}">
                <a16:creationId xmlns:a16="http://schemas.microsoft.com/office/drawing/2014/main" id="{FC628655-C9D2-22C7-DA49-4A374607DE00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76076" y="903863"/>
            <a:ext cx="3132871" cy="1086445"/>
          </a:xfrm>
          <a:prstGeom prst="rect">
            <a:avLst/>
          </a:prstGeom>
        </p:spPr>
      </p:pic>
      <p:sp>
        <p:nvSpPr>
          <p:cNvPr id="22" name="Rectangle 4">
            <a:extLst>
              <a:ext uri="{FF2B5EF4-FFF2-40B4-BE49-F238E27FC236}">
                <a16:creationId xmlns:a16="http://schemas.microsoft.com/office/drawing/2014/main" id="{C17991BB-08A5-369C-9C0B-E39CFB6D97E0}"/>
              </a:ext>
            </a:extLst>
          </p:cNvPr>
          <p:cNvSpPr/>
          <p:nvPr userDrawn="1"/>
        </p:nvSpPr>
        <p:spPr>
          <a:xfrm rot="10800000">
            <a:off x="3708947" y="-9614233"/>
            <a:ext cx="2954751" cy="5811136"/>
          </a:xfrm>
          <a:custGeom>
            <a:avLst/>
            <a:gdLst>
              <a:gd name="connsiteX0" fmla="*/ 0 w 2505206"/>
              <a:gd name="connsiteY0" fmla="*/ 0 h 5824603"/>
              <a:gd name="connsiteX1" fmla="*/ 2505206 w 2505206"/>
              <a:gd name="connsiteY1" fmla="*/ 0 h 5824603"/>
              <a:gd name="connsiteX2" fmla="*/ 2505206 w 2505206"/>
              <a:gd name="connsiteY2" fmla="*/ 5824603 h 5824603"/>
              <a:gd name="connsiteX3" fmla="*/ 0 w 2505206"/>
              <a:gd name="connsiteY3" fmla="*/ 5824603 h 5824603"/>
              <a:gd name="connsiteX4" fmla="*/ 0 w 2505206"/>
              <a:gd name="connsiteY4" fmla="*/ 0 h 5824603"/>
              <a:gd name="connsiteX0" fmla="*/ 0 w 3535109"/>
              <a:gd name="connsiteY0" fmla="*/ 0 h 5824603"/>
              <a:gd name="connsiteX1" fmla="*/ 3535109 w 3535109"/>
              <a:gd name="connsiteY1" fmla="*/ 0 h 5824603"/>
              <a:gd name="connsiteX2" fmla="*/ 2505206 w 3535109"/>
              <a:gd name="connsiteY2" fmla="*/ 5824603 h 5824603"/>
              <a:gd name="connsiteX3" fmla="*/ 0 w 3535109"/>
              <a:gd name="connsiteY3" fmla="*/ 5824603 h 5824603"/>
              <a:gd name="connsiteX4" fmla="*/ 0 w 3535109"/>
              <a:gd name="connsiteY4" fmla="*/ 0 h 5824603"/>
              <a:gd name="connsiteX0" fmla="*/ 1126156 w 3535109"/>
              <a:gd name="connsiteY0" fmla="*/ 0 h 5834229"/>
              <a:gd name="connsiteX1" fmla="*/ 3535109 w 3535109"/>
              <a:gd name="connsiteY1" fmla="*/ 9626 h 5834229"/>
              <a:gd name="connsiteX2" fmla="*/ 2505206 w 3535109"/>
              <a:gd name="connsiteY2" fmla="*/ 5834229 h 5834229"/>
              <a:gd name="connsiteX3" fmla="*/ 0 w 3535109"/>
              <a:gd name="connsiteY3" fmla="*/ 5834229 h 5834229"/>
              <a:gd name="connsiteX4" fmla="*/ 1126156 w 3535109"/>
              <a:gd name="connsiteY4" fmla="*/ 0 h 5834229"/>
              <a:gd name="connsiteX0" fmla="*/ 1103854 w 3535109"/>
              <a:gd name="connsiteY0" fmla="*/ 20110 h 5824603"/>
              <a:gd name="connsiteX1" fmla="*/ 3535109 w 3535109"/>
              <a:gd name="connsiteY1" fmla="*/ 0 h 5824603"/>
              <a:gd name="connsiteX2" fmla="*/ 2505206 w 3535109"/>
              <a:gd name="connsiteY2" fmla="*/ 5824603 h 5824603"/>
              <a:gd name="connsiteX3" fmla="*/ 0 w 3535109"/>
              <a:gd name="connsiteY3" fmla="*/ 5824603 h 5824603"/>
              <a:gd name="connsiteX4" fmla="*/ 1103854 w 3535109"/>
              <a:gd name="connsiteY4" fmla="*/ 20110 h 5824603"/>
              <a:gd name="connsiteX0" fmla="*/ 1111288 w 3535109"/>
              <a:gd name="connsiteY0" fmla="*/ 0 h 5826795"/>
              <a:gd name="connsiteX1" fmla="*/ 3535109 w 3535109"/>
              <a:gd name="connsiteY1" fmla="*/ 2192 h 5826795"/>
              <a:gd name="connsiteX2" fmla="*/ 2505206 w 3535109"/>
              <a:gd name="connsiteY2" fmla="*/ 5826795 h 5826795"/>
              <a:gd name="connsiteX3" fmla="*/ 0 w 3535109"/>
              <a:gd name="connsiteY3" fmla="*/ 5826795 h 5826795"/>
              <a:gd name="connsiteX4" fmla="*/ 1111288 w 3535109"/>
              <a:gd name="connsiteY4" fmla="*/ 0 h 5826795"/>
              <a:gd name="connsiteX0" fmla="*/ 1111288 w 4940163"/>
              <a:gd name="connsiteY0" fmla="*/ 0 h 5826795"/>
              <a:gd name="connsiteX1" fmla="*/ 4940163 w 4940163"/>
              <a:gd name="connsiteY1" fmla="*/ 2192 h 5826795"/>
              <a:gd name="connsiteX2" fmla="*/ 2505206 w 4940163"/>
              <a:gd name="connsiteY2" fmla="*/ 5826795 h 5826795"/>
              <a:gd name="connsiteX3" fmla="*/ 0 w 4940163"/>
              <a:gd name="connsiteY3" fmla="*/ 5826795 h 5826795"/>
              <a:gd name="connsiteX4" fmla="*/ 1111288 w 4940163"/>
              <a:gd name="connsiteY4" fmla="*/ 0 h 5826795"/>
              <a:gd name="connsiteX0" fmla="*/ 2486605 w 4940163"/>
              <a:gd name="connsiteY0" fmla="*/ 0 h 5826795"/>
              <a:gd name="connsiteX1" fmla="*/ 4940163 w 4940163"/>
              <a:gd name="connsiteY1" fmla="*/ 2192 h 5826795"/>
              <a:gd name="connsiteX2" fmla="*/ 2505206 w 4940163"/>
              <a:gd name="connsiteY2" fmla="*/ 5826795 h 5826795"/>
              <a:gd name="connsiteX3" fmla="*/ 0 w 4940163"/>
              <a:gd name="connsiteY3" fmla="*/ 5826795 h 5826795"/>
              <a:gd name="connsiteX4" fmla="*/ 2486605 w 4940163"/>
              <a:gd name="connsiteY4" fmla="*/ 0 h 5826795"/>
              <a:gd name="connsiteX0" fmla="*/ 2486605 w 4940163"/>
              <a:gd name="connsiteY0" fmla="*/ 0 h 5826795"/>
              <a:gd name="connsiteX1" fmla="*/ 4940163 w 4940163"/>
              <a:gd name="connsiteY1" fmla="*/ 2192 h 5826795"/>
              <a:gd name="connsiteX2" fmla="*/ 2001457 w 4940163"/>
              <a:gd name="connsiteY2" fmla="*/ 5826795 h 5826795"/>
              <a:gd name="connsiteX3" fmla="*/ 0 w 4940163"/>
              <a:gd name="connsiteY3" fmla="*/ 5826795 h 5826795"/>
              <a:gd name="connsiteX4" fmla="*/ 2486605 w 4940163"/>
              <a:gd name="connsiteY4" fmla="*/ 0 h 5826795"/>
              <a:gd name="connsiteX0" fmla="*/ 2486605 w 4478393"/>
              <a:gd name="connsiteY0" fmla="*/ 10165 h 5836960"/>
              <a:gd name="connsiteX1" fmla="*/ 4478393 w 4478393"/>
              <a:gd name="connsiteY1" fmla="*/ 0 h 5836960"/>
              <a:gd name="connsiteX2" fmla="*/ 2001457 w 4478393"/>
              <a:gd name="connsiteY2" fmla="*/ 5836960 h 5836960"/>
              <a:gd name="connsiteX3" fmla="*/ 0 w 4478393"/>
              <a:gd name="connsiteY3" fmla="*/ 5836960 h 5836960"/>
              <a:gd name="connsiteX4" fmla="*/ 2486605 w 4478393"/>
              <a:gd name="connsiteY4" fmla="*/ 10165 h 5836960"/>
              <a:gd name="connsiteX0" fmla="*/ 2486605 w 4422421"/>
              <a:gd name="connsiteY0" fmla="*/ 10165 h 5836960"/>
              <a:gd name="connsiteX1" fmla="*/ 4422421 w 4422421"/>
              <a:gd name="connsiteY1" fmla="*/ 0 h 5836960"/>
              <a:gd name="connsiteX2" fmla="*/ 2001457 w 4422421"/>
              <a:gd name="connsiteY2" fmla="*/ 5836960 h 5836960"/>
              <a:gd name="connsiteX3" fmla="*/ 0 w 4422421"/>
              <a:gd name="connsiteY3" fmla="*/ 5836960 h 5836960"/>
              <a:gd name="connsiteX4" fmla="*/ 2486605 w 4422421"/>
              <a:gd name="connsiteY4" fmla="*/ 10165 h 5836960"/>
              <a:gd name="connsiteX0" fmla="*/ 2486605 w 4478393"/>
              <a:gd name="connsiteY0" fmla="*/ 0 h 5826795"/>
              <a:gd name="connsiteX1" fmla="*/ 4478393 w 4478393"/>
              <a:gd name="connsiteY1" fmla="*/ 14549 h 5826795"/>
              <a:gd name="connsiteX2" fmla="*/ 2001457 w 4478393"/>
              <a:gd name="connsiteY2" fmla="*/ 5826795 h 5826795"/>
              <a:gd name="connsiteX3" fmla="*/ 0 w 4478393"/>
              <a:gd name="connsiteY3" fmla="*/ 5826795 h 5826795"/>
              <a:gd name="connsiteX4" fmla="*/ 2486605 w 4478393"/>
              <a:gd name="connsiteY4" fmla="*/ 0 h 5826795"/>
              <a:gd name="connsiteX0" fmla="*/ 2486605 w 4522645"/>
              <a:gd name="connsiteY0" fmla="*/ 1082 h 5827877"/>
              <a:gd name="connsiteX1" fmla="*/ 4522645 w 4522645"/>
              <a:gd name="connsiteY1" fmla="*/ 0 h 5827877"/>
              <a:gd name="connsiteX2" fmla="*/ 2001457 w 4522645"/>
              <a:gd name="connsiteY2" fmla="*/ 5827877 h 5827877"/>
              <a:gd name="connsiteX3" fmla="*/ 0 w 4522645"/>
              <a:gd name="connsiteY3" fmla="*/ 5827877 h 5827877"/>
              <a:gd name="connsiteX4" fmla="*/ 2486605 w 4522645"/>
              <a:gd name="connsiteY4" fmla="*/ 1082 h 5827877"/>
              <a:gd name="connsiteX0" fmla="*/ 2486605 w 4491075"/>
              <a:gd name="connsiteY0" fmla="*/ 1082 h 5827877"/>
              <a:gd name="connsiteX1" fmla="*/ 4491075 w 4491075"/>
              <a:gd name="connsiteY1" fmla="*/ 0 h 5827877"/>
              <a:gd name="connsiteX2" fmla="*/ 2001457 w 4491075"/>
              <a:gd name="connsiteY2" fmla="*/ 5827877 h 5827877"/>
              <a:gd name="connsiteX3" fmla="*/ 0 w 4491075"/>
              <a:gd name="connsiteY3" fmla="*/ 5827877 h 5827877"/>
              <a:gd name="connsiteX4" fmla="*/ 2486605 w 4491075"/>
              <a:gd name="connsiteY4" fmla="*/ 1082 h 5827877"/>
              <a:gd name="connsiteX0" fmla="*/ 2616040 w 4620510"/>
              <a:gd name="connsiteY0" fmla="*/ 1082 h 5827877"/>
              <a:gd name="connsiteX1" fmla="*/ 4620510 w 4620510"/>
              <a:gd name="connsiteY1" fmla="*/ 0 h 5827877"/>
              <a:gd name="connsiteX2" fmla="*/ 2130892 w 4620510"/>
              <a:gd name="connsiteY2" fmla="*/ 5827877 h 5827877"/>
              <a:gd name="connsiteX3" fmla="*/ 0 w 4620510"/>
              <a:gd name="connsiteY3" fmla="*/ 5821527 h 5827877"/>
              <a:gd name="connsiteX4" fmla="*/ 2616040 w 4620510"/>
              <a:gd name="connsiteY4" fmla="*/ 1082 h 5827877"/>
              <a:gd name="connsiteX0" fmla="*/ 2616040 w 4620510"/>
              <a:gd name="connsiteY0" fmla="*/ 1082 h 5821527"/>
              <a:gd name="connsiteX1" fmla="*/ 4620510 w 4620510"/>
              <a:gd name="connsiteY1" fmla="*/ 0 h 5821527"/>
              <a:gd name="connsiteX2" fmla="*/ 1828876 w 4620510"/>
              <a:gd name="connsiteY2" fmla="*/ 5821527 h 5821527"/>
              <a:gd name="connsiteX3" fmla="*/ 0 w 4620510"/>
              <a:gd name="connsiteY3" fmla="*/ 5821527 h 5821527"/>
              <a:gd name="connsiteX4" fmla="*/ 2616040 w 4620510"/>
              <a:gd name="connsiteY4" fmla="*/ 1082 h 5821527"/>
              <a:gd name="connsiteX0" fmla="*/ 2616040 w 4620510"/>
              <a:gd name="connsiteY0" fmla="*/ 1082 h 5821527"/>
              <a:gd name="connsiteX1" fmla="*/ 4620510 w 4620510"/>
              <a:gd name="connsiteY1" fmla="*/ 0 h 5821527"/>
              <a:gd name="connsiteX2" fmla="*/ 1641914 w 4620510"/>
              <a:gd name="connsiteY2" fmla="*/ 5821527 h 5821527"/>
              <a:gd name="connsiteX3" fmla="*/ 0 w 4620510"/>
              <a:gd name="connsiteY3" fmla="*/ 5821527 h 5821527"/>
              <a:gd name="connsiteX4" fmla="*/ 2616040 w 4620510"/>
              <a:gd name="connsiteY4" fmla="*/ 1082 h 5821527"/>
              <a:gd name="connsiteX0" fmla="*/ 2616040 w 4620510"/>
              <a:gd name="connsiteY0" fmla="*/ 1082 h 5821527"/>
              <a:gd name="connsiteX1" fmla="*/ 4620510 w 4620510"/>
              <a:gd name="connsiteY1" fmla="*/ 0 h 5821527"/>
              <a:gd name="connsiteX2" fmla="*/ 1699441 w 4620510"/>
              <a:gd name="connsiteY2" fmla="*/ 5808827 h 5821527"/>
              <a:gd name="connsiteX3" fmla="*/ 0 w 4620510"/>
              <a:gd name="connsiteY3" fmla="*/ 5821527 h 5821527"/>
              <a:gd name="connsiteX4" fmla="*/ 2616040 w 4620510"/>
              <a:gd name="connsiteY4" fmla="*/ 1082 h 5821527"/>
              <a:gd name="connsiteX0" fmla="*/ 2616040 w 4620510"/>
              <a:gd name="connsiteY0" fmla="*/ 1082 h 5821527"/>
              <a:gd name="connsiteX1" fmla="*/ 4620510 w 4620510"/>
              <a:gd name="connsiteY1" fmla="*/ 0 h 5821527"/>
              <a:gd name="connsiteX2" fmla="*/ 1692250 w 4620510"/>
              <a:gd name="connsiteY2" fmla="*/ 5821527 h 5821527"/>
              <a:gd name="connsiteX3" fmla="*/ 0 w 4620510"/>
              <a:gd name="connsiteY3" fmla="*/ 5821527 h 5821527"/>
              <a:gd name="connsiteX4" fmla="*/ 2616040 w 4620510"/>
              <a:gd name="connsiteY4" fmla="*/ 1082 h 5821527"/>
              <a:gd name="connsiteX0" fmla="*/ 2780776 w 4620510"/>
              <a:gd name="connsiteY0" fmla="*/ 1082 h 5821527"/>
              <a:gd name="connsiteX1" fmla="*/ 4620510 w 4620510"/>
              <a:gd name="connsiteY1" fmla="*/ 0 h 5821527"/>
              <a:gd name="connsiteX2" fmla="*/ 1692250 w 4620510"/>
              <a:gd name="connsiteY2" fmla="*/ 5821527 h 5821527"/>
              <a:gd name="connsiteX3" fmla="*/ 0 w 4620510"/>
              <a:gd name="connsiteY3" fmla="*/ 5821527 h 5821527"/>
              <a:gd name="connsiteX4" fmla="*/ 2780776 w 4620510"/>
              <a:gd name="connsiteY4" fmla="*/ 1082 h 5821527"/>
              <a:gd name="connsiteX0" fmla="*/ 2780776 w 4526375"/>
              <a:gd name="connsiteY0" fmla="*/ 11473 h 5831918"/>
              <a:gd name="connsiteX1" fmla="*/ 4526375 w 4526375"/>
              <a:gd name="connsiteY1" fmla="*/ 0 h 5831918"/>
              <a:gd name="connsiteX2" fmla="*/ 1692250 w 4526375"/>
              <a:gd name="connsiteY2" fmla="*/ 5831918 h 5831918"/>
              <a:gd name="connsiteX3" fmla="*/ 0 w 4526375"/>
              <a:gd name="connsiteY3" fmla="*/ 5831918 h 5831918"/>
              <a:gd name="connsiteX4" fmla="*/ 2780776 w 4526375"/>
              <a:gd name="connsiteY4" fmla="*/ 11473 h 5831918"/>
              <a:gd name="connsiteX0" fmla="*/ 2780776 w 4526375"/>
              <a:gd name="connsiteY0" fmla="*/ 0 h 5820445"/>
              <a:gd name="connsiteX1" fmla="*/ 4526375 w 4526375"/>
              <a:gd name="connsiteY1" fmla="*/ 9309 h 5820445"/>
              <a:gd name="connsiteX2" fmla="*/ 1692250 w 4526375"/>
              <a:gd name="connsiteY2" fmla="*/ 5820445 h 5820445"/>
              <a:gd name="connsiteX3" fmla="*/ 0 w 4526375"/>
              <a:gd name="connsiteY3" fmla="*/ 5820445 h 5820445"/>
              <a:gd name="connsiteX4" fmla="*/ 2780776 w 4526375"/>
              <a:gd name="connsiteY4" fmla="*/ 0 h 5820445"/>
              <a:gd name="connsiteX0" fmla="*/ 2780776 w 4526375"/>
              <a:gd name="connsiteY0" fmla="*/ 6278 h 5811136"/>
              <a:gd name="connsiteX1" fmla="*/ 4526375 w 4526375"/>
              <a:gd name="connsiteY1" fmla="*/ 0 h 5811136"/>
              <a:gd name="connsiteX2" fmla="*/ 1692250 w 4526375"/>
              <a:gd name="connsiteY2" fmla="*/ 5811136 h 5811136"/>
              <a:gd name="connsiteX3" fmla="*/ 0 w 4526375"/>
              <a:gd name="connsiteY3" fmla="*/ 5811136 h 5811136"/>
              <a:gd name="connsiteX4" fmla="*/ 2780776 w 4526375"/>
              <a:gd name="connsiteY4" fmla="*/ 6278 h 5811136"/>
              <a:gd name="connsiteX0" fmla="*/ 2828323 w 4526375"/>
              <a:gd name="connsiteY0" fmla="*/ 0 h 5814189"/>
              <a:gd name="connsiteX1" fmla="*/ 4526375 w 4526375"/>
              <a:gd name="connsiteY1" fmla="*/ 3053 h 5814189"/>
              <a:gd name="connsiteX2" fmla="*/ 1692250 w 4526375"/>
              <a:gd name="connsiteY2" fmla="*/ 5814189 h 5814189"/>
              <a:gd name="connsiteX3" fmla="*/ 0 w 4526375"/>
              <a:gd name="connsiteY3" fmla="*/ 5814189 h 5814189"/>
              <a:gd name="connsiteX4" fmla="*/ 2828323 w 4526375"/>
              <a:gd name="connsiteY4" fmla="*/ 0 h 5814189"/>
              <a:gd name="connsiteX0" fmla="*/ 2828323 w 4526375"/>
              <a:gd name="connsiteY0" fmla="*/ 1048 h 5811136"/>
              <a:gd name="connsiteX1" fmla="*/ 4526375 w 4526375"/>
              <a:gd name="connsiteY1" fmla="*/ 0 h 5811136"/>
              <a:gd name="connsiteX2" fmla="*/ 1692250 w 4526375"/>
              <a:gd name="connsiteY2" fmla="*/ 5811136 h 5811136"/>
              <a:gd name="connsiteX3" fmla="*/ 0 w 4526375"/>
              <a:gd name="connsiteY3" fmla="*/ 5811136 h 5811136"/>
              <a:gd name="connsiteX4" fmla="*/ 2828323 w 4526375"/>
              <a:gd name="connsiteY4" fmla="*/ 1048 h 58111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526375" h="5811136">
                <a:moveTo>
                  <a:pt x="2828323" y="1048"/>
                </a:moveTo>
                <a:lnTo>
                  <a:pt x="4526375" y="0"/>
                </a:lnTo>
                <a:lnTo>
                  <a:pt x="1692250" y="5811136"/>
                </a:lnTo>
                <a:lnTo>
                  <a:pt x="0" y="5811136"/>
                </a:lnTo>
                <a:lnTo>
                  <a:pt x="2828323" y="1048"/>
                </a:lnTo>
                <a:close/>
              </a:path>
            </a:pathLst>
          </a:custGeom>
          <a:solidFill>
            <a:srgbClr val="0046B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4">
            <a:extLst>
              <a:ext uri="{FF2B5EF4-FFF2-40B4-BE49-F238E27FC236}">
                <a16:creationId xmlns:a16="http://schemas.microsoft.com/office/drawing/2014/main" id="{21BB298B-0757-D46E-FDA7-D61F4EC5B04A}"/>
              </a:ext>
            </a:extLst>
          </p:cNvPr>
          <p:cNvSpPr/>
          <p:nvPr userDrawn="1"/>
        </p:nvSpPr>
        <p:spPr>
          <a:xfrm rot="10800000">
            <a:off x="5812067" y="-9614233"/>
            <a:ext cx="2954751" cy="5811136"/>
          </a:xfrm>
          <a:custGeom>
            <a:avLst/>
            <a:gdLst>
              <a:gd name="connsiteX0" fmla="*/ 0 w 2505206"/>
              <a:gd name="connsiteY0" fmla="*/ 0 h 5824603"/>
              <a:gd name="connsiteX1" fmla="*/ 2505206 w 2505206"/>
              <a:gd name="connsiteY1" fmla="*/ 0 h 5824603"/>
              <a:gd name="connsiteX2" fmla="*/ 2505206 w 2505206"/>
              <a:gd name="connsiteY2" fmla="*/ 5824603 h 5824603"/>
              <a:gd name="connsiteX3" fmla="*/ 0 w 2505206"/>
              <a:gd name="connsiteY3" fmla="*/ 5824603 h 5824603"/>
              <a:gd name="connsiteX4" fmla="*/ 0 w 2505206"/>
              <a:gd name="connsiteY4" fmla="*/ 0 h 5824603"/>
              <a:gd name="connsiteX0" fmla="*/ 0 w 3535109"/>
              <a:gd name="connsiteY0" fmla="*/ 0 h 5824603"/>
              <a:gd name="connsiteX1" fmla="*/ 3535109 w 3535109"/>
              <a:gd name="connsiteY1" fmla="*/ 0 h 5824603"/>
              <a:gd name="connsiteX2" fmla="*/ 2505206 w 3535109"/>
              <a:gd name="connsiteY2" fmla="*/ 5824603 h 5824603"/>
              <a:gd name="connsiteX3" fmla="*/ 0 w 3535109"/>
              <a:gd name="connsiteY3" fmla="*/ 5824603 h 5824603"/>
              <a:gd name="connsiteX4" fmla="*/ 0 w 3535109"/>
              <a:gd name="connsiteY4" fmla="*/ 0 h 5824603"/>
              <a:gd name="connsiteX0" fmla="*/ 1126156 w 3535109"/>
              <a:gd name="connsiteY0" fmla="*/ 0 h 5834229"/>
              <a:gd name="connsiteX1" fmla="*/ 3535109 w 3535109"/>
              <a:gd name="connsiteY1" fmla="*/ 9626 h 5834229"/>
              <a:gd name="connsiteX2" fmla="*/ 2505206 w 3535109"/>
              <a:gd name="connsiteY2" fmla="*/ 5834229 h 5834229"/>
              <a:gd name="connsiteX3" fmla="*/ 0 w 3535109"/>
              <a:gd name="connsiteY3" fmla="*/ 5834229 h 5834229"/>
              <a:gd name="connsiteX4" fmla="*/ 1126156 w 3535109"/>
              <a:gd name="connsiteY4" fmla="*/ 0 h 5834229"/>
              <a:gd name="connsiteX0" fmla="*/ 1103854 w 3535109"/>
              <a:gd name="connsiteY0" fmla="*/ 20110 h 5824603"/>
              <a:gd name="connsiteX1" fmla="*/ 3535109 w 3535109"/>
              <a:gd name="connsiteY1" fmla="*/ 0 h 5824603"/>
              <a:gd name="connsiteX2" fmla="*/ 2505206 w 3535109"/>
              <a:gd name="connsiteY2" fmla="*/ 5824603 h 5824603"/>
              <a:gd name="connsiteX3" fmla="*/ 0 w 3535109"/>
              <a:gd name="connsiteY3" fmla="*/ 5824603 h 5824603"/>
              <a:gd name="connsiteX4" fmla="*/ 1103854 w 3535109"/>
              <a:gd name="connsiteY4" fmla="*/ 20110 h 5824603"/>
              <a:gd name="connsiteX0" fmla="*/ 1111288 w 3535109"/>
              <a:gd name="connsiteY0" fmla="*/ 0 h 5826795"/>
              <a:gd name="connsiteX1" fmla="*/ 3535109 w 3535109"/>
              <a:gd name="connsiteY1" fmla="*/ 2192 h 5826795"/>
              <a:gd name="connsiteX2" fmla="*/ 2505206 w 3535109"/>
              <a:gd name="connsiteY2" fmla="*/ 5826795 h 5826795"/>
              <a:gd name="connsiteX3" fmla="*/ 0 w 3535109"/>
              <a:gd name="connsiteY3" fmla="*/ 5826795 h 5826795"/>
              <a:gd name="connsiteX4" fmla="*/ 1111288 w 3535109"/>
              <a:gd name="connsiteY4" fmla="*/ 0 h 5826795"/>
              <a:gd name="connsiteX0" fmla="*/ 1111288 w 4940163"/>
              <a:gd name="connsiteY0" fmla="*/ 0 h 5826795"/>
              <a:gd name="connsiteX1" fmla="*/ 4940163 w 4940163"/>
              <a:gd name="connsiteY1" fmla="*/ 2192 h 5826795"/>
              <a:gd name="connsiteX2" fmla="*/ 2505206 w 4940163"/>
              <a:gd name="connsiteY2" fmla="*/ 5826795 h 5826795"/>
              <a:gd name="connsiteX3" fmla="*/ 0 w 4940163"/>
              <a:gd name="connsiteY3" fmla="*/ 5826795 h 5826795"/>
              <a:gd name="connsiteX4" fmla="*/ 1111288 w 4940163"/>
              <a:gd name="connsiteY4" fmla="*/ 0 h 5826795"/>
              <a:gd name="connsiteX0" fmla="*/ 2486605 w 4940163"/>
              <a:gd name="connsiteY0" fmla="*/ 0 h 5826795"/>
              <a:gd name="connsiteX1" fmla="*/ 4940163 w 4940163"/>
              <a:gd name="connsiteY1" fmla="*/ 2192 h 5826795"/>
              <a:gd name="connsiteX2" fmla="*/ 2505206 w 4940163"/>
              <a:gd name="connsiteY2" fmla="*/ 5826795 h 5826795"/>
              <a:gd name="connsiteX3" fmla="*/ 0 w 4940163"/>
              <a:gd name="connsiteY3" fmla="*/ 5826795 h 5826795"/>
              <a:gd name="connsiteX4" fmla="*/ 2486605 w 4940163"/>
              <a:gd name="connsiteY4" fmla="*/ 0 h 5826795"/>
              <a:gd name="connsiteX0" fmla="*/ 2486605 w 4940163"/>
              <a:gd name="connsiteY0" fmla="*/ 0 h 5826795"/>
              <a:gd name="connsiteX1" fmla="*/ 4940163 w 4940163"/>
              <a:gd name="connsiteY1" fmla="*/ 2192 h 5826795"/>
              <a:gd name="connsiteX2" fmla="*/ 2001457 w 4940163"/>
              <a:gd name="connsiteY2" fmla="*/ 5826795 h 5826795"/>
              <a:gd name="connsiteX3" fmla="*/ 0 w 4940163"/>
              <a:gd name="connsiteY3" fmla="*/ 5826795 h 5826795"/>
              <a:gd name="connsiteX4" fmla="*/ 2486605 w 4940163"/>
              <a:gd name="connsiteY4" fmla="*/ 0 h 5826795"/>
              <a:gd name="connsiteX0" fmla="*/ 2486605 w 4478393"/>
              <a:gd name="connsiteY0" fmla="*/ 10165 h 5836960"/>
              <a:gd name="connsiteX1" fmla="*/ 4478393 w 4478393"/>
              <a:gd name="connsiteY1" fmla="*/ 0 h 5836960"/>
              <a:gd name="connsiteX2" fmla="*/ 2001457 w 4478393"/>
              <a:gd name="connsiteY2" fmla="*/ 5836960 h 5836960"/>
              <a:gd name="connsiteX3" fmla="*/ 0 w 4478393"/>
              <a:gd name="connsiteY3" fmla="*/ 5836960 h 5836960"/>
              <a:gd name="connsiteX4" fmla="*/ 2486605 w 4478393"/>
              <a:gd name="connsiteY4" fmla="*/ 10165 h 5836960"/>
              <a:gd name="connsiteX0" fmla="*/ 2486605 w 4422421"/>
              <a:gd name="connsiteY0" fmla="*/ 10165 h 5836960"/>
              <a:gd name="connsiteX1" fmla="*/ 4422421 w 4422421"/>
              <a:gd name="connsiteY1" fmla="*/ 0 h 5836960"/>
              <a:gd name="connsiteX2" fmla="*/ 2001457 w 4422421"/>
              <a:gd name="connsiteY2" fmla="*/ 5836960 h 5836960"/>
              <a:gd name="connsiteX3" fmla="*/ 0 w 4422421"/>
              <a:gd name="connsiteY3" fmla="*/ 5836960 h 5836960"/>
              <a:gd name="connsiteX4" fmla="*/ 2486605 w 4422421"/>
              <a:gd name="connsiteY4" fmla="*/ 10165 h 5836960"/>
              <a:gd name="connsiteX0" fmla="*/ 2486605 w 4478393"/>
              <a:gd name="connsiteY0" fmla="*/ 0 h 5826795"/>
              <a:gd name="connsiteX1" fmla="*/ 4478393 w 4478393"/>
              <a:gd name="connsiteY1" fmla="*/ 14549 h 5826795"/>
              <a:gd name="connsiteX2" fmla="*/ 2001457 w 4478393"/>
              <a:gd name="connsiteY2" fmla="*/ 5826795 h 5826795"/>
              <a:gd name="connsiteX3" fmla="*/ 0 w 4478393"/>
              <a:gd name="connsiteY3" fmla="*/ 5826795 h 5826795"/>
              <a:gd name="connsiteX4" fmla="*/ 2486605 w 4478393"/>
              <a:gd name="connsiteY4" fmla="*/ 0 h 5826795"/>
              <a:gd name="connsiteX0" fmla="*/ 2486605 w 4522645"/>
              <a:gd name="connsiteY0" fmla="*/ 1082 h 5827877"/>
              <a:gd name="connsiteX1" fmla="*/ 4522645 w 4522645"/>
              <a:gd name="connsiteY1" fmla="*/ 0 h 5827877"/>
              <a:gd name="connsiteX2" fmla="*/ 2001457 w 4522645"/>
              <a:gd name="connsiteY2" fmla="*/ 5827877 h 5827877"/>
              <a:gd name="connsiteX3" fmla="*/ 0 w 4522645"/>
              <a:gd name="connsiteY3" fmla="*/ 5827877 h 5827877"/>
              <a:gd name="connsiteX4" fmla="*/ 2486605 w 4522645"/>
              <a:gd name="connsiteY4" fmla="*/ 1082 h 5827877"/>
              <a:gd name="connsiteX0" fmla="*/ 2486605 w 4491075"/>
              <a:gd name="connsiteY0" fmla="*/ 1082 h 5827877"/>
              <a:gd name="connsiteX1" fmla="*/ 4491075 w 4491075"/>
              <a:gd name="connsiteY1" fmla="*/ 0 h 5827877"/>
              <a:gd name="connsiteX2" fmla="*/ 2001457 w 4491075"/>
              <a:gd name="connsiteY2" fmla="*/ 5827877 h 5827877"/>
              <a:gd name="connsiteX3" fmla="*/ 0 w 4491075"/>
              <a:gd name="connsiteY3" fmla="*/ 5827877 h 5827877"/>
              <a:gd name="connsiteX4" fmla="*/ 2486605 w 4491075"/>
              <a:gd name="connsiteY4" fmla="*/ 1082 h 5827877"/>
              <a:gd name="connsiteX0" fmla="*/ 2616040 w 4620510"/>
              <a:gd name="connsiteY0" fmla="*/ 1082 h 5827877"/>
              <a:gd name="connsiteX1" fmla="*/ 4620510 w 4620510"/>
              <a:gd name="connsiteY1" fmla="*/ 0 h 5827877"/>
              <a:gd name="connsiteX2" fmla="*/ 2130892 w 4620510"/>
              <a:gd name="connsiteY2" fmla="*/ 5827877 h 5827877"/>
              <a:gd name="connsiteX3" fmla="*/ 0 w 4620510"/>
              <a:gd name="connsiteY3" fmla="*/ 5821527 h 5827877"/>
              <a:gd name="connsiteX4" fmla="*/ 2616040 w 4620510"/>
              <a:gd name="connsiteY4" fmla="*/ 1082 h 5827877"/>
              <a:gd name="connsiteX0" fmla="*/ 2616040 w 4620510"/>
              <a:gd name="connsiteY0" fmla="*/ 1082 h 5821527"/>
              <a:gd name="connsiteX1" fmla="*/ 4620510 w 4620510"/>
              <a:gd name="connsiteY1" fmla="*/ 0 h 5821527"/>
              <a:gd name="connsiteX2" fmla="*/ 1828876 w 4620510"/>
              <a:gd name="connsiteY2" fmla="*/ 5821527 h 5821527"/>
              <a:gd name="connsiteX3" fmla="*/ 0 w 4620510"/>
              <a:gd name="connsiteY3" fmla="*/ 5821527 h 5821527"/>
              <a:gd name="connsiteX4" fmla="*/ 2616040 w 4620510"/>
              <a:gd name="connsiteY4" fmla="*/ 1082 h 5821527"/>
              <a:gd name="connsiteX0" fmla="*/ 2616040 w 4620510"/>
              <a:gd name="connsiteY0" fmla="*/ 1082 h 5821527"/>
              <a:gd name="connsiteX1" fmla="*/ 4620510 w 4620510"/>
              <a:gd name="connsiteY1" fmla="*/ 0 h 5821527"/>
              <a:gd name="connsiteX2" fmla="*/ 1641914 w 4620510"/>
              <a:gd name="connsiteY2" fmla="*/ 5821527 h 5821527"/>
              <a:gd name="connsiteX3" fmla="*/ 0 w 4620510"/>
              <a:gd name="connsiteY3" fmla="*/ 5821527 h 5821527"/>
              <a:gd name="connsiteX4" fmla="*/ 2616040 w 4620510"/>
              <a:gd name="connsiteY4" fmla="*/ 1082 h 5821527"/>
              <a:gd name="connsiteX0" fmla="*/ 2616040 w 4620510"/>
              <a:gd name="connsiteY0" fmla="*/ 1082 h 5821527"/>
              <a:gd name="connsiteX1" fmla="*/ 4620510 w 4620510"/>
              <a:gd name="connsiteY1" fmla="*/ 0 h 5821527"/>
              <a:gd name="connsiteX2" fmla="*/ 1699441 w 4620510"/>
              <a:gd name="connsiteY2" fmla="*/ 5808827 h 5821527"/>
              <a:gd name="connsiteX3" fmla="*/ 0 w 4620510"/>
              <a:gd name="connsiteY3" fmla="*/ 5821527 h 5821527"/>
              <a:gd name="connsiteX4" fmla="*/ 2616040 w 4620510"/>
              <a:gd name="connsiteY4" fmla="*/ 1082 h 5821527"/>
              <a:gd name="connsiteX0" fmla="*/ 2616040 w 4620510"/>
              <a:gd name="connsiteY0" fmla="*/ 1082 h 5821527"/>
              <a:gd name="connsiteX1" fmla="*/ 4620510 w 4620510"/>
              <a:gd name="connsiteY1" fmla="*/ 0 h 5821527"/>
              <a:gd name="connsiteX2" fmla="*/ 1692250 w 4620510"/>
              <a:gd name="connsiteY2" fmla="*/ 5821527 h 5821527"/>
              <a:gd name="connsiteX3" fmla="*/ 0 w 4620510"/>
              <a:gd name="connsiteY3" fmla="*/ 5821527 h 5821527"/>
              <a:gd name="connsiteX4" fmla="*/ 2616040 w 4620510"/>
              <a:gd name="connsiteY4" fmla="*/ 1082 h 5821527"/>
              <a:gd name="connsiteX0" fmla="*/ 2780776 w 4620510"/>
              <a:gd name="connsiteY0" fmla="*/ 1082 h 5821527"/>
              <a:gd name="connsiteX1" fmla="*/ 4620510 w 4620510"/>
              <a:gd name="connsiteY1" fmla="*/ 0 h 5821527"/>
              <a:gd name="connsiteX2" fmla="*/ 1692250 w 4620510"/>
              <a:gd name="connsiteY2" fmla="*/ 5821527 h 5821527"/>
              <a:gd name="connsiteX3" fmla="*/ 0 w 4620510"/>
              <a:gd name="connsiteY3" fmla="*/ 5821527 h 5821527"/>
              <a:gd name="connsiteX4" fmla="*/ 2780776 w 4620510"/>
              <a:gd name="connsiteY4" fmla="*/ 1082 h 5821527"/>
              <a:gd name="connsiteX0" fmla="*/ 2780776 w 4526375"/>
              <a:gd name="connsiteY0" fmla="*/ 11473 h 5831918"/>
              <a:gd name="connsiteX1" fmla="*/ 4526375 w 4526375"/>
              <a:gd name="connsiteY1" fmla="*/ 0 h 5831918"/>
              <a:gd name="connsiteX2" fmla="*/ 1692250 w 4526375"/>
              <a:gd name="connsiteY2" fmla="*/ 5831918 h 5831918"/>
              <a:gd name="connsiteX3" fmla="*/ 0 w 4526375"/>
              <a:gd name="connsiteY3" fmla="*/ 5831918 h 5831918"/>
              <a:gd name="connsiteX4" fmla="*/ 2780776 w 4526375"/>
              <a:gd name="connsiteY4" fmla="*/ 11473 h 5831918"/>
              <a:gd name="connsiteX0" fmla="*/ 2780776 w 4526375"/>
              <a:gd name="connsiteY0" fmla="*/ 0 h 5820445"/>
              <a:gd name="connsiteX1" fmla="*/ 4526375 w 4526375"/>
              <a:gd name="connsiteY1" fmla="*/ 9309 h 5820445"/>
              <a:gd name="connsiteX2" fmla="*/ 1692250 w 4526375"/>
              <a:gd name="connsiteY2" fmla="*/ 5820445 h 5820445"/>
              <a:gd name="connsiteX3" fmla="*/ 0 w 4526375"/>
              <a:gd name="connsiteY3" fmla="*/ 5820445 h 5820445"/>
              <a:gd name="connsiteX4" fmla="*/ 2780776 w 4526375"/>
              <a:gd name="connsiteY4" fmla="*/ 0 h 5820445"/>
              <a:gd name="connsiteX0" fmla="*/ 2780776 w 4526375"/>
              <a:gd name="connsiteY0" fmla="*/ 6278 h 5811136"/>
              <a:gd name="connsiteX1" fmla="*/ 4526375 w 4526375"/>
              <a:gd name="connsiteY1" fmla="*/ 0 h 5811136"/>
              <a:gd name="connsiteX2" fmla="*/ 1692250 w 4526375"/>
              <a:gd name="connsiteY2" fmla="*/ 5811136 h 5811136"/>
              <a:gd name="connsiteX3" fmla="*/ 0 w 4526375"/>
              <a:gd name="connsiteY3" fmla="*/ 5811136 h 5811136"/>
              <a:gd name="connsiteX4" fmla="*/ 2780776 w 4526375"/>
              <a:gd name="connsiteY4" fmla="*/ 6278 h 5811136"/>
              <a:gd name="connsiteX0" fmla="*/ 2828323 w 4526375"/>
              <a:gd name="connsiteY0" fmla="*/ 0 h 5814189"/>
              <a:gd name="connsiteX1" fmla="*/ 4526375 w 4526375"/>
              <a:gd name="connsiteY1" fmla="*/ 3053 h 5814189"/>
              <a:gd name="connsiteX2" fmla="*/ 1692250 w 4526375"/>
              <a:gd name="connsiteY2" fmla="*/ 5814189 h 5814189"/>
              <a:gd name="connsiteX3" fmla="*/ 0 w 4526375"/>
              <a:gd name="connsiteY3" fmla="*/ 5814189 h 5814189"/>
              <a:gd name="connsiteX4" fmla="*/ 2828323 w 4526375"/>
              <a:gd name="connsiteY4" fmla="*/ 0 h 5814189"/>
              <a:gd name="connsiteX0" fmla="*/ 2828323 w 4526375"/>
              <a:gd name="connsiteY0" fmla="*/ 1048 h 5811136"/>
              <a:gd name="connsiteX1" fmla="*/ 4526375 w 4526375"/>
              <a:gd name="connsiteY1" fmla="*/ 0 h 5811136"/>
              <a:gd name="connsiteX2" fmla="*/ 1692250 w 4526375"/>
              <a:gd name="connsiteY2" fmla="*/ 5811136 h 5811136"/>
              <a:gd name="connsiteX3" fmla="*/ 0 w 4526375"/>
              <a:gd name="connsiteY3" fmla="*/ 5811136 h 5811136"/>
              <a:gd name="connsiteX4" fmla="*/ 2828323 w 4526375"/>
              <a:gd name="connsiteY4" fmla="*/ 1048 h 58111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526375" h="5811136">
                <a:moveTo>
                  <a:pt x="2828323" y="1048"/>
                </a:moveTo>
                <a:lnTo>
                  <a:pt x="4526375" y="0"/>
                </a:lnTo>
                <a:lnTo>
                  <a:pt x="1692250" y="5811136"/>
                </a:lnTo>
                <a:lnTo>
                  <a:pt x="0" y="5811136"/>
                </a:lnTo>
                <a:lnTo>
                  <a:pt x="2828323" y="1048"/>
                </a:lnTo>
                <a:close/>
              </a:path>
            </a:pathLst>
          </a:custGeom>
          <a:solidFill>
            <a:srgbClr val="D454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4">
            <a:extLst>
              <a:ext uri="{FF2B5EF4-FFF2-40B4-BE49-F238E27FC236}">
                <a16:creationId xmlns:a16="http://schemas.microsoft.com/office/drawing/2014/main" id="{B8FF4B90-F2E1-93FC-01B2-A0A90AA0792D}"/>
              </a:ext>
            </a:extLst>
          </p:cNvPr>
          <p:cNvSpPr/>
          <p:nvPr userDrawn="1"/>
        </p:nvSpPr>
        <p:spPr>
          <a:xfrm rot="10800000">
            <a:off x="7869467" y="-9614233"/>
            <a:ext cx="2954751" cy="5811136"/>
          </a:xfrm>
          <a:custGeom>
            <a:avLst/>
            <a:gdLst>
              <a:gd name="connsiteX0" fmla="*/ 0 w 2505206"/>
              <a:gd name="connsiteY0" fmla="*/ 0 h 5824603"/>
              <a:gd name="connsiteX1" fmla="*/ 2505206 w 2505206"/>
              <a:gd name="connsiteY1" fmla="*/ 0 h 5824603"/>
              <a:gd name="connsiteX2" fmla="*/ 2505206 w 2505206"/>
              <a:gd name="connsiteY2" fmla="*/ 5824603 h 5824603"/>
              <a:gd name="connsiteX3" fmla="*/ 0 w 2505206"/>
              <a:gd name="connsiteY3" fmla="*/ 5824603 h 5824603"/>
              <a:gd name="connsiteX4" fmla="*/ 0 w 2505206"/>
              <a:gd name="connsiteY4" fmla="*/ 0 h 5824603"/>
              <a:gd name="connsiteX0" fmla="*/ 0 w 3535109"/>
              <a:gd name="connsiteY0" fmla="*/ 0 h 5824603"/>
              <a:gd name="connsiteX1" fmla="*/ 3535109 w 3535109"/>
              <a:gd name="connsiteY1" fmla="*/ 0 h 5824603"/>
              <a:gd name="connsiteX2" fmla="*/ 2505206 w 3535109"/>
              <a:gd name="connsiteY2" fmla="*/ 5824603 h 5824603"/>
              <a:gd name="connsiteX3" fmla="*/ 0 w 3535109"/>
              <a:gd name="connsiteY3" fmla="*/ 5824603 h 5824603"/>
              <a:gd name="connsiteX4" fmla="*/ 0 w 3535109"/>
              <a:gd name="connsiteY4" fmla="*/ 0 h 5824603"/>
              <a:gd name="connsiteX0" fmla="*/ 1126156 w 3535109"/>
              <a:gd name="connsiteY0" fmla="*/ 0 h 5834229"/>
              <a:gd name="connsiteX1" fmla="*/ 3535109 w 3535109"/>
              <a:gd name="connsiteY1" fmla="*/ 9626 h 5834229"/>
              <a:gd name="connsiteX2" fmla="*/ 2505206 w 3535109"/>
              <a:gd name="connsiteY2" fmla="*/ 5834229 h 5834229"/>
              <a:gd name="connsiteX3" fmla="*/ 0 w 3535109"/>
              <a:gd name="connsiteY3" fmla="*/ 5834229 h 5834229"/>
              <a:gd name="connsiteX4" fmla="*/ 1126156 w 3535109"/>
              <a:gd name="connsiteY4" fmla="*/ 0 h 5834229"/>
              <a:gd name="connsiteX0" fmla="*/ 1103854 w 3535109"/>
              <a:gd name="connsiteY0" fmla="*/ 20110 h 5824603"/>
              <a:gd name="connsiteX1" fmla="*/ 3535109 w 3535109"/>
              <a:gd name="connsiteY1" fmla="*/ 0 h 5824603"/>
              <a:gd name="connsiteX2" fmla="*/ 2505206 w 3535109"/>
              <a:gd name="connsiteY2" fmla="*/ 5824603 h 5824603"/>
              <a:gd name="connsiteX3" fmla="*/ 0 w 3535109"/>
              <a:gd name="connsiteY3" fmla="*/ 5824603 h 5824603"/>
              <a:gd name="connsiteX4" fmla="*/ 1103854 w 3535109"/>
              <a:gd name="connsiteY4" fmla="*/ 20110 h 5824603"/>
              <a:gd name="connsiteX0" fmla="*/ 1111288 w 3535109"/>
              <a:gd name="connsiteY0" fmla="*/ 0 h 5826795"/>
              <a:gd name="connsiteX1" fmla="*/ 3535109 w 3535109"/>
              <a:gd name="connsiteY1" fmla="*/ 2192 h 5826795"/>
              <a:gd name="connsiteX2" fmla="*/ 2505206 w 3535109"/>
              <a:gd name="connsiteY2" fmla="*/ 5826795 h 5826795"/>
              <a:gd name="connsiteX3" fmla="*/ 0 w 3535109"/>
              <a:gd name="connsiteY3" fmla="*/ 5826795 h 5826795"/>
              <a:gd name="connsiteX4" fmla="*/ 1111288 w 3535109"/>
              <a:gd name="connsiteY4" fmla="*/ 0 h 5826795"/>
              <a:gd name="connsiteX0" fmla="*/ 1111288 w 4940163"/>
              <a:gd name="connsiteY0" fmla="*/ 0 h 5826795"/>
              <a:gd name="connsiteX1" fmla="*/ 4940163 w 4940163"/>
              <a:gd name="connsiteY1" fmla="*/ 2192 h 5826795"/>
              <a:gd name="connsiteX2" fmla="*/ 2505206 w 4940163"/>
              <a:gd name="connsiteY2" fmla="*/ 5826795 h 5826795"/>
              <a:gd name="connsiteX3" fmla="*/ 0 w 4940163"/>
              <a:gd name="connsiteY3" fmla="*/ 5826795 h 5826795"/>
              <a:gd name="connsiteX4" fmla="*/ 1111288 w 4940163"/>
              <a:gd name="connsiteY4" fmla="*/ 0 h 5826795"/>
              <a:gd name="connsiteX0" fmla="*/ 2486605 w 4940163"/>
              <a:gd name="connsiteY0" fmla="*/ 0 h 5826795"/>
              <a:gd name="connsiteX1" fmla="*/ 4940163 w 4940163"/>
              <a:gd name="connsiteY1" fmla="*/ 2192 h 5826795"/>
              <a:gd name="connsiteX2" fmla="*/ 2505206 w 4940163"/>
              <a:gd name="connsiteY2" fmla="*/ 5826795 h 5826795"/>
              <a:gd name="connsiteX3" fmla="*/ 0 w 4940163"/>
              <a:gd name="connsiteY3" fmla="*/ 5826795 h 5826795"/>
              <a:gd name="connsiteX4" fmla="*/ 2486605 w 4940163"/>
              <a:gd name="connsiteY4" fmla="*/ 0 h 5826795"/>
              <a:gd name="connsiteX0" fmla="*/ 2486605 w 4940163"/>
              <a:gd name="connsiteY0" fmla="*/ 0 h 5826795"/>
              <a:gd name="connsiteX1" fmla="*/ 4940163 w 4940163"/>
              <a:gd name="connsiteY1" fmla="*/ 2192 h 5826795"/>
              <a:gd name="connsiteX2" fmla="*/ 2001457 w 4940163"/>
              <a:gd name="connsiteY2" fmla="*/ 5826795 h 5826795"/>
              <a:gd name="connsiteX3" fmla="*/ 0 w 4940163"/>
              <a:gd name="connsiteY3" fmla="*/ 5826795 h 5826795"/>
              <a:gd name="connsiteX4" fmla="*/ 2486605 w 4940163"/>
              <a:gd name="connsiteY4" fmla="*/ 0 h 5826795"/>
              <a:gd name="connsiteX0" fmla="*/ 2486605 w 4478393"/>
              <a:gd name="connsiteY0" fmla="*/ 10165 h 5836960"/>
              <a:gd name="connsiteX1" fmla="*/ 4478393 w 4478393"/>
              <a:gd name="connsiteY1" fmla="*/ 0 h 5836960"/>
              <a:gd name="connsiteX2" fmla="*/ 2001457 w 4478393"/>
              <a:gd name="connsiteY2" fmla="*/ 5836960 h 5836960"/>
              <a:gd name="connsiteX3" fmla="*/ 0 w 4478393"/>
              <a:gd name="connsiteY3" fmla="*/ 5836960 h 5836960"/>
              <a:gd name="connsiteX4" fmla="*/ 2486605 w 4478393"/>
              <a:gd name="connsiteY4" fmla="*/ 10165 h 5836960"/>
              <a:gd name="connsiteX0" fmla="*/ 2486605 w 4422421"/>
              <a:gd name="connsiteY0" fmla="*/ 10165 h 5836960"/>
              <a:gd name="connsiteX1" fmla="*/ 4422421 w 4422421"/>
              <a:gd name="connsiteY1" fmla="*/ 0 h 5836960"/>
              <a:gd name="connsiteX2" fmla="*/ 2001457 w 4422421"/>
              <a:gd name="connsiteY2" fmla="*/ 5836960 h 5836960"/>
              <a:gd name="connsiteX3" fmla="*/ 0 w 4422421"/>
              <a:gd name="connsiteY3" fmla="*/ 5836960 h 5836960"/>
              <a:gd name="connsiteX4" fmla="*/ 2486605 w 4422421"/>
              <a:gd name="connsiteY4" fmla="*/ 10165 h 5836960"/>
              <a:gd name="connsiteX0" fmla="*/ 2486605 w 4478393"/>
              <a:gd name="connsiteY0" fmla="*/ 0 h 5826795"/>
              <a:gd name="connsiteX1" fmla="*/ 4478393 w 4478393"/>
              <a:gd name="connsiteY1" fmla="*/ 14549 h 5826795"/>
              <a:gd name="connsiteX2" fmla="*/ 2001457 w 4478393"/>
              <a:gd name="connsiteY2" fmla="*/ 5826795 h 5826795"/>
              <a:gd name="connsiteX3" fmla="*/ 0 w 4478393"/>
              <a:gd name="connsiteY3" fmla="*/ 5826795 h 5826795"/>
              <a:gd name="connsiteX4" fmla="*/ 2486605 w 4478393"/>
              <a:gd name="connsiteY4" fmla="*/ 0 h 5826795"/>
              <a:gd name="connsiteX0" fmla="*/ 2486605 w 4522645"/>
              <a:gd name="connsiteY0" fmla="*/ 1082 h 5827877"/>
              <a:gd name="connsiteX1" fmla="*/ 4522645 w 4522645"/>
              <a:gd name="connsiteY1" fmla="*/ 0 h 5827877"/>
              <a:gd name="connsiteX2" fmla="*/ 2001457 w 4522645"/>
              <a:gd name="connsiteY2" fmla="*/ 5827877 h 5827877"/>
              <a:gd name="connsiteX3" fmla="*/ 0 w 4522645"/>
              <a:gd name="connsiteY3" fmla="*/ 5827877 h 5827877"/>
              <a:gd name="connsiteX4" fmla="*/ 2486605 w 4522645"/>
              <a:gd name="connsiteY4" fmla="*/ 1082 h 5827877"/>
              <a:gd name="connsiteX0" fmla="*/ 2486605 w 4491075"/>
              <a:gd name="connsiteY0" fmla="*/ 1082 h 5827877"/>
              <a:gd name="connsiteX1" fmla="*/ 4491075 w 4491075"/>
              <a:gd name="connsiteY1" fmla="*/ 0 h 5827877"/>
              <a:gd name="connsiteX2" fmla="*/ 2001457 w 4491075"/>
              <a:gd name="connsiteY2" fmla="*/ 5827877 h 5827877"/>
              <a:gd name="connsiteX3" fmla="*/ 0 w 4491075"/>
              <a:gd name="connsiteY3" fmla="*/ 5827877 h 5827877"/>
              <a:gd name="connsiteX4" fmla="*/ 2486605 w 4491075"/>
              <a:gd name="connsiteY4" fmla="*/ 1082 h 5827877"/>
              <a:gd name="connsiteX0" fmla="*/ 2616040 w 4620510"/>
              <a:gd name="connsiteY0" fmla="*/ 1082 h 5827877"/>
              <a:gd name="connsiteX1" fmla="*/ 4620510 w 4620510"/>
              <a:gd name="connsiteY1" fmla="*/ 0 h 5827877"/>
              <a:gd name="connsiteX2" fmla="*/ 2130892 w 4620510"/>
              <a:gd name="connsiteY2" fmla="*/ 5827877 h 5827877"/>
              <a:gd name="connsiteX3" fmla="*/ 0 w 4620510"/>
              <a:gd name="connsiteY3" fmla="*/ 5821527 h 5827877"/>
              <a:gd name="connsiteX4" fmla="*/ 2616040 w 4620510"/>
              <a:gd name="connsiteY4" fmla="*/ 1082 h 5827877"/>
              <a:gd name="connsiteX0" fmla="*/ 2616040 w 4620510"/>
              <a:gd name="connsiteY0" fmla="*/ 1082 h 5821527"/>
              <a:gd name="connsiteX1" fmla="*/ 4620510 w 4620510"/>
              <a:gd name="connsiteY1" fmla="*/ 0 h 5821527"/>
              <a:gd name="connsiteX2" fmla="*/ 1828876 w 4620510"/>
              <a:gd name="connsiteY2" fmla="*/ 5821527 h 5821527"/>
              <a:gd name="connsiteX3" fmla="*/ 0 w 4620510"/>
              <a:gd name="connsiteY3" fmla="*/ 5821527 h 5821527"/>
              <a:gd name="connsiteX4" fmla="*/ 2616040 w 4620510"/>
              <a:gd name="connsiteY4" fmla="*/ 1082 h 5821527"/>
              <a:gd name="connsiteX0" fmla="*/ 2616040 w 4620510"/>
              <a:gd name="connsiteY0" fmla="*/ 1082 h 5821527"/>
              <a:gd name="connsiteX1" fmla="*/ 4620510 w 4620510"/>
              <a:gd name="connsiteY1" fmla="*/ 0 h 5821527"/>
              <a:gd name="connsiteX2" fmla="*/ 1641914 w 4620510"/>
              <a:gd name="connsiteY2" fmla="*/ 5821527 h 5821527"/>
              <a:gd name="connsiteX3" fmla="*/ 0 w 4620510"/>
              <a:gd name="connsiteY3" fmla="*/ 5821527 h 5821527"/>
              <a:gd name="connsiteX4" fmla="*/ 2616040 w 4620510"/>
              <a:gd name="connsiteY4" fmla="*/ 1082 h 5821527"/>
              <a:gd name="connsiteX0" fmla="*/ 2616040 w 4620510"/>
              <a:gd name="connsiteY0" fmla="*/ 1082 h 5821527"/>
              <a:gd name="connsiteX1" fmla="*/ 4620510 w 4620510"/>
              <a:gd name="connsiteY1" fmla="*/ 0 h 5821527"/>
              <a:gd name="connsiteX2" fmla="*/ 1699441 w 4620510"/>
              <a:gd name="connsiteY2" fmla="*/ 5808827 h 5821527"/>
              <a:gd name="connsiteX3" fmla="*/ 0 w 4620510"/>
              <a:gd name="connsiteY3" fmla="*/ 5821527 h 5821527"/>
              <a:gd name="connsiteX4" fmla="*/ 2616040 w 4620510"/>
              <a:gd name="connsiteY4" fmla="*/ 1082 h 5821527"/>
              <a:gd name="connsiteX0" fmla="*/ 2616040 w 4620510"/>
              <a:gd name="connsiteY0" fmla="*/ 1082 h 5821527"/>
              <a:gd name="connsiteX1" fmla="*/ 4620510 w 4620510"/>
              <a:gd name="connsiteY1" fmla="*/ 0 h 5821527"/>
              <a:gd name="connsiteX2" fmla="*/ 1692250 w 4620510"/>
              <a:gd name="connsiteY2" fmla="*/ 5821527 h 5821527"/>
              <a:gd name="connsiteX3" fmla="*/ 0 w 4620510"/>
              <a:gd name="connsiteY3" fmla="*/ 5821527 h 5821527"/>
              <a:gd name="connsiteX4" fmla="*/ 2616040 w 4620510"/>
              <a:gd name="connsiteY4" fmla="*/ 1082 h 5821527"/>
              <a:gd name="connsiteX0" fmla="*/ 2780776 w 4620510"/>
              <a:gd name="connsiteY0" fmla="*/ 1082 h 5821527"/>
              <a:gd name="connsiteX1" fmla="*/ 4620510 w 4620510"/>
              <a:gd name="connsiteY1" fmla="*/ 0 h 5821527"/>
              <a:gd name="connsiteX2" fmla="*/ 1692250 w 4620510"/>
              <a:gd name="connsiteY2" fmla="*/ 5821527 h 5821527"/>
              <a:gd name="connsiteX3" fmla="*/ 0 w 4620510"/>
              <a:gd name="connsiteY3" fmla="*/ 5821527 h 5821527"/>
              <a:gd name="connsiteX4" fmla="*/ 2780776 w 4620510"/>
              <a:gd name="connsiteY4" fmla="*/ 1082 h 5821527"/>
              <a:gd name="connsiteX0" fmla="*/ 2780776 w 4526375"/>
              <a:gd name="connsiteY0" fmla="*/ 11473 h 5831918"/>
              <a:gd name="connsiteX1" fmla="*/ 4526375 w 4526375"/>
              <a:gd name="connsiteY1" fmla="*/ 0 h 5831918"/>
              <a:gd name="connsiteX2" fmla="*/ 1692250 w 4526375"/>
              <a:gd name="connsiteY2" fmla="*/ 5831918 h 5831918"/>
              <a:gd name="connsiteX3" fmla="*/ 0 w 4526375"/>
              <a:gd name="connsiteY3" fmla="*/ 5831918 h 5831918"/>
              <a:gd name="connsiteX4" fmla="*/ 2780776 w 4526375"/>
              <a:gd name="connsiteY4" fmla="*/ 11473 h 5831918"/>
              <a:gd name="connsiteX0" fmla="*/ 2780776 w 4526375"/>
              <a:gd name="connsiteY0" fmla="*/ 0 h 5820445"/>
              <a:gd name="connsiteX1" fmla="*/ 4526375 w 4526375"/>
              <a:gd name="connsiteY1" fmla="*/ 9309 h 5820445"/>
              <a:gd name="connsiteX2" fmla="*/ 1692250 w 4526375"/>
              <a:gd name="connsiteY2" fmla="*/ 5820445 h 5820445"/>
              <a:gd name="connsiteX3" fmla="*/ 0 w 4526375"/>
              <a:gd name="connsiteY3" fmla="*/ 5820445 h 5820445"/>
              <a:gd name="connsiteX4" fmla="*/ 2780776 w 4526375"/>
              <a:gd name="connsiteY4" fmla="*/ 0 h 5820445"/>
              <a:gd name="connsiteX0" fmla="*/ 2780776 w 4526375"/>
              <a:gd name="connsiteY0" fmla="*/ 6278 h 5811136"/>
              <a:gd name="connsiteX1" fmla="*/ 4526375 w 4526375"/>
              <a:gd name="connsiteY1" fmla="*/ 0 h 5811136"/>
              <a:gd name="connsiteX2" fmla="*/ 1692250 w 4526375"/>
              <a:gd name="connsiteY2" fmla="*/ 5811136 h 5811136"/>
              <a:gd name="connsiteX3" fmla="*/ 0 w 4526375"/>
              <a:gd name="connsiteY3" fmla="*/ 5811136 h 5811136"/>
              <a:gd name="connsiteX4" fmla="*/ 2780776 w 4526375"/>
              <a:gd name="connsiteY4" fmla="*/ 6278 h 5811136"/>
              <a:gd name="connsiteX0" fmla="*/ 2828323 w 4526375"/>
              <a:gd name="connsiteY0" fmla="*/ 0 h 5814189"/>
              <a:gd name="connsiteX1" fmla="*/ 4526375 w 4526375"/>
              <a:gd name="connsiteY1" fmla="*/ 3053 h 5814189"/>
              <a:gd name="connsiteX2" fmla="*/ 1692250 w 4526375"/>
              <a:gd name="connsiteY2" fmla="*/ 5814189 h 5814189"/>
              <a:gd name="connsiteX3" fmla="*/ 0 w 4526375"/>
              <a:gd name="connsiteY3" fmla="*/ 5814189 h 5814189"/>
              <a:gd name="connsiteX4" fmla="*/ 2828323 w 4526375"/>
              <a:gd name="connsiteY4" fmla="*/ 0 h 5814189"/>
              <a:gd name="connsiteX0" fmla="*/ 2828323 w 4526375"/>
              <a:gd name="connsiteY0" fmla="*/ 1048 h 5811136"/>
              <a:gd name="connsiteX1" fmla="*/ 4526375 w 4526375"/>
              <a:gd name="connsiteY1" fmla="*/ 0 h 5811136"/>
              <a:gd name="connsiteX2" fmla="*/ 1692250 w 4526375"/>
              <a:gd name="connsiteY2" fmla="*/ 5811136 h 5811136"/>
              <a:gd name="connsiteX3" fmla="*/ 0 w 4526375"/>
              <a:gd name="connsiteY3" fmla="*/ 5811136 h 5811136"/>
              <a:gd name="connsiteX4" fmla="*/ 2828323 w 4526375"/>
              <a:gd name="connsiteY4" fmla="*/ 1048 h 58111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526375" h="5811136">
                <a:moveTo>
                  <a:pt x="2828323" y="1048"/>
                </a:moveTo>
                <a:lnTo>
                  <a:pt x="4526375" y="0"/>
                </a:lnTo>
                <a:lnTo>
                  <a:pt x="1692250" y="5811136"/>
                </a:lnTo>
                <a:lnTo>
                  <a:pt x="0" y="5811136"/>
                </a:lnTo>
                <a:lnTo>
                  <a:pt x="2828323" y="1048"/>
                </a:lnTo>
                <a:close/>
              </a:path>
            </a:pathLst>
          </a:custGeom>
          <a:solidFill>
            <a:srgbClr val="B6C8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4">
            <a:extLst>
              <a:ext uri="{FF2B5EF4-FFF2-40B4-BE49-F238E27FC236}">
                <a16:creationId xmlns:a16="http://schemas.microsoft.com/office/drawing/2014/main" id="{1D318414-F9A4-ED80-E8E6-5223D43C2549}"/>
              </a:ext>
            </a:extLst>
          </p:cNvPr>
          <p:cNvSpPr/>
          <p:nvPr userDrawn="1"/>
        </p:nvSpPr>
        <p:spPr>
          <a:xfrm rot="10800000">
            <a:off x="1651547" y="-9614233"/>
            <a:ext cx="2954751" cy="5811136"/>
          </a:xfrm>
          <a:custGeom>
            <a:avLst/>
            <a:gdLst>
              <a:gd name="connsiteX0" fmla="*/ 0 w 2505206"/>
              <a:gd name="connsiteY0" fmla="*/ 0 h 5824603"/>
              <a:gd name="connsiteX1" fmla="*/ 2505206 w 2505206"/>
              <a:gd name="connsiteY1" fmla="*/ 0 h 5824603"/>
              <a:gd name="connsiteX2" fmla="*/ 2505206 w 2505206"/>
              <a:gd name="connsiteY2" fmla="*/ 5824603 h 5824603"/>
              <a:gd name="connsiteX3" fmla="*/ 0 w 2505206"/>
              <a:gd name="connsiteY3" fmla="*/ 5824603 h 5824603"/>
              <a:gd name="connsiteX4" fmla="*/ 0 w 2505206"/>
              <a:gd name="connsiteY4" fmla="*/ 0 h 5824603"/>
              <a:gd name="connsiteX0" fmla="*/ 0 w 3535109"/>
              <a:gd name="connsiteY0" fmla="*/ 0 h 5824603"/>
              <a:gd name="connsiteX1" fmla="*/ 3535109 w 3535109"/>
              <a:gd name="connsiteY1" fmla="*/ 0 h 5824603"/>
              <a:gd name="connsiteX2" fmla="*/ 2505206 w 3535109"/>
              <a:gd name="connsiteY2" fmla="*/ 5824603 h 5824603"/>
              <a:gd name="connsiteX3" fmla="*/ 0 w 3535109"/>
              <a:gd name="connsiteY3" fmla="*/ 5824603 h 5824603"/>
              <a:gd name="connsiteX4" fmla="*/ 0 w 3535109"/>
              <a:gd name="connsiteY4" fmla="*/ 0 h 5824603"/>
              <a:gd name="connsiteX0" fmla="*/ 1126156 w 3535109"/>
              <a:gd name="connsiteY0" fmla="*/ 0 h 5834229"/>
              <a:gd name="connsiteX1" fmla="*/ 3535109 w 3535109"/>
              <a:gd name="connsiteY1" fmla="*/ 9626 h 5834229"/>
              <a:gd name="connsiteX2" fmla="*/ 2505206 w 3535109"/>
              <a:gd name="connsiteY2" fmla="*/ 5834229 h 5834229"/>
              <a:gd name="connsiteX3" fmla="*/ 0 w 3535109"/>
              <a:gd name="connsiteY3" fmla="*/ 5834229 h 5834229"/>
              <a:gd name="connsiteX4" fmla="*/ 1126156 w 3535109"/>
              <a:gd name="connsiteY4" fmla="*/ 0 h 5834229"/>
              <a:gd name="connsiteX0" fmla="*/ 1103854 w 3535109"/>
              <a:gd name="connsiteY0" fmla="*/ 20110 h 5824603"/>
              <a:gd name="connsiteX1" fmla="*/ 3535109 w 3535109"/>
              <a:gd name="connsiteY1" fmla="*/ 0 h 5824603"/>
              <a:gd name="connsiteX2" fmla="*/ 2505206 w 3535109"/>
              <a:gd name="connsiteY2" fmla="*/ 5824603 h 5824603"/>
              <a:gd name="connsiteX3" fmla="*/ 0 w 3535109"/>
              <a:gd name="connsiteY3" fmla="*/ 5824603 h 5824603"/>
              <a:gd name="connsiteX4" fmla="*/ 1103854 w 3535109"/>
              <a:gd name="connsiteY4" fmla="*/ 20110 h 5824603"/>
              <a:gd name="connsiteX0" fmla="*/ 1111288 w 3535109"/>
              <a:gd name="connsiteY0" fmla="*/ 0 h 5826795"/>
              <a:gd name="connsiteX1" fmla="*/ 3535109 w 3535109"/>
              <a:gd name="connsiteY1" fmla="*/ 2192 h 5826795"/>
              <a:gd name="connsiteX2" fmla="*/ 2505206 w 3535109"/>
              <a:gd name="connsiteY2" fmla="*/ 5826795 h 5826795"/>
              <a:gd name="connsiteX3" fmla="*/ 0 w 3535109"/>
              <a:gd name="connsiteY3" fmla="*/ 5826795 h 5826795"/>
              <a:gd name="connsiteX4" fmla="*/ 1111288 w 3535109"/>
              <a:gd name="connsiteY4" fmla="*/ 0 h 5826795"/>
              <a:gd name="connsiteX0" fmla="*/ 1111288 w 4940163"/>
              <a:gd name="connsiteY0" fmla="*/ 0 h 5826795"/>
              <a:gd name="connsiteX1" fmla="*/ 4940163 w 4940163"/>
              <a:gd name="connsiteY1" fmla="*/ 2192 h 5826795"/>
              <a:gd name="connsiteX2" fmla="*/ 2505206 w 4940163"/>
              <a:gd name="connsiteY2" fmla="*/ 5826795 h 5826795"/>
              <a:gd name="connsiteX3" fmla="*/ 0 w 4940163"/>
              <a:gd name="connsiteY3" fmla="*/ 5826795 h 5826795"/>
              <a:gd name="connsiteX4" fmla="*/ 1111288 w 4940163"/>
              <a:gd name="connsiteY4" fmla="*/ 0 h 5826795"/>
              <a:gd name="connsiteX0" fmla="*/ 2486605 w 4940163"/>
              <a:gd name="connsiteY0" fmla="*/ 0 h 5826795"/>
              <a:gd name="connsiteX1" fmla="*/ 4940163 w 4940163"/>
              <a:gd name="connsiteY1" fmla="*/ 2192 h 5826795"/>
              <a:gd name="connsiteX2" fmla="*/ 2505206 w 4940163"/>
              <a:gd name="connsiteY2" fmla="*/ 5826795 h 5826795"/>
              <a:gd name="connsiteX3" fmla="*/ 0 w 4940163"/>
              <a:gd name="connsiteY3" fmla="*/ 5826795 h 5826795"/>
              <a:gd name="connsiteX4" fmla="*/ 2486605 w 4940163"/>
              <a:gd name="connsiteY4" fmla="*/ 0 h 5826795"/>
              <a:gd name="connsiteX0" fmla="*/ 2486605 w 4940163"/>
              <a:gd name="connsiteY0" fmla="*/ 0 h 5826795"/>
              <a:gd name="connsiteX1" fmla="*/ 4940163 w 4940163"/>
              <a:gd name="connsiteY1" fmla="*/ 2192 h 5826795"/>
              <a:gd name="connsiteX2" fmla="*/ 2001457 w 4940163"/>
              <a:gd name="connsiteY2" fmla="*/ 5826795 h 5826795"/>
              <a:gd name="connsiteX3" fmla="*/ 0 w 4940163"/>
              <a:gd name="connsiteY3" fmla="*/ 5826795 h 5826795"/>
              <a:gd name="connsiteX4" fmla="*/ 2486605 w 4940163"/>
              <a:gd name="connsiteY4" fmla="*/ 0 h 5826795"/>
              <a:gd name="connsiteX0" fmla="*/ 2486605 w 4478393"/>
              <a:gd name="connsiteY0" fmla="*/ 10165 h 5836960"/>
              <a:gd name="connsiteX1" fmla="*/ 4478393 w 4478393"/>
              <a:gd name="connsiteY1" fmla="*/ 0 h 5836960"/>
              <a:gd name="connsiteX2" fmla="*/ 2001457 w 4478393"/>
              <a:gd name="connsiteY2" fmla="*/ 5836960 h 5836960"/>
              <a:gd name="connsiteX3" fmla="*/ 0 w 4478393"/>
              <a:gd name="connsiteY3" fmla="*/ 5836960 h 5836960"/>
              <a:gd name="connsiteX4" fmla="*/ 2486605 w 4478393"/>
              <a:gd name="connsiteY4" fmla="*/ 10165 h 5836960"/>
              <a:gd name="connsiteX0" fmla="*/ 2486605 w 4422421"/>
              <a:gd name="connsiteY0" fmla="*/ 10165 h 5836960"/>
              <a:gd name="connsiteX1" fmla="*/ 4422421 w 4422421"/>
              <a:gd name="connsiteY1" fmla="*/ 0 h 5836960"/>
              <a:gd name="connsiteX2" fmla="*/ 2001457 w 4422421"/>
              <a:gd name="connsiteY2" fmla="*/ 5836960 h 5836960"/>
              <a:gd name="connsiteX3" fmla="*/ 0 w 4422421"/>
              <a:gd name="connsiteY3" fmla="*/ 5836960 h 5836960"/>
              <a:gd name="connsiteX4" fmla="*/ 2486605 w 4422421"/>
              <a:gd name="connsiteY4" fmla="*/ 10165 h 5836960"/>
              <a:gd name="connsiteX0" fmla="*/ 2486605 w 4478393"/>
              <a:gd name="connsiteY0" fmla="*/ 0 h 5826795"/>
              <a:gd name="connsiteX1" fmla="*/ 4478393 w 4478393"/>
              <a:gd name="connsiteY1" fmla="*/ 14549 h 5826795"/>
              <a:gd name="connsiteX2" fmla="*/ 2001457 w 4478393"/>
              <a:gd name="connsiteY2" fmla="*/ 5826795 h 5826795"/>
              <a:gd name="connsiteX3" fmla="*/ 0 w 4478393"/>
              <a:gd name="connsiteY3" fmla="*/ 5826795 h 5826795"/>
              <a:gd name="connsiteX4" fmla="*/ 2486605 w 4478393"/>
              <a:gd name="connsiteY4" fmla="*/ 0 h 5826795"/>
              <a:gd name="connsiteX0" fmla="*/ 2486605 w 4522645"/>
              <a:gd name="connsiteY0" fmla="*/ 1082 h 5827877"/>
              <a:gd name="connsiteX1" fmla="*/ 4522645 w 4522645"/>
              <a:gd name="connsiteY1" fmla="*/ 0 h 5827877"/>
              <a:gd name="connsiteX2" fmla="*/ 2001457 w 4522645"/>
              <a:gd name="connsiteY2" fmla="*/ 5827877 h 5827877"/>
              <a:gd name="connsiteX3" fmla="*/ 0 w 4522645"/>
              <a:gd name="connsiteY3" fmla="*/ 5827877 h 5827877"/>
              <a:gd name="connsiteX4" fmla="*/ 2486605 w 4522645"/>
              <a:gd name="connsiteY4" fmla="*/ 1082 h 5827877"/>
              <a:gd name="connsiteX0" fmla="*/ 2486605 w 4491075"/>
              <a:gd name="connsiteY0" fmla="*/ 1082 h 5827877"/>
              <a:gd name="connsiteX1" fmla="*/ 4491075 w 4491075"/>
              <a:gd name="connsiteY1" fmla="*/ 0 h 5827877"/>
              <a:gd name="connsiteX2" fmla="*/ 2001457 w 4491075"/>
              <a:gd name="connsiteY2" fmla="*/ 5827877 h 5827877"/>
              <a:gd name="connsiteX3" fmla="*/ 0 w 4491075"/>
              <a:gd name="connsiteY3" fmla="*/ 5827877 h 5827877"/>
              <a:gd name="connsiteX4" fmla="*/ 2486605 w 4491075"/>
              <a:gd name="connsiteY4" fmla="*/ 1082 h 5827877"/>
              <a:gd name="connsiteX0" fmla="*/ 2616040 w 4620510"/>
              <a:gd name="connsiteY0" fmla="*/ 1082 h 5827877"/>
              <a:gd name="connsiteX1" fmla="*/ 4620510 w 4620510"/>
              <a:gd name="connsiteY1" fmla="*/ 0 h 5827877"/>
              <a:gd name="connsiteX2" fmla="*/ 2130892 w 4620510"/>
              <a:gd name="connsiteY2" fmla="*/ 5827877 h 5827877"/>
              <a:gd name="connsiteX3" fmla="*/ 0 w 4620510"/>
              <a:gd name="connsiteY3" fmla="*/ 5821527 h 5827877"/>
              <a:gd name="connsiteX4" fmla="*/ 2616040 w 4620510"/>
              <a:gd name="connsiteY4" fmla="*/ 1082 h 5827877"/>
              <a:gd name="connsiteX0" fmla="*/ 2616040 w 4620510"/>
              <a:gd name="connsiteY0" fmla="*/ 1082 h 5821527"/>
              <a:gd name="connsiteX1" fmla="*/ 4620510 w 4620510"/>
              <a:gd name="connsiteY1" fmla="*/ 0 h 5821527"/>
              <a:gd name="connsiteX2" fmla="*/ 1828876 w 4620510"/>
              <a:gd name="connsiteY2" fmla="*/ 5821527 h 5821527"/>
              <a:gd name="connsiteX3" fmla="*/ 0 w 4620510"/>
              <a:gd name="connsiteY3" fmla="*/ 5821527 h 5821527"/>
              <a:gd name="connsiteX4" fmla="*/ 2616040 w 4620510"/>
              <a:gd name="connsiteY4" fmla="*/ 1082 h 5821527"/>
              <a:gd name="connsiteX0" fmla="*/ 2616040 w 4620510"/>
              <a:gd name="connsiteY0" fmla="*/ 1082 h 5821527"/>
              <a:gd name="connsiteX1" fmla="*/ 4620510 w 4620510"/>
              <a:gd name="connsiteY1" fmla="*/ 0 h 5821527"/>
              <a:gd name="connsiteX2" fmla="*/ 1641914 w 4620510"/>
              <a:gd name="connsiteY2" fmla="*/ 5821527 h 5821527"/>
              <a:gd name="connsiteX3" fmla="*/ 0 w 4620510"/>
              <a:gd name="connsiteY3" fmla="*/ 5821527 h 5821527"/>
              <a:gd name="connsiteX4" fmla="*/ 2616040 w 4620510"/>
              <a:gd name="connsiteY4" fmla="*/ 1082 h 5821527"/>
              <a:gd name="connsiteX0" fmla="*/ 2616040 w 4620510"/>
              <a:gd name="connsiteY0" fmla="*/ 1082 h 5821527"/>
              <a:gd name="connsiteX1" fmla="*/ 4620510 w 4620510"/>
              <a:gd name="connsiteY1" fmla="*/ 0 h 5821527"/>
              <a:gd name="connsiteX2" fmla="*/ 1699441 w 4620510"/>
              <a:gd name="connsiteY2" fmla="*/ 5808827 h 5821527"/>
              <a:gd name="connsiteX3" fmla="*/ 0 w 4620510"/>
              <a:gd name="connsiteY3" fmla="*/ 5821527 h 5821527"/>
              <a:gd name="connsiteX4" fmla="*/ 2616040 w 4620510"/>
              <a:gd name="connsiteY4" fmla="*/ 1082 h 5821527"/>
              <a:gd name="connsiteX0" fmla="*/ 2616040 w 4620510"/>
              <a:gd name="connsiteY0" fmla="*/ 1082 h 5821527"/>
              <a:gd name="connsiteX1" fmla="*/ 4620510 w 4620510"/>
              <a:gd name="connsiteY1" fmla="*/ 0 h 5821527"/>
              <a:gd name="connsiteX2" fmla="*/ 1692250 w 4620510"/>
              <a:gd name="connsiteY2" fmla="*/ 5821527 h 5821527"/>
              <a:gd name="connsiteX3" fmla="*/ 0 w 4620510"/>
              <a:gd name="connsiteY3" fmla="*/ 5821527 h 5821527"/>
              <a:gd name="connsiteX4" fmla="*/ 2616040 w 4620510"/>
              <a:gd name="connsiteY4" fmla="*/ 1082 h 5821527"/>
              <a:gd name="connsiteX0" fmla="*/ 2780776 w 4620510"/>
              <a:gd name="connsiteY0" fmla="*/ 1082 h 5821527"/>
              <a:gd name="connsiteX1" fmla="*/ 4620510 w 4620510"/>
              <a:gd name="connsiteY1" fmla="*/ 0 h 5821527"/>
              <a:gd name="connsiteX2" fmla="*/ 1692250 w 4620510"/>
              <a:gd name="connsiteY2" fmla="*/ 5821527 h 5821527"/>
              <a:gd name="connsiteX3" fmla="*/ 0 w 4620510"/>
              <a:gd name="connsiteY3" fmla="*/ 5821527 h 5821527"/>
              <a:gd name="connsiteX4" fmla="*/ 2780776 w 4620510"/>
              <a:gd name="connsiteY4" fmla="*/ 1082 h 5821527"/>
              <a:gd name="connsiteX0" fmla="*/ 2780776 w 4526375"/>
              <a:gd name="connsiteY0" fmla="*/ 11473 h 5831918"/>
              <a:gd name="connsiteX1" fmla="*/ 4526375 w 4526375"/>
              <a:gd name="connsiteY1" fmla="*/ 0 h 5831918"/>
              <a:gd name="connsiteX2" fmla="*/ 1692250 w 4526375"/>
              <a:gd name="connsiteY2" fmla="*/ 5831918 h 5831918"/>
              <a:gd name="connsiteX3" fmla="*/ 0 w 4526375"/>
              <a:gd name="connsiteY3" fmla="*/ 5831918 h 5831918"/>
              <a:gd name="connsiteX4" fmla="*/ 2780776 w 4526375"/>
              <a:gd name="connsiteY4" fmla="*/ 11473 h 5831918"/>
              <a:gd name="connsiteX0" fmla="*/ 2780776 w 4526375"/>
              <a:gd name="connsiteY0" fmla="*/ 0 h 5820445"/>
              <a:gd name="connsiteX1" fmla="*/ 4526375 w 4526375"/>
              <a:gd name="connsiteY1" fmla="*/ 9309 h 5820445"/>
              <a:gd name="connsiteX2" fmla="*/ 1692250 w 4526375"/>
              <a:gd name="connsiteY2" fmla="*/ 5820445 h 5820445"/>
              <a:gd name="connsiteX3" fmla="*/ 0 w 4526375"/>
              <a:gd name="connsiteY3" fmla="*/ 5820445 h 5820445"/>
              <a:gd name="connsiteX4" fmla="*/ 2780776 w 4526375"/>
              <a:gd name="connsiteY4" fmla="*/ 0 h 5820445"/>
              <a:gd name="connsiteX0" fmla="*/ 2780776 w 4526375"/>
              <a:gd name="connsiteY0" fmla="*/ 6278 h 5811136"/>
              <a:gd name="connsiteX1" fmla="*/ 4526375 w 4526375"/>
              <a:gd name="connsiteY1" fmla="*/ 0 h 5811136"/>
              <a:gd name="connsiteX2" fmla="*/ 1692250 w 4526375"/>
              <a:gd name="connsiteY2" fmla="*/ 5811136 h 5811136"/>
              <a:gd name="connsiteX3" fmla="*/ 0 w 4526375"/>
              <a:gd name="connsiteY3" fmla="*/ 5811136 h 5811136"/>
              <a:gd name="connsiteX4" fmla="*/ 2780776 w 4526375"/>
              <a:gd name="connsiteY4" fmla="*/ 6278 h 5811136"/>
              <a:gd name="connsiteX0" fmla="*/ 2828323 w 4526375"/>
              <a:gd name="connsiteY0" fmla="*/ 0 h 5814189"/>
              <a:gd name="connsiteX1" fmla="*/ 4526375 w 4526375"/>
              <a:gd name="connsiteY1" fmla="*/ 3053 h 5814189"/>
              <a:gd name="connsiteX2" fmla="*/ 1692250 w 4526375"/>
              <a:gd name="connsiteY2" fmla="*/ 5814189 h 5814189"/>
              <a:gd name="connsiteX3" fmla="*/ 0 w 4526375"/>
              <a:gd name="connsiteY3" fmla="*/ 5814189 h 5814189"/>
              <a:gd name="connsiteX4" fmla="*/ 2828323 w 4526375"/>
              <a:gd name="connsiteY4" fmla="*/ 0 h 5814189"/>
              <a:gd name="connsiteX0" fmla="*/ 2828323 w 4526375"/>
              <a:gd name="connsiteY0" fmla="*/ 1048 h 5811136"/>
              <a:gd name="connsiteX1" fmla="*/ 4526375 w 4526375"/>
              <a:gd name="connsiteY1" fmla="*/ 0 h 5811136"/>
              <a:gd name="connsiteX2" fmla="*/ 1692250 w 4526375"/>
              <a:gd name="connsiteY2" fmla="*/ 5811136 h 5811136"/>
              <a:gd name="connsiteX3" fmla="*/ 0 w 4526375"/>
              <a:gd name="connsiteY3" fmla="*/ 5811136 h 5811136"/>
              <a:gd name="connsiteX4" fmla="*/ 2828323 w 4526375"/>
              <a:gd name="connsiteY4" fmla="*/ 1048 h 58111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526375" h="5811136">
                <a:moveTo>
                  <a:pt x="2828323" y="1048"/>
                </a:moveTo>
                <a:lnTo>
                  <a:pt x="4526375" y="0"/>
                </a:lnTo>
                <a:lnTo>
                  <a:pt x="1692250" y="5811136"/>
                </a:lnTo>
                <a:lnTo>
                  <a:pt x="0" y="5811136"/>
                </a:lnTo>
                <a:lnTo>
                  <a:pt x="2828323" y="1048"/>
                </a:lnTo>
                <a:close/>
              </a:path>
            </a:pathLst>
          </a:custGeom>
          <a:solidFill>
            <a:srgbClr val="02A98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4">
            <a:extLst>
              <a:ext uri="{FF2B5EF4-FFF2-40B4-BE49-F238E27FC236}">
                <a16:creationId xmlns:a16="http://schemas.microsoft.com/office/drawing/2014/main" id="{A51A247D-8158-8655-EE56-02B7DE3C7BFE}"/>
              </a:ext>
            </a:extLst>
          </p:cNvPr>
          <p:cNvSpPr/>
          <p:nvPr userDrawn="1"/>
        </p:nvSpPr>
        <p:spPr>
          <a:xfrm rot="10800000">
            <a:off x="-2670295" y="-17149552"/>
            <a:ext cx="3367864" cy="5815517"/>
          </a:xfrm>
          <a:custGeom>
            <a:avLst/>
            <a:gdLst>
              <a:gd name="connsiteX0" fmla="*/ 0 w 2505206"/>
              <a:gd name="connsiteY0" fmla="*/ 0 h 5824603"/>
              <a:gd name="connsiteX1" fmla="*/ 2505206 w 2505206"/>
              <a:gd name="connsiteY1" fmla="*/ 0 h 5824603"/>
              <a:gd name="connsiteX2" fmla="*/ 2505206 w 2505206"/>
              <a:gd name="connsiteY2" fmla="*/ 5824603 h 5824603"/>
              <a:gd name="connsiteX3" fmla="*/ 0 w 2505206"/>
              <a:gd name="connsiteY3" fmla="*/ 5824603 h 5824603"/>
              <a:gd name="connsiteX4" fmla="*/ 0 w 2505206"/>
              <a:gd name="connsiteY4" fmla="*/ 0 h 5824603"/>
              <a:gd name="connsiteX0" fmla="*/ 0 w 3535109"/>
              <a:gd name="connsiteY0" fmla="*/ 0 h 5824603"/>
              <a:gd name="connsiteX1" fmla="*/ 3535109 w 3535109"/>
              <a:gd name="connsiteY1" fmla="*/ 0 h 5824603"/>
              <a:gd name="connsiteX2" fmla="*/ 2505206 w 3535109"/>
              <a:gd name="connsiteY2" fmla="*/ 5824603 h 5824603"/>
              <a:gd name="connsiteX3" fmla="*/ 0 w 3535109"/>
              <a:gd name="connsiteY3" fmla="*/ 5824603 h 5824603"/>
              <a:gd name="connsiteX4" fmla="*/ 0 w 3535109"/>
              <a:gd name="connsiteY4" fmla="*/ 0 h 5824603"/>
              <a:gd name="connsiteX0" fmla="*/ 1126156 w 3535109"/>
              <a:gd name="connsiteY0" fmla="*/ 0 h 5834229"/>
              <a:gd name="connsiteX1" fmla="*/ 3535109 w 3535109"/>
              <a:gd name="connsiteY1" fmla="*/ 9626 h 5834229"/>
              <a:gd name="connsiteX2" fmla="*/ 2505206 w 3535109"/>
              <a:gd name="connsiteY2" fmla="*/ 5834229 h 5834229"/>
              <a:gd name="connsiteX3" fmla="*/ 0 w 3535109"/>
              <a:gd name="connsiteY3" fmla="*/ 5834229 h 5834229"/>
              <a:gd name="connsiteX4" fmla="*/ 1126156 w 3535109"/>
              <a:gd name="connsiteY4" fmla="*/ 0 h 5834229"/>
              <a:gd name="connsiteX0" fmla="*/ 1103854 w 3535109"/>
              <a:gd name="connsiteY0" fmla="*/ 20110 h 5824603"/>
              <a:gd name="connsiteX1" fmla="*/ 3535109 w 3535109"/>
              <a:gd name="connsiteY1" fmla="*/ 0 h 5824603"/>
              <a:gd name="connsiteX2" fmla="*/ 2505206 w 3535109"/>
              <a:gd name="connsiteY2" fmla="*/ 5824603 h 5824603"/>
              <a:gd name="connsiteX3" fmla="*/ 0 w 3535109"/>
              <a:gd name="connsiteY3" fmla="*/ 5824603 h 5824603"/>
              <a:gd name="connsiteX4" fmla="*/ 1103854 w 3535109"/>
              <a:gd name="connsiteY4" fmla="*/ 20110 h 5824603"/>
              <a:gd name="connsiteX0" fmla="*/ 1111288 w 3535109"/>
              <a:gd name="connsiteY0" fmla="*/ 0 h 5826795"/>
              <a:gd name="connsiteX1" fmla="*/ 3535109 w 3535109"/>
              <a:gd name="connsiteY1" fmla="*/ 2192 h 5826795"/>
              <a:gd name="connsiteX2" fmla="*/ 2505206 w 3535109"/>
              <a:gd name="connsiteY2" fmla="*/ 5826795 h 5826795"/>
              <a:gd name="connsiteX3" fmla="*/ 0 w 3535109"/>
              <a:gd name="connsiteY3" fmla="*/ 5826795 h 5826795"/>
              <a:gd name="connsiteX4" fmla="*/ 1111288 w 3535109"/>
              <a:gd name="connsiteY4" fmla="*/ 0 h 5826795"/>
              <a:gd name="connsiteX0" fmla="*/ 1111288 w 4940163"/>
              <a:gd name="connsiteY0" fmla="*/ 0 h 5826795"/>
              <a:gd name="connsiteX1" fmla="*/ 4940163 w 4940163"/>
              <a:gd name="connsiteY1" fmla="*/ 2192 h 5826795"/>
              <a:gd name="connsiteX2" fmla="*/ 2505206 w 4940163"/>
              <a:gd name="connsiteY2" fmla="*/ 5826795 h 5826795"/>
              <a:gd name="connsiteX3" fmla="*/ 0 w 4940163"/>
              <a:gd name="connsiteY3" fmla="*/ 5826795 h 5826795"/>
              <a:gd name="connsiteX4" fmla="*/ 1111288 w 4940163"/>
              <a:gd name="connsiteY4" fmla="*/ 0 h 5826795"/>
              <a:gd name="connsiteX0" fmla="*/ 2486605 w 4940163"/>
              <a:gd name="connsiteY0" fmla="*/ 0 h 5826795"/>
              <a:gd name="connsiteX1" fmla="*/ 4940163 w 4940163"/>
              <a:gd name="connsiteY1" fmla="*/ 2192 h 5826795"/>
              <a:gd name="connsiteX2" fmla="*/ 2505206 w 4940163"/>
              <a:gd name="connsiteY2" fmla="*/ 5826795 h 5826795"/>
              <a:gd name="connsiteX3" fmla="*/ 0 w 4940163"/>
              <a:gd name="connsiteY3" fmla="*/ 5826795 h 5826795"/>
              <a:gd name="connsiteX4" fmla="*/ 2486605 w 4940163"/>
              <a:gd name="connsiteY4" fmla="*/ 0 h 5826795"/>
              <a:gd name="connsiteX0" fmla="*/ 2486605 w 4940163"/>
              <a:gd name="connsiteY0" fmla="*/ 0 h 5826795"/>
              <a:gd name="connsiteX1" fmla="*/ 4940163 w 4940163"/>
              <a:gd name="connsiteY1" fmla="*/ 2192 h 5826795"/>
              <a:gd name="connsiteX2" fmla="*/ 2001457 w 4940163"/>
              <a:gd name="connsiteY2" fmla="*/ 5826795 h 5826795"/>
              <a:gd name="connsiteX3" fmla="*/ 0 w 4940163"/>
              <a:gd name="connsiteY3" fmla="*/ 5826795 h 5826795"/>
              <a:gd name="connsiteX4" fmla="*/ 2486605 w 4940163"/>
              <a:gd name="connsiteY4" fmla="*/ 0 h 5826795"/>
              <a:gd name="connsiteX0" fmla="*/ 2486605 w 4478393"/>
              <a:gd name="connsiteY0" fmla="*/ 10165 h 5836960"/>
              <a:gd name="connsiteX1" fmla="*/ 4478393 w 4478393"/>
              <a:gd name="connsiteY1" fmla="*/ 0 h 5836960"/>
              <a:gd name="connsiteX2" fmla="*/ 2001457 w 4478393"/>
              <a:gd name="connsiteY2" fmla="*/ 5836960 h 5836960"/>
              <a:gd name="connsiteX3" fmla="*/ 0 w 4478393"/>
              <a:gd name="connsiteY3" fmla="*/ 5836960 h 5836960"/>
              <a:gd name="connsiteX4" fmla="*/ 2486605 w 4478393"/>
              <a:gd name="connsiteY4" fmla="*/ 10165 h 5836960"/>
              <a:gd name="connsiteX0" fmla="*/ 2486605 w 4422421"/>
              <a:gd name="connsiteY0" fmla="*/ 10165 h 5836960"/>
              <a:gd name="connsiteX1" fmla="*/ 4422421 w 4422421"/>
              <a:gd name="connsiteY1" fmla="*/ 0 h 5836960"/>
              <a:gd name="connsiteX2" fmla="*/ 2001457 w 4422421"/>
              <a:gd name="connsiteY2" fmla="*/ 5836960 h 5836960"/>
              <a:gd name="connsiteX3" fmla="*/ 0 w 4422421"/>
              <a:gd name="connsiteY3" fmla="*/ 5836960 h 5836960"/>
              <a:gd name="connsiteX4" fmla="*/ 2486605 w 4422421"/>
              <a:gd name="connsiteY4" fmla="*/ 10165 h 5836960"/>
              <a:gd name="connsiteX0" fmla="*/ 2486605 w 4478393"/>
              <a:gd name="connsiteY0" fmla="*/ 0 h 5826795"/>
              <a:gd name="connsiteX1" fmla="*/ 4478393 w 4478393"/>
              <a:gd name="connsiteY1" fmla="*/ 14549 h 5826795"/>
              <a:gd name="connsiteX2" fmla="*/ 2001457 w 4478393"/>
              <a:gd name="connsiteY2" fmla="*/ 5826795 h 5826795"/>
              <a:gd name="connsiteX3" fmla="*/ 0 w 4478393"/>
              <a:gd name="connsiteY3" fmla="*/ 5826795 h 5826795"/>
              <a:gd name="connsiteX4" fmla="*/ 2486605 w 4478393"/>
              <a:gd name="connsiteY4" fmla="*/ 0 h 5826795"/>
              <a:gd name="connsiteX0" fmla="*/ 2486605 w 4522645"/>
              <a:gd name="connsiteY0" fmla="*/ 1082 h 5827877"/>
              <a:gd name="connsiteX1" fmla="*/ 4522645 w 4522645"/>
              <a:gd name="connsiteY1" fmla="*/ 0 h 5827877"/>
              <a:gd name="connsiteX2" fmla="*/ 2001457 w 4522645"/>
              <a:gd name="connsiteY2" fmla="*/ 5827877 h 5827877"/>
              <a:gd name="connsiteX3" fmla="*/ 0 w 4522645"/>
              <a:gd name="connsiteY3" fmla="*/ 5827877 h 5827877"/>
              <a:gd name="connsiteX4" fmla="*/ 2486605 w 4522645"/>
              <a:gd name="connsiteY4" fmla="*/ 1082 h 5827877"/>
              <a:gd name="connsiteX0" fmla="*/ 2486605 w 4491075"/>
              <a:gd name="connsiteY0" fmla="*/ 1082 h 5827877"/>
              <a:gd name="connsiteX1" fmla="*/ 4491075 w 4491075"/>
              <a:gd name="connsiteY1" fmla="*/ 0 h 5827877"/>
              <a:gd name="connsiteX2" fmla="*/ 2001457 w 4491075"/>
              <a:gd name="connsiteY2" fmla="*/ 5827877 h 5827877"/>
              <a:gd name="connsiteX3" fmla="*/ 0 w 4491075"/>
              <a:gd name="connsiteY3" fmla="*/ 5827877 h 5827877"/>
              <a:gd name="connsiteX4" fmla="*/ 2486605 w 4491075"/>
              <a:gd name="connsiteY4" fmla="*/ 1082 h 5827877"/>
              <a:gd name="connsiteX0" fmla="*/ 2616040 w 4620510"/>
              <a:gd name="connsiteY0" fmla="*/ 1082 h 5827877"/>
              <a:gd name="connsiteX1" fmla="*/ 4620510 w 4620510"/>
              <a:gd name="connsiteY1" fmla="*/ 0 h 5827877"/>
              <a:gd name="connsiteX2" fmla="*/ 2130892 w 4620510"/>
              <a:gd name="connsiteY2" fmla="*/ 5827877 h 5827877"/>
              <a:gd name="connsiteX3" fmla="*/ 0 w 4620510"/>
              <a:gd name="connsiteY3" fmla="*/ 5821527 h 5827877"/>
              <a:gd name="connsiteX4" fmla="*/ 2616040 w 4620510"/>
              <a:gd name="connsiteY4" fmla="*/ 1082 h 5827877"/>
              <a:gd name="connsiteX0" fmla="*/ 2616040 w 4620510"/>
              <a:gd name="connsiteY0" fmla="*/ 1082 h 5821527"/>
              <a:gd name="connsiteX1" fmla="*/ 4620510 w 4620510"/>
              <a:gd name="connsiteY1" fmla="*/ 0 h 5821527"/>
              <a:gd name="connsiteX2" fmla="*/ 1828876 w 4620510"/>
              <a:gd name="connsiteY2" fmla="*/ 5821527 h 5821527"/>
              <a:gd name="connsiteX3" fmla="*/ 0 w 4620510"/>
              <a:gd name="connsiteY3" fmla="*/ 5821527 h 5821527"/>
              <a:gd name="connsiteX4" fmla="*/ 2616040 w 4620510"/>
              <a:gd name="connsiteY4" fmla="*/ 1082 h 5821527"/>
              <a:gd name="connsiteX0" fmla="*/ 2616040 w 4620510"/>
              <a:gd name="connsiteY0" fmla="*/ 1082 h 5821527"/>
              <a:gd name="connsiteX1" fmla="*/ 4620510 w 4620510"/>
              <a:gd name="connsiteY1" fmla="*/ 0 h 5821527"/>
              <a:gd name="connsiteX2" fmla="*/ 1641914 w 4620510"/>
              <a:gd name="connsiteY2" fmla="*/ 5821527 h 5821527"/>
              <a:gd name="connsiteX3" fmla="*/ 0 w 4620510"/>
              <a:gd name="connsiteY3" fmla="*/ 5821527 h 5821527"/>
              <a:gd name="connsiteX4" fmla="*/ 2616040 w 4620510"/>
              <a:gd name="connsiteY4" fmla="*/ 1082 h 5821527"/>
              <a:gd name="connsiteX0" fmla="*/ 2616040 w 4620510"/>
              <a:gd name="connsiteY0" fmla="*/ 1082 h 5821527"/>
              <a:gd name="connsiteX1" fmla="*/ 4620510 w 4620510"/>
              <a:gd name="connsiteY1" fmla="*/ 0 h 5821527"/>
              <a:gd name="connsiteX2" fmla="*/ 1699441 w 4620510"/>
              <a:gd name="connsiteY2" fmla="*/ 5808827 h 5821527"/>
              <a:gd name="connsiteX3" fmla="*/ 0 w 4620510"/>
              <a:gd name="connsiteY3" fmla="*/ 5821527 h 5821527"/>
              <a:gd name="connsiteX4" fmla="*/ 2616040 w 4620510"/>
              <a:gd name="connsiteY4" fmla="*/ 1082 h 5821527"/>
              <a:gd name="connsiteX0" fmla="*/ 2616040 w 4620510"/>
              <a:gd name="connsiteY0" fmla="*/ 1082 h 5821527"/>
              <a:gd name="connsiteX1" fmla="*/ 4620510 w 4620510"/>
              <a:gd name="connsiteY1" fmla="*/ 0 h 5821527"/>
              <a:gd name="connsiteX2" fmla="*/ 1692250 w 4620510"/>
              <a:gd name="connsiteY2" fmla="*/ 5821527 h 5821527"/>
              <a:gd name="connsiteX3" fmla="*/ 0 w 4620510"/>
              <a:gd name="connsiteY3" fmla="*/ 5821527 h 5821527"/>
              <a:gd name="connsiteX4" fmla="*/ 2616040 w 4620510"/>
              <a:gd name="connsiteY4" fmla="*/ 1082 h 5821527"/>
              <a:gd name="connsiteX0" fmla="*/ 2780776 w 4620510"/>
              <a:gd name="connsiteY0" fmla="*/ 1082 h 5821527"/>
              <a:gd name="connsiteX1" fmla="*/ 4620510 w 4620510"/>
              <a:gd name="connsiteY1" fmla="*/ 0 h 5821527"/>
              <a:gd name="connsiteX2" fmla="*/ 1692250 w 4620510"/>
              <a:gd name="connsiteY2" fmla="*/ 5821527 h 5821527"/>
              <a:gd name="connsiteX3" fmla="*/ 0 w 4620510"/>
              <a:gd name="connsiteY3" fmla="*/ 5821527 h 5821527"/>
              <a:gd name="connsiteX4" fmla="*/ 2780776 w 4620510"/>
              <a:gd name="connsiteY4" fmla="*/ 1082 h 5821527"/>
              <a:gd name="connsiteX0" fmla="*/ 2780776 w 4526375"/>
              <a:gd name="connsiteY0" fmla="*/ 11473 h 5831918"/>
              <a:gd name="connsiteX1" fmla="*/ 4526375 w 4526375"/>
              <a:gd name="connsiteY1" fmla="*/ 0 h 5831918"/>
              <a:gd name="connsiteX2" fmla="*/ 1692250 w 4526375"/>
              <a:gd name="connsiteY2" fmla="*/ 5831918 h 5831918"/>
              <a:gd name="connsiteX3" fmla="*/ 0 w 4526375"/>
              <a:gd name="connsiteY3" fmla="*/ 5831918 h 5831918"/>
              <a:gd name="connsiteX4" fmla="*/ 2780776 w 4526375"/>
              <a:gd name="connsiteY4" fmla="*/ 11473 h 5831918"/>
              <a:gd name="connsiteX0" fmla="*/ 2780776 w 4526375"/>
              <a:gd name="connsiteY0" fmla="*/ 0 h 5820445"/>
              <a:gd name="connsiteX1" fmla="*/ 4526375 w 4526375"/>
              <a:gd name="connsiteY1" fmla="*/ 9309 h 5820445"/>
              <a:gd name="connsiteX2" fmla="*/ 1692250 w 4526375"/>
              <a:gd name="connsiteY2" fmla="*/ 5820445 h 5820445"/>
              <a:gd name="connsiteX3" fmla="*/ 0 w 4526375"/>
              <a:gd name="connsiteY3" fmla="*/ 5820445 h 5820445"/>
              <a:gd name="connsiteX4" fmla="*/ 2780776 w 4526375"/>
              <a:gd name="connsiteY4" fmla="*/ 0 h 5820445"/>
              <a:gd name="connsiteX0" fmla="*/ 2780776 w 4526375"/>
              <a:gd name="connsiteY0" fmla="*/ 6278 h 5811136"/>
              <a:gd name="connsiteX1" fmla="*/ 4526375 w 4526375"/>
              <a:gd name="connsiteY1" fmla="*/ 0 h 5811136"/>
              <a:gd name="connsiteX2" fmla="*/ 1692250 w 4526375"/>
              <a:gd name="connsiteY2" fmla="*/ 5811136 h 5811136"/>
              <a:gd name="connsiteX3" fmla="*/ 0 w 4526375"/>
              <a:gd name="connsiteY3" fmla="*/ 5811136 h 5811136"/>
              <a:gd name="connsiteX4" fmla="*/ 2780776 w 4526375"/>
              <a:gd name="connsiteY4" fmla="*/ 6278 h 5811136"/>
              <a:gd name="connsiteX0" fmla="*/ 2828323 w 4526375"/>
              <a:gd name="connsiteY0" fmla="*/ 0 h 5814189"/>
              <a:gd name="connsiteX1" fmla="*/ 4526375 w 4526375"/>
              <a:gd name="connsiteY1" fmla="*/ 3053 h 5814189"/>
              <a:gd name="connsiteX2" fmla="*/ 1692250 w 4526375"/>
              <a:gd name="connsiteY2" fmla="*/ 5814189 h 5814189"/>
              <a:gd name="connsiteX3" fmla="*/ 0 w 4526375"/>
              <a:gd name="connsiteY3" fmla="*/ 5814189 h 5814189"/>
              <a:gd name="connsiteX4" fmla="*/ 2828323 w 4526375"/>
              <a:gd name="connsiteY4" fmla="*/ 0 h 5814189"/>
              <a:gd name="connsiteX0" fmla="*/ 2828323 w 4526375"/>
              <a:gd name="connsiteY0" fmla="*/ 1048 h 5811136"/>
              <a:gd name="connsiteX1" fmla="*/ 4526375 w 4526375"/>
              <a:gd name="connsiteY1" fmla="*/ 0 h 5811136"/>
              <a:gd name="connsiteX2" fmla="*/ 1692250 w 4526375"/>
              <a:gd name="connsiteY2" fmla="*/ 5811136 h 5811136"/>
              <a:gd name="connsiteX3" fmla="*/ 0 w 4526375"/>
              <a:gd name="connsiteY3" fmla="*/ 5811136 h 5811136"/>
              <a:gd name="connsiteX4" fmla="*/ 2828323 w 4526375"/>
              <a:gd name="connsiteY4" fmla="*/ 1048 h 5811136"/>
              <a:gd name="connsiteX0" fmla="*/ 2207366 w 4526375"/>
              <a:gd name="connsiteY0" fmla="*/ 10475 h 5811136"/>
              <a:gd name="connsiteX1" fmla="*/ 4526375 w 4526375"/>
              <a:gd name="connsiteY1" fmla="*/ 0 h 5811136"/>
              <a:gd name="connsiteX2" fmla="*/ 1692250 w 4526375"/>
              <a:gd name="connsiteY2" fmla="*/ 5811136 h 5811136"/>
              <a:gd name="connsiteX3" fmla="*/ 0 w 4526375"/>
              <a:gd name="connsiteY3" fmla="*/ 5811136 h 5811136"/>
              <a:gd name="connsiteX4" fmla="*/ 2207366 w 4526375"/>
              <a:gd name="connsiteY4" fmla="*/ 10475 h 5811136"/>
              <a:gd name="connsiteX0" fmla="*/ 2197638 w 4526375"/>
              <a:gd name="connsiteY0" fmla="*/ 4125 h 5811136"/>
              <a:gd name="connsiteX1" fmla="*/ 4526375 w 4526375"/>
              <a:gd name="connsiteY1" fmla="*/ 0 h 5811136"/>
              <a:gd name="connsiteX2" fmla="*/ 1692250 w 4526375"/>
              <a:gd name="connsiteY2" fmla="*/ 5811136 h 5811136"/>
              <a:gd name="connsiteX3" fmla="*/ 0 w 4526375"/>
              <a:gd name="connsiteY3" fmla="*/ 5811136 h 5811136"/>
              <a:gd name="connsiteX4" fmla="*/ 2197638 w 4526375"/>
              <a:gd name="connsiteY4" fmla="*/ 4125 h 5811136"/>
              <a:gd name="connsiteX0" fmla="*/ 2187911 w 4526375"/>
              <a:gd name="connsiteY0" fmla="*/ 0 h 5813361"/>
              <a:gd name="connsiteX1" fmla="*/ 4526375 w 4526375"/>
              <a:gd name="connsiteY1" fmla="*/ 2225 h 5813361"/>
              <a:gd name="connsiteX2" fmla="*/ 1692250 w 4526375"/>
              <a:gd name="connsiteY2" fmla="*/ 5813361 h 5813361"/>
              <a:gd name="connsiteX3" fmla="*/ 0 w 4526375"/>
              <a:gd name="connsiteY3" fmla="*/ 5813361 h 5813361"/>
              <a:gd name="connsiteX4" fmla="*/ 2187911 w 4526375"/>
              <a:gd name="connsiteY4" fmla="*/ 0 h 5813361"/>
              <a:gd name="connsiteX0" fmla="*/ 2158728 w 4526375"/>
              <a:gd name="connsiteY0" fmla="*/ 0 h 5813361"/>
              <a:gd name="connsiteX1" fmla="*/ 4526375 w 4526375"/>
              <a:gd name="connsiteY1" fmla="*/ 2225 h 5813361"/>
              <a:gd name="connsiteX2" fmla="*/ 1692250 w 4526375"/>
              <a:gd name="connsiteY2" fmla="*/ 5813361 h 5813361"/>
              <a:gd name="connsiteX3" fmla="*/ 0 w 4526375"/>
              <a:gd name="connsiteY3" fmla="*/ 5813361 h 5813361"/>
              <a:gd name="connsiteX4" fmla="*/ 2158728 w 4526375"/>
              <a:gd name="connsiteY4" fmla="*/ 0 h 5813361"/>
              <a:gd name="connsiteX0" fmla="*/ 2771564 w 5139211"/>
              <a:gd name="connsiteY0" fmla="*/ 0 h 5819711"/>
              <a:gd name="connsiteX1" fmla="*/ 5139211 w 5139211"/>
              <a:gd name="connsiteY1" fmla="*/ 2225 h 5819711"/>
              <a:gd name="connsiteX2" fmla="*/ 2305086 w 5139211"/>
              <a:gd name="connsiteY2" fmla="*/ 5813361 h 5819711"/>
              <a:gd name="connsiteX3" fmla="*/ 0 w 5139211"/>
              <a:gd name="connsiteY3" fmla="*/ 5819711 h 5819711"/>
              <a:gd name="connsiteX4" fmla="*/ 2771564 w 5139211"/>
              <a:gd name="connsiteY4" fmla="*/ 0 h 5819711"/>
              <a:gd name="connsiteX0" fmla="*/ 2771564 w 5139211"/>
              <a:gd name="connsiteY0" fmla="*/ 0 h 5815517"/>
              <a:gd name="connsiteX1" fmla="*/ 5139211 w 5139211"/>
              <a:gd name="connsiteY1" fmla="*/ 2225 h 5815517"/>
              <a:gd name="connsiteX2" fmla="*/ 2305086 w 5139211"/>
              <a:gd name="connsiteY2" fmla="*/ 5813361 h 5815517"/>
              <a:gd name="connsiteX3" fmla="*/ 0 w 5139211"/>
              <a:gd name="connsiteY3" fmla="*/ 5815517 h 5815517"/>
              <a:gd name="connsiteX4" fmla="*/ 2771564 w 5139211"/>
              <a:gd name="connsiteY4" fmla="*/ 0 h 5815517"/>
              <a:gd name="connsiteX0" fmla="*/ 2791575 w 5159222"/>
              <a:gd name="connsiteY0" fmla="*/ 0 h 5815517"/>
              <a:gd name="connsiteX1" fmla="*/ 5159222 w 5159222"/>
              <a:gd name="connsiteY1" fmla="*/ 2225 h 5815517"/>
              <a:gd name="connsiteX2" fmla="*/ 2325097 w 5159222"/>
              <a:gd name="connsiteY2" fmla="*/ 5813361 h 5815517"/>
              <a:gd name="connsiteX3" fmla="*/ 0 w 5159222"/>
              <a:gd name="connsiteY3" fmla="*/ 5815517 h 5815517"/>
              <a:gd name="connsiteX4" fmla="*/ 2791575 w 5159222"/>
              <a:gd name="connsiteY4" fmla="*/ 0 h 58155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159222" h="5815517">
                <a:moveTo>
                  <a:pt x="2791575" y="0"/>
                </a:moveTo>
                <a:lnTo>
                  <a:pt x="5159222" y="2225"/>
                </a:lnTo>
                <a:lnTo>
                  <a:pt x="2325097" y="5813361"/>
                </a:lnTo>
                <a:lnTo>
                  <a:pt x="0" y="5815517"/>
                </a:lnTo>
                <a:lnTo>
                  <a:pt x="2791575" y="0"/>
                </a:lnTo>
                <a:close/>
              </a:path>
            </a:pathLst>
          </a:custGeom>
          <a:solidFill>
            <a:srgbClr val="FFA40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Rectangle 4">
            <a:extLst>
              <a:ext uri="{FF2B5EF4-FFF2-40B4-BE49-F238E27FC236}">
                <a16:creationId xmlns:a16="http://schemas.microsoft.com/office/drawing/2014/main" id="{2DBB1AD4-570B-71A7-FE50-7746E2425745}"/>
              </a:ext>
            </a:extLst>
          </p:cNvPr>
          <p:cNvSpPr/>
          <p:nvPr userDrawn="1"/>
        </p:nvSpPr>
        <p:spPr>
          <a:xfrm rot="10800000">
            <a:off x="13063917" y="-12075851"/>
            <a:ext cx="5606988" cy="8113011"/>
          </a:xfrm>
          <a:custGeom>
            <a:avLst/>
            <a:gdLst>
              <a:gd name="connsiteX0" fmla="*/ 0 w 2505206"/>
              <a:gd name="connsiteY0" fmla="*/ 0 h 5824603"/>
              <a:gd name="connsiteX1" fmla="*/ 2505206 w 2505206"/>
              <a:gd name="connsiteY1" fmla="*/ 0 h 5824603"/>
              <a:gd name="connsiteX2" fmla="*/ 2505206 w 2505206"/>
              <a:gd name="connsiteY2" fmla="*/ 5824603 h 5824603"/>
              <a:gd name="connsiteX3" fmla="*/ 0 w 2505206"/>
              <a:gd name="connsiteY3" fmla="*/ 5824603 h 5824603"/>
              <a:gd name="connsiteX4" fmla="*/ 0 w 2505206"/>
              <a:gd name="connsiteY4" fmla="*/ 0 h 5824603"/>
              <a:gd name="connsiteX0" fmla="*/ 0 w 3535109"/>
              <a:gd name="connsiteY0" fmla="*/ 0 h 5824603"/>
              <a:gd name="connsiteX1" fmla="*/ 3535109 w 3535109"/>
              <a:gd name="connsiteY1" fmla="*/ 0 h 5824603"/>
              <a:gd name="connsiteX2" fmla="*/ 2505206 w 3535109"/>
              <a:gd name="connsiteY2" fmla="*/ 5824603 h 5824603"/>
              <a:gd name="connsiteX3" fmla="*/ 0 w 3535109"/>
              <a:gd name="connsiteY3" fmla="*/ 5824603 h 5824603"/>
              <a:gd name="connsiteX4" fmla="*/ 0 w 3535109"/>
              <a:gd name="connsiteY4" fmla="*/ 0 h 5824603"/>
              <a:gd name="connsiteX0" fmla="*/ 1126156 w 3535109"/>
              <a:gd name="connsiteY0" fmla="*/ 0 h 5834229"/>
              <a:gd name="connsiteX1" fmla="*/ 3535109 w 3535109"/>
              <a:gd name="connsiteY1" fmla="*/ 9626 h 5834229"/>
              <a:gd name="connsiteX2" fmla="*/ 2505206 w 3535109"/>
              <a:gd name="connsiteY2" fmla="*/ 5834229 h 5834229"/>
              <a:gd name="connsiteX3" fmla="*/ 0 w 3535109"/>
              <a:gd name="connsiteY3" fmla="*/ 5834229 h 5834229"/>
              <a:gd name="connsiteX4" fmla="*/ 1126156 w 3535109"/>
              <a:gd name="connsiteY4" fmla="*/ 0 h 5834229"/>
              <a:gd name="connsiteX0" fmla="*/ 1103854 w 3535109"/>
              <a:gd name="connsiteY0" fmla="*/ 20110 h 5824603"/>
              <a:gd name="connsiteX1" fmla="*/ 3535109 w 3535109"/>
              <a:gd name="connsiteY1" fmla="*/ 0 h 5824603"/>
              <a:gd name="connsiteX2" fmla="*/ 2505206 w 3535109"/>
              <a:gd name="connsiteY2" fmla="*/ 5824603 h 5824603"/>
              <a:gd name="connsiteX3" fmla="*/ 0 w 3535109"/>
              <a:gd name="connsiteY3" fmla="*/ 5824603 h 5824603"/>
              <a:gd name="connsiteX4" fmla="*/ 1103854 w 3535109"/>
              <a:gd name="connsiteY4" fmla="*/ 20110 h 5824603"/>
              <a:gd name="connsiteX0" fmla="*/ 1111288 w 3535109"/>
              <a:gd name="connsiteY0" fmla="*/ 0 h 5826795"/>
              <a:gd name="connsiteX1" fmla="*/ 3535109 w 3535109"/>
              <a:gd name="connsiteY1" fmla="*/ 2192 h 5826795"/>
              <a:gd name="connsiteX2" fmla="*/ 2505206 w 3535109"/>
              <a:gd name="connsiteY2" fmla="*/ 5826795 h 5826795"/>
              <a:gd name="connsiteX3" fmla="*/ 0 w 3535109"/>
              <a:gd name="connsiteY3" fmla="*/ 5826795 h 5826795"/>
              <a:gd name="connsiteX4" fmla="*/ 1111288 w 3535109"/>
              <a:gd name="connsiteY4" fmla="*/ 0 h 5826795"/>
              <a:gd name="connsiteX0" fmla="*/ 1111288 w 4940163"/>
              <a:gd name="connsiteY0" fmla="*/ 0 h 5826795"/>
              <a:gd name="connsiteX1" fmla="*/ 4940163 w 4940163"/>
              <a:gd name="connsiteY1" fmla="*/ 2192 h 5826795"/>
              <a:gd name="connsiteX2" fmla="*/ 2505206 w 4940163"/>
              <a:gd name="connsiteY2" fmla="*/ 5826795 h 5826795"/>
              <a:gd name="connsiteX3" fmla="*/ 0 w 4940163"/>
              <a:gd name="connsiteY3" fmla="*/ 5826795 h 5826795"/>
              <a:gd name="connsiteX4" fmla="*/ 1111288 w 4940163"/>
              <a:gd name="connsiteY4" fmla="*/ 0 h 5826795"/>
              <a:gd name="connsiteX0" fmla="*/ 2486605 w 4940163"/>
              <a:gd name="connsiteY0" fmla="*/ 0 h 5826795"/>
              <a:gd name="connsiteX1" fmla="*/ 4940163 w 4940163"/>
              <a:gd name="connsiteY1" fmla="*/ 2192 h 5826795"/>
              <a:gd name="connsiteX2" fmla="*/ 2505206 w 4940163"/>
              <a:gd name="connsiteY2" fmla="*/ 5826795 h 5826795"/>
              <a:gd name="connsiteX3" fmla="*/ 0 w 4940163"/>
              <a:gd name="connsiteY3" fmla="*/ 5826795 h 5826795"/>
              <a:gd name="connsiteX4" fmla="*/ 2486605 w 4940163"/>
              <a:gd name="connsiteY4" fmla="*/ 0 h 5826795"/>
              <a:gd name="connsiteX0" fmla="*/ 2486605 w 4940163"/>
              <a:gd name="connsiteY0" fmla="*/ 0 h 5826795"/>
              <a:gd name="connsiteX1" fmla="*/ 4940163 w 4940163"/>
              <a:gd name="connsiteY1" fmla="*/ 2192 h 5826795"/>
              <a:gd name="connsiteX2" fmla="*/ 2001457 w 4940163"/>
              <a:gd name="connsiteY2" fmla="*/ 5826795 h 5826795"/>
              <a:gd name="connsiteX3" fmla="*/ 0 w 4940163"/>
              <a:gd name="connsiteY3" fmla="*/ 5826795 h 5826795"/>
              <a:gd name="connsiteX4" fmla="*/ 2486605 w 4940163"/>
              <a:gd name="connsiteY4" fmla="*/ 0 h 5826795"/>
              <a:gd name="connsiteX0" fmla="*/ 2486605 w 4478393"/>
              <a:gd name="connsiteY0" fmla="*/ 10165 h 5836960"/>
              <a:gd name="connsiteX1" fmla="*/ 4478393 w 4478393"/>
              <a:gd name="connsiteY1" fmla="*/ 0 h 5836960"/>
              <a:gd name="connsiteX2" fmla="*/ 2001457 w 4478393"/>
              <a:gd name="connsiteY2" fmla="*/ 5836960 h 5836960"/>
              <a:gd name="connsiteX3" fmla="*/ 0 w 4478393"/>
              <a:gd name="connsiteY3" fmla="*/ 5836960 h 5836960"/>
              <a:gd name="connsiteX4" fmla="*/ 2486605 w 4478393"/>
              <a:gd name="connsiteY4" fmla="*/ 10165 h 5836960"/>
              <a:gd name="connsiteX0" fmla="*/ 2486605 w 4422421"/>
              <a:gd name="connsiteY0" fmla="*/ 10165 h 5836960"/>
              <a:gd name="connsiteX1" fmla="*/ 4422421 w 4422421"/>
              <a:gd name="connsiteY1" fmla="*/ 0 h 5836960"/>
              <a:gd name="connsiteX2" fmla="*/ 2001457 w 4422421"/>
              <a:gd name="connsiteY2" fmla="*/ 5836960 h 5836960"/>
              <a:gd name="connsiteX3" fmla="*/ 0 w 4422421"/>
              <a:gd name="connsiteY3" fmla="*/ 5836960 h 5836960"/>
              <a:gd name="connsiteX4" fmla="*/ 2486605 w 4422421"/>
              <a:gd name="connsiteY4" fmla="*/ 10165 h 5836960"/>
              <a:gd name="connsiteX0" fmla="*/ 2486605 w 4478393"/>
              <a:gd name="connsiteY0" fmla="*/ 0 h 5826795"/>
              <a:gd name="connsiteX1" fmla="*/ 4478393 w 4478393"/>
              <a:gd name="connsiteY1" fmla="*/ 14549 h 5826795"/>
              <a:gd name="connsiteX2" fmla="*/ 2001457 w 4478393"/>
              <a:gd name="connsiteY2" fmla="*/ 5826795 h 5826795"/>
              <a:gd name="connsiteX3" fmla="*/ 0 w 4478393"/>
              <a:gd name="connsiteY3" fmla="*/ 5826795 h 5826795"/>
              <a:gd name="connsiteX4" fmla="*/ 2486605 w 4478393"/>
              <a:gd name="connsiteY4" fmla="*/ 0 h 5826795"/>
              <a:gd name="connsiteX0" fmla="*/ 2486605 w 4522645"/>
              <a:gd name="connsiteY0" fmla="*/ 1082 h 5827877"/>
              <a:gd name="connsiteX1" fmla="*/ 4522645 w 4522645"/>
              <a:gd name="connsiteY1" fmla="*/ 0 h 5827877"/>
              <a:gd name="connsiteX2" fmla="*/ 2001457 w 4522645"/>
              <a:gd name="connsiteY2" fmla="*/ 5827877 h 5827877"/>
              <a:gd name="connsiteX3" fmla="*/ 0 w 4522645"/>
              <a:gd name="connsiteY3" fmla="*/ 5827877 h 5827877"/>
              <a:gd name="connsiteX4" fmla="*/ 2486605 w 4522645"/>
              <a:gd name="connsiteY4" fmla="*/ 1082 h 5827877"/>
              <a:gd name="connsiteX0" fmla="*/ 2486605 w 4491075"/>
              <a:gd name="connsiteY0" fmla="*/ 1082 h 5827877"/>
              <a:gd name="connsiteX1" fmla="*/ 4491075 w 4491075"/>
              <a:gd name="connsiteY1" fmla="*/ 0 h 5827877"/>
              <a:gd name="connsiteX2" fmla="*/ 2001457 w 4491075"/>
              <a:gd name="connsiteY2" fmla="*/ 5827877 h 5827877"/>
              <a:gd name="connsiteX3" fmla="*/ 0 w 4491075"/>
              <a:gd name="connsiteY3" fmla="*/ 5827877 h 5827877"/>
              <a:gd name="connsiteX4" fmla="*/ 2486605 w 4491075"/>
              <a:gd name="connsiteY4" fmla="*/ 1082 h 5827877"/>
              <a:gd name="connsiteX0" fmla="*/ 2616040 w 4620510"/>
              <a:gd name="connsiteY0" fmla="*/ 1082 h 5827877"/>
              <a:gd name="connsiteX1" fmla="*/ 4620510 w 4620510"/>
              <a:gd name="connsiteY1" fmla="*/ 0 h 5827877"/>
              <a:gd name="connsiteX2" fmla="*/ 2130892 w 4620510"/>
              <a:gd name="connsiteY2" fmla="*/ 5827877 h 5827877"/>
              <a:gd name="connsiteX3" fmla="*/ 0 w 4620510"/>
              <a:gd name="connsiteY3" fmla="*/ 5821527 h 5827877"/>
              <a:gd name="connsiteX4" fmla="*/ 2616040 w 4620510"/>
              <a:gd name="connsiteY4" fmla="*/ 1082 h 5827877"/>
              <a:gd name="connsiteX0" fmla="*/ 2616040 w 4620510"/>
              <a:gd name="connsiteY0" fmla="*/ 1082 h 5821527"/>
              <a:gd name="connsiteX1" fmla="*/ 4620510 w 4620510"/>
              <a:gd name="connsiteY1" fmla="*/ 0 h 5821527"/>
              <a:gd name="connsiteX2" fmla="*/ 1828876 w 4620510"/>
              <a:gd name="connsiteY2" fmla="*/ 5821527 h 5821527"/>
              <a:gd name="connsiteX3" fmla="*/ 0 w 4620510"/>
              <a:gd name="connsiteY3" fmla="*/ 5821527 h 5821527"/>
              <a:gd name="connsiteX4" fmla="*/ 2616040 w 4620510"/>
              <a:gd name="connsiteY4" fmla="*/ 1082 h 5821527"/>
              <a:gd name="connsiteX0" fmla="*/ 2616040 w 4620510"/>
              <a:gd name="connsiteY0" fmla="*/ 1082 h 5821527"/>
              <a:gd name="connsiteX1" fmla="*/ 4620510 w 4620510"/>
              <a:gd name="connsiteY1" fmla="*/ 0 h 5821527"/>
              <a:gd name="connsiteX2" fmla="*/ 1641914 w 4620510"/>
              <a:gd name="connsiteY2" fmla="*/ 5821527 h 5821527"/>
              <a:gd name="connsiteX3" fmla="*/ 0 w 4620510"/>
              <a:gd name="connsiteY3" fmla="*/ 5821527 h 5821527"/>
              <a:gd name="connsiteX4" fmla="*/ 2616040 w 4620510"/>
              <a:gd name="connsiteY4" fmla="*/ 1082 h 5821527"/>
              <a:gd name="connsiteX0" fmla="*/ 2616040 w 4620510"/>
              <a:gd name="connsiteY0" fmla="*/ 1082 h 5821527"/>
              <a:gd name="connsiteX1" fmla="*/ 4620510 w 4620510"/>
              <a:gd name="connsiteY1" fmla="*/ 0 h 5821527"/>
              <a:gd name="connsiteX2" fmla="*/ 1699441 w 4620510"/>
              <a:gd name="connsiteY2" fmla="*/ 5808827 h 5821527"/>
              <a:gd name="connsiteX3" fmla="*/ 0 w 4620510"/>
              <a:gd name="connsiteY3" fmla="*/ 5821527 h 5821527"/>
              <a:gd name="connsiteX4" fmla="*/ 2616040 w 4620510"/>
              <a:gd name="connsiteY4" fmla="*/ 1082 h 5821527"/>
              <a:gd name="connsiteX0" fmla="*/ 2616040 w 4620510"/>
              <a:gd name="connsiteY0" fmla="*/ 1082 h 5821527"/>
              <a:gd name="connsiteX1" fmla="*/ 4620510 w 4620510"/>
              <a:gd name="connsiteY1" fmla="*/ 0 h 5821527"/>
              <a:gd name="connsiteX2" fmla="*/ 1692250 w 4620510"/>
              <a:gd name="connsiteY2" fmla="*/ 5821527 h 5821527"/>
              <a:gd name="connsiteX3" fmla="*/ 0 w 4620510"/>
              <a:gd name="connsiteY3" fmla="*/ 5821527 h 5821527"/>
              <a:gd name="connsiteX4" fmla="*/ 2616040 w 4620510"/>
              <a:gd name="connsiteY4" fmla="*/ 1082 h 5821527"/>
              <a:gd name="connsiteX0" fmla="*/ 2780776 w 4620510"/>
              <a:gd name="connsiteY0" fmla="*/ 1082 h 5821527"/>
              <a:gd name="connsiteX1" fmla="*/ 4620510 w 4620510"/>
              <a:gd name="connsiteY1" fmla="*/ 0 h 5821527"/>
              <a:gd name="connsiteX2" fmla="*/ 1692250 w 4620510"/>
              <a:gd name="connsiteY2" fmla="*/ 5821527 h 5821527"/>
              <a:gd name="connsiteX3" fmla="*/ 0 w 4620510"/>
              <a:gd name="connsiteY3" fmla="*/ 5821527 h 5821527"/>
              <a:gd name="connsiteX4" fmla="*/ 2780776 w 4620510"/>
              <a:gd name="connsiteY4" fmla="*/ 1082 h 5821527"/>
              <a:gd name="connsiteX0" fmla="*/ 2780776 w 4526375"/>
              <a:gd name="connsiteY0" fmla="*/ 11473 h 5831918"/>
              <a:gd name="connsiteX1" fmla="*/ 4526375 w 4526375"/>
              <a:gd name="connsiteY1" fmla="*/ 0 h 5831918"/>
              <a:gd name="connsiteX2" fmla="*/ 1692250 w 4526375"/>
              <a:gd name="connsiteY2" fmla="*/ 5831918 h 5831918"/>
              <a:gd name="connsiteX3" fmla="*/ 0 w 4526375"/>
              <a:gd name="connsiteY3" fmla="*/ 5831918 h 5831918"/>
              <a:gd name="connsiteX4" fmla="*/ 2780776 w 4526375"/>
              <a:gd name="connsiteY4" fmla="*/ 11473 h 5831918"/>
              <a:gd name="connsiteX0" fmla="*/ 2780776 w 4526375"/>
              <a:gd name="connsiteY0" fmla="*/ 0 h 5820445"/>
              <a:gd name="connsiteX1" fmla="*/ 4526375 w 4526375"/>
              <a:gd name="connsiteY1" fmla="*/ 9309 h 5820445"/>
              <a:gd name="connsiteX2" fmla="*/ 1692250 w 4526375"/>
              <a:gd name="connsiteY2" fmla="*/ 5820445 h 5820445"/>
              <a:gd name="connsiteX3" fmla="*/ 0 w 4526375"/>
              <a:gd name="connsiteY3" fmla="*/ 5820445 h 5820445"/>
              <a:gd name="connsiteX4" fmla="*/ 2780776 w 4526375"/>
              <a:gd name="connsiteY4" fmla="*/ 0 h 5820445"/>
              <a:gd name="connsiteX0" fmla="*/ 2780776 w 4526375"/>
              <a:gd name="connsiteY0" fmla="*/ 6278 h 5811136"/>
              <a:gd name="connsiteX1" fmla="*/ 4526375 w 4526375"/>
              <a:gd name="connsiteY1" fmla="*/ 0 h 5811136"/>
              <a:gd name="connsiteX2" fmla="*/ 1692250 w 4526375"/>
              <a:gd name="connsiteY2" fmla="*/ 5811136 h 5811136"/>
              <a:gd name="connsiteX3" fmla="*/ 0 w 4526375"/>
              <a:gd name="connsiteY3" fmla="*/ 5811136 h 5811136"/>
              <a:gd name="connsiteX4" fmla="*/ 2780776 w 4526375"/>
              <a:gd name="connsiteY4" fmla="*/ 6278 h 5811136"/>
              <a:gd name="connsiteX0" fmla="*/ 2828323 w 4526375"/>
              <a:gd name="connsiteY0" fmla="*/ 0 h 5814189"/>
              <a:gd name="connsiteX1" fmla="*/ 4526375 w 4526375"/>
              <a:gd name="connsiteY1" fmla="*/ 3053 h 5814189"/>
              <a:gd name="connsiteX2" fmla="*/ 1692250 w 4526375"/>
              <a:gd name="connsiteY2" fmla="*/ 5814189 h 5814189"/>
              <a:gd name="connsiteX3" fmla="*/ 0 w 4526375"/>
              <a:gd name="connsiteY3" fmla="*/ 5814189 h 5814189"/>
              <a:gd name="connsiteX4" fmla="*/ 2828323 w 4526375"/>
              <a:gd name="connsiteY4" fmla="*/ 0 h 5814189"/>
              <a:gd name="connsiteX0" fmla="*/ 2828323 w 4526375"/>
              <a:gd name="connsiteY0" fmla="*/ 1048 h 5811136"/>
              <a:gd name="connsiteX1" fmla="*/ 4526375 w 4526375"/>
              <a:gd name="connsiteY1" fmla="*/ 0 h 5811136"/>
              <a:gd name="connsiteX2" fmla="*/ 1692250 w 4526375"/>
              <a:gd name="connsiteY2" fmla="*/ 5811136 h 5811136"/>
              <a:gd name="connsiteX3" fmla="*/ 0 w 4526375"/>
              <a:gd name="connsiteY3" fmla="*/ 5811136 h 5811136"/>
              <a:gd name="connsiteX4" fmla="*/ 2828323 w 4526375"/>
              <a:gd name="connsiteY4" fmla="*/ 1048 h 5811136"/>
              <a:gd name="connsiteX0" fmla="*/ 1712019 w 4526375"/>
              <a:gd name="connsiteY0" fmla="*/ 1048 h 5811136"/>
              <a:gd name="connsiteX1" fmla="*/ 4526375 w 4526375"/>
              <a:gd name="connsiteY1" fmla="*/ 0 h 5811136"/>
              <a:gd name="connsiteX2" fmla="*/ 1692250 w 4526375"/>
              <a:gd name="connsiteY2" fmla="*/ 5811136 h 5811136"/>
              <a:gd name="connsiteX3" fmla="*/ 0 w 4526375"/>
              <a:gd name="connsiteY3" fmla="*/ 5811136 h 5811136"/>
              <a:gd name="connsiteX4" fmla="*/ 1712019 w 4526375"/>
              <a:gd name="connsiteY4" fmla="*/ 1048 h 5811136"/>
              <a:gd name="connsiteX0" fmla="*/ 2828323 w 5642679"/>
              <a:gd name="connsiteY0" fmla="*/ 1048 h 5811136"/>
              <a:gd name="connsiteX1" fmla="*/ 5642679 w 5642679"/>
              <a:gd name="connsiteY1" fmla="*/ 0 h 5811136"/>
              <a:gd name="connsiteX2" fmla="*/ 2808554 w 5642679"/>
              <a:gd name="connsiteY2" fmla="*/ 5811136 h 5811136"/>
              <a:gd name="connsiteX3" fmla="*/ 0 w 5642679"/>
              <a:gd name="connsiteY3" fmla="*/ 5811136 h 5811136"/>
              <a:gd name="connsiteX4" fmla="*/ 2828323 w 5642679"/>
              <a:gd name="connsiteY4" fmla="*/ 1048 h 58111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642679" h="5811136">
                <a:moveTo>
                  <a:pt x="2828323" y="1048"/>
                </a:moveTo>
                <a:lnTo>
                  <a:pt x="5642679" y="0"/>
                </a:lnTo>
                <a:lnTo>
                  <a:pt x="2808554" y="5811136"/>
                </a:lnTo>
                <a:lnTo>
                  <a:pt x="0" y="5811136"/>
                </a:lnTo>
                <a:lnTo>
                  <a:pt x="2828323" y="1048"/>
                </a:lnTo>
                <a:close/>
              </a:path>
            </a:pathLst>
          </a:custGeom>
          <a:solidFill>
            <a:srgbClr val="FFA40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Rectangle 4">
            <a:extLst>
              <a:ext uri="{FF2B5EF4-FFF2-40B4-BE49-F238E27FC236}">
                <a16:creationId xmlns:a16="http://schemas.microsoft.com/office/drawing/2014/main" id="{3B8ABDD6-69C0-B2BC-A7F6-070686AF551D}"/>
              </a:ext>
            </a:extLst>
          </p:cNvPr>
          <p:cNvSpPr/>
          <p:nvPr userDrawn="1"/>
        </p:nvSpPr>
        <p:spPr>
          <a:xfrm rot="10800000">
            <a:off x="-9147516" y="-9614233"/>
            <a:ext cx="4072595" cy="5811136"/>
          </a:xfrm>
          <a:custGeom>
            <a:avLst/>
            <a:gdLst>
              <a:gd name="connsiteX0" fmla="*/ 0 w 2505206"/>
              <a:gd name="connsiteY0" fmla="*/ 0 h 5824603"/>
              <a:gd name="connsiteX1" fmla="*/ 2505206 w 2505206"/>
              <a:gd name="connsiteY1" fmla="*/ 0 h 5824603"/>
              <a:gd name="connsiteX2" fmla="*/ 2505206 w 2505206"/>
              <a:gd name="connsiteY2" fmla="*/ 5824603 h 5824603"/>
              <a:gd name="connsiteX3" fmla="*/ 0 w 2505206"/>
              <a:gd name="connsiteY3" fmla="*/ 5824603 h 5824603"/>
              <a:gd name="connsiteX4" fmla="*/ 0 w 2505206"/>
              <a:gd name="connsiteY4" fmla="*/ 0 h 5824603"/>
              <a:gd name="connsiteX0" fmla="*/ 0 w 3535109"/>
              <a:gd name="connsiteY0" fmla="*/ 0 h 5824603"/>
              <a:gd name="connsiteX1" fmla="*/ 3535109 w 3535109"/>
              <a:gd name="connsiteY1" fmla="*/ 0 h 5824603"/>
              <a:gd name="connsiteX2" fmla="*/ 2505206 w 3535109"/>
              <a:gd name="connsiteY2" fmla="*/ 5824603 h 5824603"/>
              <a:gd name="connsiteX3" fmla="*/ 0 w 3535109"/>
              <a:gd name="connsiteY3" fmla="*/ 5824603 h 5824603"/>
              <a:gd name="connsiteX4" fmla="*/ 0 w 3535109"/>
              <a:gd name="connsiteY4" fmla="*/ 0 h 5824603"/>
              <a:gd name="connsiteX0" fmla="*/ 1126156 w 3535109"/>
              <a:gd name="connsiteY0" fmla="*/ 0 h 5834229"/>
              <a:gd name="connsiteX1" fmla="*/ 3535109 w 3535109"/>
              <a:gd name="connsiteY1" fmla="*/ 9626 h 5834229"/>
              <a:gd name="connsiteX2" fmla="*/ 2505206 w 3535109"/>
              <a:gd name="connsiteY2" fmla="*/ 5834229 h 5834229"/>
              <a:gd name="connsiteX3" fmla="*/ 0 w 3535109"/>
              <a:gd name="connsiteY3" fmla="*/ 5834229 h 5834229"/>
              <a:gd name="connsiteX4" fmla="*/ 1126156 w 3535109"/>
              <a:gd name="connsiteY4" fmla="*/ 0 h 5834229"/>
              <a:gd name="connsiteX0" fmla="*/ 1103854 w 3535109"/>
              <a:gd name="connsiteY0" fmla="*/ 20110 h 5824603"/>
              <a:gd name="connsiteX1" fmla="*/ 3535109 w 3535109"/>
              <a:gd name="connsiteY1" fmla="*/ 0 h 5824603"/>
              <a:gd name="connsiteX2" fmla="*/ 2505206 w 3535109"/>
              <a:gd name="connsiteY2" fmla="*/ 5824603 h 5824603"/>
              <a:gd name="connsiteX3" fmla="*/ 0 w 3535109"/>
              <a:gd name="connsiteY3" fmla="*/ 5824603 h 5824603"/>
              <a:gd name="connsiteX4" fmla="*/ 1103854 w 3535109"/>
              <a:gd name="connsiteY4" fmla="*/ 20110 h 5824603"/>
              <a:gd name="connsiteX0" fmla="*/ 1111288 w 3535109"/>
              <a:gd name="connsiteY0" fmla="*/ 0 h 5826795"/>
              <a:gd name="connsiteX1" fmla="*/ 3535109 w 3535109"/>
              <a:gd name="connsiteY1" fmla="*/ 2192 h 5826795"/>
              <a:gd name="connsiteX2" fmla="*/ 2505206 w 3535109"/>
              <a:gd name="connsiteY2" fmla="*/ 5826795 h 5826795"/>
              <a:gd name="connsiteX3" fmla="*/ 0 w 3535109"/>
              <a:gd name="connsiteY3" fmla="*/ 5826795 h 5826795"/>
              <a:gd name="connsiteX4" fmla="*/ 1111288 w 3535109"/>
              <a:gd name="connsiteY4" fmla="*/ 0 h 5826795"/>
              <a:gd name="connsiteX0" fmla="*/ 1111288 w 4940163"/>
              <a:gd name="connsiteY0" fmla="*/ 0 h 5826795"/>
              <a:gd name="connsiteX1" fmla="*/ 4940163 w 4940163"/>
              <a:gd name="connsiteY1" fmla="*/ 2192 h 5826795"/>
              <a:gd name="connsiteX2" fmla="*/ 2505206 w 4940163"/>
              <a:gd name="connsiteY2" fmla="*/ 5826795 h 5826795"/>
              <a:gd name="connsiteX3" fmla="*/ 0 w 4940163"/>
              <a:gd name="connsiteY3" fmla="*/ 5826795 h 5826795"/>
              <a:gd name="connsiteX4" fmla="*/ 1111288 w 4940163"/>
              <a:gd name="connsiteY4" fmla="*/ 0 h 5826795"/>
              <a:gd name="connsiteX0" fmla="*/ 2486605 w 4940163"/>
              <a:gd name="connsiteY0" fmla="*/ 0 h 5826795"/>
              <a:gd name="connsiteX1" fmla="*/ 4940163 w 4940163"/>
              <a:gd name="connsiteY1" fmla="*/ 2192 h 5826795"/>
              <a:gd name="connsiteX2" fmla="*/ 2505206 w 4940163"/>
              <a:gd name="connsiteY2" fmla="*/ 5826795 h 5826795"/>
              <a:gd name="connsiteX3" fmla="*/ 0 w 4940163"/>
              <a:gd name="connsiteY3" fmla="*/ 5826795 h 5826795"/>
              <a:gd name="connsiteX4" fmla="*/ 2486605 w 4940163"/>
              <a:gd name="connsiteY4" fmla="*/ 0 h 5826795"/>
              <a:gd name="connsiteX0" fmla="*/ 2486605 w 4940163"/>
              <a:gd name="connsiteY0" fmla="*/ 0 h 5826795"/>
              <a:gd name="connsiteX1" fmla="*/ 4940163 w 4940163"/>
              <a:gd name="connsiteY1" fmla="*/ 2192 h 5826795"/>
              <a:gd name="connsiteX2" fmla="*/ 2001457 w 4940163"/>
              <a:gd name="connsiteY2" fmla="*/ 5826795 h 5826795"/>
              <a:gd name="connsiteX3" fmla="*/ 0 w 4940163"/>
              <a:gd name="connsiteY3" fmla="*/ 5826795 h 5826795"/>
              <a:gd name="connsiteX4" fmla="*/ 2486605 w 4940163"/>
              <a:gd name="connsiteY4" fmla="*/ 0 h 5826795"/>
              <a:gd name="connsiteX0" fmla="*/ 2486605 w 4478393"/>
              <a:gd name="connsiteY0" fmla="*/ 10165 h 5836960"/>
              <a:gd name="connsiteX1" fmla="*/ 4478393 w 4478393"/>
              <a:gd name="connsiteY1" fmla="*/ 0 h 5836960"/>
              <a:gd name="connsiteX2" fmla="*/ 2001457 w 4478393"/>
              <a:gd name="connsiteY2" fmla="*/ 5836960 h 5836960"/>
              <a:gd name="connsiteX3" fmla="*/ 0 w 4478393"/>
              <a:gd name="connsiteY3" fmla="*/ 5836960 h 5836960"/>
              <a:gd name="connsiteX4" fmla="*/ 2486605 w 4478393"/>
              <a:gd name="connsiteY4" fmla="*/ 10165 h 5836960"/>
              <a:gd name="connsiteX0" fmla="*/ 2486605 w 4422421"/>
              <a:gd name="connsiteY0" fmla="*/ 10165 h 5836960"/>
              <a:gd name="connsiteX1" fmla="*/ 4422421 w 4422421"/>
              <a:gd name="connsiteY1" fmla="*/ 0 h 5836960"/>
              <a:gd name="connsiteX2" fmla="*/ 2001457 w 4422421"/>
              <a:gd name="connsiteY2" fmla="*/ 5836960 h 5836960"/>
              <a:gd name="connsiteX3" fmla="*/ 0 w 4422421"/>
              <a:gd name="connsiteY3" fmla="*/ 5836960 h 5836960"/>
              <a:gd name="connsiteX4" fmla="*/ 2486605 w 4422421"/>
              <a:gd name="connsiteY4" fmla="*/ 10165 h 5836960"/>
              <a:gd name="connsiteX0" fmla="*/ 2486605 w 4478393"/>
              <a:gd name="connsiteY0" fmla="*/ 0 h 5826795"/>
              <a:gd name="connsiteX1" fmla="*/ 4478393 w 4478393"/>
              <a:gd name="connsiteY1" fmla="*/ 14549 h 5826795"/>
              <a:gd name="connsiteX2" fmla="*/ 2001457 w 4478393"/>
              <a:gd name="connsiteY2" fmla="*/ 5826795 h 5826795"/>
              <a:gd name="connsiteX3" fmla="*/ 0 w 4478393"/>
              <a:gd name="connsiteY3" fmla="*/ 5826795 h 5826795"/>
              <a:gd name="connsiteX4" fmla="*/ 2486605 w 4478393"/>
              <a:gd name="connsiteY4" fmla="*/ 0 h 5826795"/>
              <a:gd name="connsiteX0" fmla="*/ 2486605 w 4522645"/>
              <a:gd name="connsiteY0" fmla="*/ 1082 h 5827877"/>
              <a:gd name="connsiteX1" fmla="*/ 4522645 w 4522645"/>
              <a:gd name="connsiteY1" fmla="*/ 0 h 5827877"/>
              <a:gd name="connsiteX2" fmla="*/ 2001457 w 4522645"/>
              <a:gd name="connsiteY2" fmla="*/ 5827877 h 5827877"/>
              <a:gd name="connsiteX3" fmla="*/ 0 w 4522645"/>
              <a:gd name="connsiteY3" fmla="*/ 5827877 h 5827877"/>
              <a:gd name="connsiteX4" fmla="*/ 2486605 w 4522645"/>
              <a:gd name="connsiteY4" fmla="*/ 1082 h 5827877"/>
              <a:gd name="connsiteX0" fmla="*/ 2486605 w 4491075"/>
              <a:gd name="connsiteY0" fmla="*/ 1082 h 5827877"/>
              <a:gd name="connsiteX1" fmla="*/ 4491075 w 4491075"/>
              <a:gd name="connsiteY1" fmla="*/ 0 h 5827877"/>
              <a:gd name="connsiteX2" fmla="*/ 2001457 w 4491075"/>
              <a:gd name="connsiteY2" fmla="*/ 5827877 h 5827877"/>
              <a:gd name="connsiteX3" fmla="*/ 0 w 4491075"/>
              <a:gd name="connsiteY3" fmla="*/ 5827877 h 5827877"/>
              <a:gd name="connsiteX4" fmla="*/ 2486605 w 4491075"/>
              <a:gd name="connsiteY4" fmla="*/ 1082 h 5827877"/>
              <a:gd name="connsiteX0" fmla="*/ 2616040 w 4620510"/>
              <a:gd name="connsiteY0" fmla="*/ 1082 h 5827877"/>
              <a:gd name="connsiteX1" fmla="*/ 4620510 w 4620510"/>
              <a:gd name="connsiteY1" fmla="*/ 0 h 5827877"/>
              <a:gd name="connsiteX2" fmla="*/ 2130892 w 4620510"/>
              <a:gd name="connsiteY2" fmla="*/ 5827877 h 5827877"/>
              <a:gd name="connsiteX3" fmla="*/ 0 w 4620510"/>
              <a:gd name="connsiteY3" fmla="*/ 5821527 h 5827877"/>
              <a:gd name="connsiteX4" fmla="*/ 2616040 w 4620510"/>
              <a:gd name="connsiteY4" fmla="*/ 1082 h 5827877"/>
              <a:gd name="connsiteX0" fmla="*/ 2616040 w 4620510"/>
              <a:gd name="connsiteY0" fmla="*/ 1082 h 5821527"/>
              <a:gd name="connsiteX1" fmla="*/ 4620510 w 4620510"/>
              <a:gd name="connsiteY1" fmla="*/ 0 h 5821527"/>
              <a:gd name="connsiteX2" fmla="*/ 1828876 w 4620510"/>
              <a:gd name="connsiteY2" fmla="*/ 5821527 h 5821527"/>
              <a:gd name="connsiteX3" fmla="*/ 0 w 4620510"/>
              <a:gd name="connsiteY3" fmla="*/ 5821527 h 5821527"/>
              <a:gd name="connsiteX4" fmla="*/ 2616040 w 4620510"/>
              <a:gd name="connsiteY4" fmla="*/ 1082 h 5821527"/>
              <a:gd name="connsiteX0" fmla="*/ 2616040 w 4620510"/>
              <a:gd name="connsiteY0" fmla="*/ 1082 h 5821527"/>
              <a:gd name="connsiteX1" fmla="*/ 4620510 w 4620510"/>
              <a:gd name="connsiteY1" fmla="*/ 0 h 5821527"/>
              <a:gd name="connsiteX2" fmla="*/ 1641914 w 4620510"/>
              <a:gd name="connsiteY2" fmla="*/ 5821527 h 5821527"/>
              <a:gd name="connsiteX3" fmla="*/ 0 w 4620510"/>
              <a:gd name="connsiteY3" fmla="*/ 5821527 h 5821527"/>
              <a:gd name="connsiteX4" fmla="*/ 2616040 w 4620510"/>
              <a:gd name="connsiteY4" fmla="*/ 1082 h 5821527"/>
              <a:gd name="connsiteX0" fmla="*/ 2616040 w 4620510"/>
              <a:gd name="connsiteY0" fmla="*/ 1082 h 5821527"/>
              <a:gd name="connsiteX1" fmla="*/ 4620510 w 4620510"/>
              <a:gd name="connsiteY1" fmla="*/ 0 h 5821527"/>
              <a:gd name="connsiteX2" fmla="*/ 1699441 w 4620510"/>
              <a:gd name="connsiteY2" fmla="*/ 5808827 h 5821527"/>
              <a:gd name="connsiteX3" fmla="*/ 0 w 4620510"/>
              <a:gd name="connsiteY3" fmla="*/ 5821527 h 5821527"/>
              <a:gd name="connsiteX4" fmla="*/ 2616040 w 4620510"/>
              <a:gd name="connsiteY4" fmla="*/ 1082 h 5821527"/>
              <a:gd name="connsiteX0" fmla="*/ 2616040 w 4620510"/>
              <a:gd name="connsiteY0" fmla="*/ 1082 h 5821527"/>
              <a:gd name="connsiteX1" fmla="*/ 4620510 w 4620510"/>
              <a:gd name="connsiteY1" fmla="*/ 0 h 5821527"/>
              <a:gd name="connsiteX2" fmla="*/ 1692250 w 4620510"/>
              <a:gd name="connsiteY2" fmla="*/ 5821527 h 5821527"/>
              <a:gd name="connsiteX3" fmla="*/ 0 w 4620510"/>
              <a:gd name="connsiteY3" fmla="*/ 5821527 h 5821527"/>
              <a:gd name="connsiteX4" fmla="*/ 2616040 w 4620510"/>
              <a:gd name="connsiteY4" fmla="*/ 1082 h 5821527"/>
              <a:gd name="connsiteX0" fmla="*/ 2780776 w 4620510"/>
              <a:gd name="connsiteY0" fmla="*/ 1082 h 5821527"/>
              <a:gd name="connsiteX1" fmla="*/ 4620510 w 4620510"/>
              <a:gd name="connsiteY1" fmla="*/ 0 h 5821527"/>
              <a:gd name="connsiteX2" fmla="*/ 1692250 w 4620510"/>
              <a:gd name="connsiteY2" fmla="*/ 5821527 h 5821527"/>
              <a:gd name="connsiteX3" fmla="*/ 0 w 4620510"/>
              <a:gd name="connsiteY3" fmla="*/ 5821527 h 5821527"/>
              <a:gd name="connsiteX4" fmla="*/ 2780776 w 4620510"/>
              <a:gd name="connsiteY4" fmla="*/ 1082 h 5821527"/>
              <a:gd name="connsiteX0" fmla="*/ 2780776 w 4526375"/>
              <a:gd name="connsiteY0" fmla="*/ 11473 h 5831918"/>
              <a:gd name="connsiteX1" fmla="*/ 4526375 w 4526375"/>
              <a:gd name="connsiteY1" fmla="*/ 0 h 5831918"/>
              <a:gd name="connsiteX2" fmla="*/ 1692250 w 4526375"/>
              <a:gd name="connsiteY2" fmla="*/ 5831918 h 5831918"/>
              <a:gd name="connsiteX3" fmla="*/ 0 w 4526375"/>
              <a:gd name="connsiteY3" fmla="*/ 5831918 h 5831918"/>
              <a:gd name="connsiteX4" fmla="*/ 2780776 w 4526375"/>
              <a:gd name="connsiteY4" fmla="*/ 11473 h 5831918"/>
              <a:gd name="connsiteX0" fmla="*/ 2780776 w 4526375"/>
              <a:gd name="connsiteY0" fmla="*/ 0 h 5820445"/>
              <a:gd name="connsiteX1" fmla="*/ 4526375 w 4526375"/>
              <a:gd name="connsiteY1" fmla="*/ 9309 h 5820445"/>
              <a:gd name="connsiteX2" fmla="*/ 1692250 w 4526375"/>
              <a:gd name="connsiteY2" fmla="*/ 5820445 h 5820445"/>
              <a:gd name="connsiteX3" fmla="*/ 0 w 4526375"/>
              <a:gd name="connsiteY3" fmla="*/ 5820445 h 5820445"/>
              <a:gd name="connsiteX4" fmla="*/ 2780776 w 4526375"/>
              <a:gd name="connsiteY4" fmla="*/ 0 h 5820445"/>
              <a:gd name="connsiteX0" fmla="*/ 2780776 w 4526375"/>
              <a:gd name="connsiteY0" fmla="*/ 6278 h 5811136"/>
              <a:gd name="connsiteX1" fmla="*/ 4526375 w 4526375"/>
              <a:gd name="connsiteY1" fmla="*/ 0 h 5811136"/>
              <a:gd name="connsiteX2" fmla="*/ 1692250 w 4526375"/>
              <a:gd name="connsiteY2" fmla="*/ 5811136 h 5811136"/>
              <a:gd name="connsiteX3" fmla="*/ 0 w 4526375"/>
              <a:gd name="connsiteY3" fmla="*/ 5811136 h 5811136"/>
              <a:gd name="connsiteX4" fmla="*/ 2780776 w 4526375"/>
              <a:gd name="connsiteY4" fmla="*/ 6278 h 5811136"/>
              <a:gd name="connsiteX0" fmla="*/ 2828323 w 4526375"/>
              <a:gd name="connsiteY0" fmla="*/ 0 h 5814189"/>
              <a:gd name="connsiteX1" fmla="*/ 4526375 w 4526375"/>
              <a:gd name="connsiteY1" fmla="*/ 3053 h 5814189"/>
              <a:gd name="connsiteX2" fmla="*/ 1692250 w 4526375"/>
              <a:gd name="connsiteY2" fmla="*/ 5814189 h 5814189"/>
              <a:gd name="connsiteX3" fmla="*/ 0 w 4526375"/>
              <a:gd name="connsiteY3" fmla="*/ 5814189 h 5814189"/>
              <a:gd name="connsiteX4" fmla="*/ 2828323 w 4526375"/>
              <a:gd name="connsiteY4" fmla="*/ 0 h 5814189"/>
              <a:gd name="connsiteX0" fmla="*/ 2828323 w 4526375"/>
              <a:gd name="connsiteY0" fmla="*/ 1048 h 5811136"/>
              <a:gd name="connsiteX1" fmla="*/ 4526375 w 4526375"/>
              <a:gd name="connsiteY1" fmla="*/ 0 h 5811136"/>
              <a:gd name="connsiteX2" fmla="*/ 1692250 w 4526375"/>
              <a:gd name="connsiteY2" fmla="*/ 5811136 h 5811136"/>
              <a:gd name="connsiteX3" fmla="*/ 0 w 4526375"/>
              <a:gd name="connsiteY3" fmla="*/ 5811136 h 5811136"/>
              <a:gd name="connsiteX4" fmla="*/ 2828323 w 4526375"/>
              <a:gd name="connsiteY4" fmla="*/ 1048 h 58111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526375" h="5811136">
                <a:moveTo>
                  <a:pt x="2828323" y="1048"/>
                </a:moveTo>
                <a:lnTo>
                  <a:pt x="4526375" y="0"/>
                </a:lnTo>
                <a:lnTo>
                  <a:pt x="1692250" y="5811136"/>
                </a:lnTo>
                <a:lnTo>
                  <a:pt x="0" y="5811136"/>
                </a:lnTo>
                <a:lnTo>
                  <a:pt x="2828323" y="1048"/>
                </a:lnTo>
                <a:close/>
              </a:path>
            </a:pathLst>
          </a:custGeom>
          <a:solidFill>
            <a:srgbClr val="0046B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Rectangle 4">
            <a:extLst>
              <a:ext uri="{FF2B5EF4-FFF2-40B4-BE49-F238E27FC236}">
                <a16:creationId xmlns:a16="http://schemas.microsoft.com/office/drawing/2014/main" id="{5512BBEB-9B39-125D-6039-5381409F8C53}"/>
              </a:ext>
            </a:extLst>
          </p:cNvPr>
          <p:cNvSpPr/>
          <p:nvPr userDrawn="1"/>
        </p:nvSpPr>
        <p:spPr>
          <a:xfrm rot="10800000">
            <a:off x="-7044396" y="-9614233"/>
            <a:ext cx="4072595" cy="5811136"/>
          </a:xfrm>
          <a:custGeom>
            <a:avLst/>
            <a:gdLst>
              <a:gd name="connsiteX0" fmla="*/ 0 w 2505206"/>
              <a:gd name="connsiteY0" fmla="*/ 0 h 5824603"/>
              <a:gd name="connsiteX1" fmla="*/ 2505206 w 2505206"/>
              <a:gd name="connsiteY1" fmla="*/ 0 h 5824603"/>
              <a:gd name="connsiteX2" fmla="*/ 2505206 w 2505206"/>
              <a:gd name="connsiteY2" fmla="*/ 5824603 h 5824603"/>
              <a:gd name="connsiteX3" fmla="*/ 0 w 2505206"/>
              <a:gd name="connsiteY3" fmla="*/ 5824603 h 5824603"/>
              <a:gd name="connsiteX4" fmla="*/ 0 w 2505206"/>
              <a:gd name="connsiteY4" fmla="*/ 0 h 5824603"/>
              <a:gd name="connsiteX0" fmla="*/ 0 w 3535109"/>
              <a:gd name="connsiteY0" fmla="*/ 0 h 5824603"/>
              <a:gd name="connsiteX1" fmla="*/ 3535109 w 3535109"/>
              <a:gd name="connsiteY1" fmla="*/ 0 h 5824603"/>
              <a:gd name="connsiteX2" fmla="*/ 2505206 w 3535109"/>
              <a:gd name="connsiteY2" fmla="*/ 5824603 h 5824603"/>
              <a:gd name="connsiteX3" fmla="*/ 0 w 3535109"/>
              <a:gd name="connsiteY3" fmla="*/ 5824603 h 5824603"/>
              <a:gd name="connsiteX4" fmla="*/ 0 w 3535109"/>
              <a:gd name="connsiteY4" fmla="*/ 0 h 5824603"/>
              <a:gd name="connsiteX0" fmla="*/ 1126156 w 3535109"/>
              <a:gd name="connsiteY0" fmla="*/ 0 h 5834229"/>
              <a:gd name="connsiteX1" fmla="*/ 3535109 w 3535109"/>
              <a:gd name="connsiteY1" fmla="*/ 9626 h 5834229"/>
              <a:gd name="connsiteX2" fmla="*/ 2505206 w 3535109"/>
              <a:gd name="connsiteY2" fmla="*/ 5834229 h 5834229"/>
              <a:gd name="connsiteX3" fmla="*/ 0 w 3535109"/>
              <a:gd name="connsiteY3" fmla="*/ 5834229 h 5834229"/>
              <a:gd name="connsiteX4" fmla="*/ 1126156 w 3535109"/>
              <a:gd name="connsiteY4" fmla="*/ 0 h 5834229"/>
              <a:gd name="connsiteX0" fmla="*/ 1103854 w 3535109"/>
              <a:gd name="connsiteY0" fmla="*/ 20110 h 5824603"/>
              <a:gd name="connsiteX1" fmla="*/ 3535109 w 3535109"/>
              <a:gd name="connsiteY1" fmla="*/ 0 h 5824603"/>
              <a:gd name="connsiteX2" fmla="*/ 2505206 w 3535109"/>
              <a:gd name="connsiteY2" fmla="*/ 5824603 h 5824603"/>
              <a:gd name="connsiteX3" fmla="*/ 0 w 3535109"/>
              <a:gd name="connsiteY3" fmla="*/ 5824603 h 5824603"/>
              <a:gd name="connsiteX4" fmla="*/ 1103854 w 3535109"/>
              <a:gd name="connsiteY4" fmla="*/ 20110 h 5824603"/>
              <a:gd name="connsiteX0" fmla="*/ 1111288 w 3535109"/>
              <a:gd name="connsiteY0" fmla="*/ 0 h 5826795"/>
              <a:gd name="connsiteX1" fmla="*/ 3535109 w 3535109"/>
              <a:gd name="connsiteY1" fmla="*/ 2192 h 5826795"/>
              <a:gd name="connsiteX2" fmla="*/ 2505206 w 3535109"/>
              <a:gd name="connsiteY2" fmla="*/ 5826795 h 5826795"/>
              <a:gd name="connsiteX3" fmla="*/ 0 w 3535109"/>
              <a:gd name="connsiteY3" fmla="*/ 5826795 h 5826795"/>
              <a:gd name="connsiteX4" fmla="*/ 1111288 w 3535109"/>
              <a:gd name="connsiteY4" fmla="*/ 0 h 5826795"/>
              <a:gd name="connsiteX0" fmla="*/ 1111288 w 4940163"/>
              <a:gd name="connsiteY0" fmla="*/ 0 h 5826795"/>
              <a:gd name="connsiteX1" fmla="*/ 4940163 w 4940163"/>
              <a:gd name="connsiteY1" fmla="*/ 2192 h 5826795"/>
              <a:gd name="connsiteX2" fmla="*/ 2505206 w 4940163"/>
              <a:gd name="connsiteY2" fmla="*/ 5826795 h 5826795"/>
              <a:gd name="connsiteX3" fmla="*/ 0 w 4940163"/>
              <a:gd name="connsiteY3" fmla="*/ 5826795 h 5826795"/>
              <a:gd name="connsiteX4" fmla="*/ 1111288 w 4940163"/>
              <a:gd name="connsiteY4" fmla="*/ 0 h 5826795"/>
              <a:gd name="connsiteX0" fmla="*/ 2486605 w 4940163"/>
              <a:gd name="connsiteY0" fmla="*/ 0 h 5826795"/>
              <a:gd name="connsiteX1" fmla="*/ 4940163 w 4940163"/>
              <a:gd name="connsiteY1" fmla="*/ 2192 h 5826795"/>
              <a:gd name="connsiteX2" fmla="*/ 2505206 w 4940163"/>
              <a:gd name="connsiteY2" fmla="*/ 5826795 h 5826795"/>
              <a:gd name="connsiteX3" fmla="*/ 0 w 4940163"/>
              <a:gd name="connsiteY3" fmla="*/ 5826795 h 5826795"/>
              <a:gd name="connsiteX4" fmla="*/ 2486605 w 4940163"/>
              <a:gd name="connsiteY4" fmla="*/ 0 h 5826795"/>
              <a:gd name="connsiteX0" fmla="*/ 2486605 w 4940163"/>
              <a:gd name="connsiteY0" fmla="*/ 0 h 5826795"/>
              <a:gd name="connsiteX1" fmla="*/ 4940163 w 4940163"/>
              <a:gd name="connsiteY1" fmla="*/ 2192 h 5826795"/>
              <a:gd name="connsiteX2" fmla="*/ 2001457 w 4940163"/>
              <a:gd name="connsiteY2" fmla="*/ 5826795 h 5826795"/>
              <a:gd name="connsiteX3" fmla="*/ 0 w 4940163"/>
              <a:gd name="connsiteY3" fmla="*/ 5826795 h 5826795"/>
              <a:gd name="connsiteX4" fmla="*/ 2486605 w 4940163"/>
              <a:gd name="connsiteY4" fmla="*/ 0 h 5826795"/>
              <a:gd name="connsiteX0" fmla="*/ 2486605 w 4478393"/>
              <a:gd name="connsiteY0" fmla="*/ 10165 h 5836960"/>
              <a:gd name="connsiteX1" fmla="*/ 4478393 w 4478393"/>
              <a:gd name="connsiteY1" fmla="*/ 0 h 5836960"/>
              <a:gd name="connsiteX2" fmla="*/ 2001457 w 4478393"/>
              <a:gd name="connsiteY2" fmla="*/ 5836960 h 5836960"/>
              <a:gd name="connsiteX3" fmla="*/ 0 w 4478393"/>
              <a:gd name="connsiteY3" fmla="*/ 5836960 h 5836960"/>
              <a:gd name="connsiteX4" fmla="*/ 2486605 w 4478393"/>
              <a:gd name="connsiteY4" fmla="*/ 10165 h 5836960"/>
              <a:gd name="connsiteX0" fmla="*/ 2486605 w 4422421"/>
              <a:gd name="connsiteY0" fmla="*/ 10165 h 5836960"/>
              <a:gd name="connsiteX1" fmla="*/ 4422421 w 4422421"/>
              <a:gd name="connsiteY1" fmla="*/ 0 h 5836960"/>
              <a:gd name="connsiteX2" fmla="*/ 2001457 w 4422421"/>
              <a:gd name="connsiteY2" fmla="*/ 5836960 h 5836960"/>
              <a:gd name="connsiteX3" fmla="*/ 0 w 4422421"/>
              <a:gd name="connsiteY3" fmla="*/ 5836960 h 5836960"/>
              <a:gd name="connsiteX4" fmla="*/ 2486605 w 4422421"/>
              <a:gd name="connsiteY4" fmla="*/ 10165 h 5836960"/>
              <a:gd name="connsiteX0" fmla="*/ 2486605 w 4478393"/>
              <a:gd name="connsiteY0" fmla="*/ 0 h 5826795"/>
              <a:gd name="connsiteX1" fmla="*/ 4478393 w 4478393"/>
              <a:gd name="connsiteY1" fmla="*/ 14549 h 5826795"/>
              <a:gd name="connsiteX2" fmla="*/ 2001457 w 4478393"/>
              <a:gd name="connsiteY2" fmla="*/ 5826795 h 5826795"/>
              <a:gd name="connsiteX3" fmla="*/ 0 w 4478393"/>
              <a:gd name="connsiteY3" fmla="*/ 5826795 h 5826795"/>
              <a:gd name="connsiteX4" fmla="*/ 2486605 w 4478393"/>
              <a:gd name="connsiteY4" fmla="*/ 0 h 5826795"/>
              <a:gd name="connsiteX0" fmla="*/ 2486605 w 4522645"/>
              <a:gd name="connsiteY0" fmla="*/ 1082 h 5827877"/>
              <a:gd name="connsiteX1" fmla="*/ 4522645 w 4522645"/>
              <a:gd name="connsiteY1" fmla="*/ 0 h 5827877"/>
              <a:gd name="connsiteX2" fmla="*/ 2001457 w 4522645"/>
              <a:gd name="connsiteY2" fmla="*/ 5827877 h 5827877"/>
              <a:gd name="connsiteX3" fmla="*/ 0 w 4522645"/>
              <a:gd name="connsiteY3" fmla="*/ 5827877 h 5827877"/>
              <a:gd name="connsiteX4" fmla="*/ 2486605 w 4522645"/>
              <a:gd name="connsiteY4" fmla="*/ 1082 h 5827877"/>
              <a:gd name="connsiteX0" fmla="*/ 2486605 w 4491075"/>
              <a:gd name="connsiteY0" fmla="*/ 1082 h 5827877"/>
              <a:gd name="connsiteX1" fmla="*/ 4491075 w 4491075"/>
              <a:gd name="connsiteY1" fmla="*/ 0 h 5827877"/>
              <a:gd name="connsiteX2" fmla="*/ 2001457 w 4491075"/>
              <a:gd name="connsiteY2" fmla="*/ 5827877 h 5827877"/>
              <a:gd name="connsiteX3" fmla="*/ 0 w 4491075"/>
              <a:gd name="connsiteY3" fmla="*/ 5827877 h 5827877"/>
              <a:gd name="connsiteX4" fmla="*/ 2486605 w 4491075"/>
              <a:gd name="connsiteY4" fmla="*/ 1082 h 5827877"/>
              <a:gd name="connsiteX0" fmla="*/ 2616040 w 4620510"/>
              <a:gd name="connsiteY0" fmla="*/ 1082 h 5827877"/>
              <a:gd name="connsiteX1" fmla="*/ 4620510 w 4620510"/>
              <a:gd name="connsiteY1" fmla="*/ 0 h 5827877"/>
              <a:gd name="connsiteX2" fmla="*/ 2130892 w 4620510"/>
              <a:gd name="connsiteY2" fmla="*/ 5827877 h 5827877"/>
              <a:gd name="connsiteX3" fmla="*/ 0 w 4620510"/>
              <a:gd name="connsiteY3" fmla="*/ 5821527 h 5827877"/>
              <a:gd name="connsiteX4" fmla="*/ 2616040 w 4620510"/>
              <a:gd name="connsiteY4" fmla="*/ 1082 h 5827877"/>
              <a:gd name="connsiteX0" fmla="*/ 2616040 w 4620510"/>
              <a:gd name="connsiteY0" fmla="*/ 1082 h 5821527"/>
              <a:gd name="connsiteX1" fmla="*/ 4620510 w 4620510"/>
              <a:gd name="connsiteY1" fmla="*/ 0 h 5821527"/>
              <a:gd name="connsiteX2" fmla="*/ 1828876 w 4620510"/>
              <a:gd name="connsiteY2" fmla="*/ 5821527 h 5821527"/>
              <a:gd name="connsiteX3" fmla="*/ 0 w 4620510"/>
              <a:gd name="connsiteY3" fmla="*/ 5821527 h 5821527"/>
              <a:gd name="connsiteX4" fmla="*/ 2616040 w 4620510"/>
              <a:gd name="connsiteY4" fmla="*/ 1082 h 5821527"/>
              <a:gd name="connsiteX0" fmla="*/ 2616040 w 4620510"/>
              <a:gd name="connsiteY0" fmla="*/ 1082 h 5821527"/>
              <a:gd name="connsiteX1" fmla="*/ 4620510 w 4620510"/>
              <a:gd name="connsiteY1" fmla="*/ 0 h 5821527"/>
              <a:gd name="connsiteX2" fmla="*/ 1641914 w 4620510"/>
              <a:gd name="connsiteY2" fmla="*/ 5821527 h 5821527"/>
              <a:gd name="connsiteX3" fmla="*/ 0 w 4620510"/>
              <a:gd name="connsiteY3" fmla="*/ 5821527 h 5821527"/>
              <a:gd name="connsiteX4" fmla="*/ 2616040 w 4620510"/>
              <a:gd name="connsiteY4" fmla="*/ 1082 h 5821527"/>
              <a:gd name="connsiteX0" fmla="*/ 2616040 w 4620510"/>
              <a:gd name="connsiteY0" fmla="*/ 1082 h 5821527"/>
              <a:gd name="connsiteX1" fmla="*/ 4620510 w 4620510"/>
              <a:gd name="connsiteY1" fmla="*/ 0 h 5821527"/>
              <a:gd name="connsiteX2" fmla="*/ 1699441 w 4620510"/>
              <a:gd name="connsiteY2" fmla="*/ 5808827 h 5821527"/>
              <a:gd name="connsiteX3" fmla="*/ 0 w 4620510"/>
              <a:gd name="connsiteY3" fmla="*/ 5821527 h 5821527"/>
              <a:gd name="connsiteX4" fmla="*/ 2616040 w 4620510"/>
              <a:gd name="connsiteY4" fmla="*/ 1082 h 5821527"/>
              <a:gd name="connsiteX0" fmla="*/ 2616040 w 4620510"/>
              <a:gd name="connsiteY0" fmla="*/ 1082 h 5821527"/>
              <a:gd name="connsiteX1" fmla="*/ 4620510 w 4620510"/>
              <a:gd name="connsiteY1" fmla="*/ 0 h 5821527"/>
              <a:gd name="connsiteX2" fmla="*/ 1692250 w 4620510"/>
              <a:gd name="connsiteY2" fmla="*/ 5821527 h 5821527"/>
              <a:gd name="connsiteX3" fmla="*/ 0 w 4620510"/>
              <a:gd name="connsiteY3" fmla="*/ 5821527 h 5821527"/>
              <a:gd name="connsiteX4" fmla="*/ 2616040 w 4620510"/>
              <a:gd name="connsiteY4" fmla="*/ 1082 h 5821527"/>
              <a:gd name="connsiteX0" fmla="*/ 2780776 w 4620510"/>
              <a:gd name="connsiteY0" fmla="*/ 1082 h 5821527"/>
              <a:gd name="connsiteX1" fmla="*/ 4620510 w 4620510"/>
              <a:gd name="connsiteY1" fmla="*/ 0 h 5821527"/>
              <a:gd name="connsiteX2" fmla="*/ 1692250 w 4620510"/>
              <a:gd name="connsiteY2" fmla="*/ 5821527 h 5821527"/>
              <a:gd name="connsiteX3" fmla="*/ 0 w 4620510"/>
              <a:gd name="connsiteY3" fmla="*/ 5821527 h 5821527"/>
              <a:gd name="connsiteX4" fmla="*/ 2780776 w 4620510"/>
              <a:gd name="connsiteY4" fmla="*/ 1082 h 5821527"/>
              <a:gd name="connsiteX0" fmla="*/ 2780776 w 4526375"/>
              <a:gd name="connsiteY0" fmla="*/ 11473 h 5831918"/>
              <a:gd name="connsiteX1" fmla="*/ 4526375 w 4526375"/>
              <a:gd name="connsiteY1" fmla="*/ 0 h 5831918"/>
              <a:gd name="connsiteX2" fmla="*/ 1692250 w 4526375"/>
              <a:gd name="connsiteY2" fmla="*/ 5831918 h 5831918"/>
              <a:gd name="connsiteX3" fmla="*/ 0 w 4526375"/>
              <a:gd name="connsiteY3" fmla="*/ 5831918 h 5831918"/>
              <a:gd name="connsiteX4" fmla="*/ 2780776 w 4526375"/>
              <a:gd name="connsiteY4" fmla="*/ 11473 h 5831918"/>
              <a:gd name="connsiteX0" fmla="*/ 2780776 w 4526375"/>
              <a:gd name="connsiteY0" fmla="*/ 0 h 5820445"/>
              <a:gd name="connsiteX1" fmla="*/ 4526375 w 4526375"/>
              <a:gd name="connsiteY1" fmla="*/ 9309 h 5820445"/>
              <a:gd name="connsiteX2" fmla="*/ 1692250 w 4526375"/>
              <a:gd name="connsiteY2" fmla="*/ 5820445 h 5820445"/>
              <a:gd name="connsiteX3" fmla="*/ 0 w 4526375"/>
              <a:gd name="connsiteY3" fmla="*/ 5820445 h 5820445"/>
              <a:gd name="connsiteX4" fmla="*/ 2780776 w 4526375"/>
              <a:gd name="connsiteY4" fmla="*/ 0 h 5820445"/>
              <a:gd name="connsiteX0" fmla="*/ 2780776 w 4526375"/>
              <a:gd name="connsiteY0" fmla="*/ 6278 h 5811136"/>
              <a:gd name="connsiteX1" fmla="*/ 4526375 w 4526375"/>
              <a:gd name="connsiteY1" fmla="*/ 0 h 5811136"/>
              <a:gd name="connsiteX2" fmla="*/ 1692250 w 4526375"/>
              <a:gd name="connsiteY2" fmla="*/ 5811136 h 5811136"/>
              <a:gd name="connsiteX3" fmla="*/ 0 w 4526375"/>
              <a:gd name="connsiteY3" fmla="*/ 5811136 h 5811136"/>
              <a:gd name="connsiteX4" fmla="*/ 2780776 w 4526375"/>
              <a:gd name="connsiteY4" fmla="*/ 6278 h 5811136"/>
              <a:gd name="connsiteX0" fmla="*/ 2828323 w 4526375"/>
              <a:gd name="connsiteY0" fmla="*/ 0 h 5814189"/>
              <a:gd name="connsiteX1" fmla="*/ 4526375 w 4526375"/>
              <a:gd name="connsiteY1" fmla="*/ 3053 h 5814189"/>
              <a:gd name="connsiteX2" fmla="*/ 1692250 w 4526375"/>
              <a:gd name="connsiteY2" fmla="*/ 5814189 h 5814189"/>
              <a:gd name="connsiteX3" fmla="*/ 0 w 4526375"/>
              <a:gd name="connsiteY3" fmla="*/ 5814189 h 5814189"/>
              <a:gd name="connsiteX4" fmla="*/ 2828323 w 4526375"/>
              <a:gd name="connsiteY4" fmla="*/ 0 h 5814189"/>
              <a:gd name="connsiteX0" fmla="*/ 2828323 w 4526375"/>
              <a:gd name="connsiteY0" fmla="*/ 1048 h 5811136"/>
              <a:gd name="connsiteX1" fmla="*/ 4526375 w 4526375"/>
              <a:gd name="connsiteY1" fmla="*/ 0 h 5811136"/>
              <a:gd name="connsiteX2" fmla="*/ 1692250 w 4526375"/>
              <a:gd name="connsiteY2" fmla="*/ 5811136 h 5811136"/>
              <a:gd name="connsiteX3" fmla="*/ 0 w 4526375"/>
              <a:gd name="connsiteY3" fmla="*/ 5811136 h 5811136"/>
              <a:gd name="connsiteX4" fmla="*/ 2828323 w 4526375"/>
              <a:gd name="connsiteY4" fmla="*/ 1048 h 58111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526375" h="5811136">
                <a:moveTo>
                  <a:pt x="2828323" y="1048"/>
                </a:moveTo>
                <a:lnTo>
                  <a:pt x="4526375" y="0"/>
                </a:lnTo>
                <a:lnTo>
                  <a:pt x="1692250" y="5811136"/>
                </a:lnTo>
                <a:lnTo>
                  <a:pt x="0" y="5811136"/>
                </a:lnTo>
                <a:lnTo>
                  <a:pt x="2828323" y="1048"/>
                </a:lnTo>
                <a:close/>
              </a:path>
            </a:pathLst>
          </a:custGeom>
          <a:solidFill>
            <a:srgbClr val="D454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Rectangle 4">
            <a:extLst>
              <a:ext uri="{FF2B5EF4-FFF2-40B4-BE49-F238E27FC236}">
                <a16:creationId xmlns:a16="http://schemas.microsoft.com/office/drawing/2014/main" id="{B7F1FA22-FF21-8D3A-061A-F899352509B2}"/>
              </a:ext>
            </a:extLst>
          </p:cNvPr>
          <p:cNvSpPr/>
          <p:nvPr userDrawn="1"/>
        </p:nvSpPr>
        <p:spPr>
          <a:xfrm rot="10800000">
            <a:off x="-4986996" y="-9614233"/>
            <a:ext cx="4072595" cy="5811136"/>
          </a:xfrm>
          <a:custGeom>
            <a:avLst/>
            <a:gdLst>
              <a:gd name="connsiteX0" fmla="*/ 0 w 2505206"/>
              <a:gd name="connsiteY0" fmla="*/ 0 h 5824603"/>
              <a:gd name="connsiteX1" fmla="*/ 2505206 w 2505206"/>
              <a:gd name="connsiteY1" fmla="*/ 0 h 5824603"/>
              <a:gd name="connsiteX2" fmla="*/ 2505206 w 2505206"/>
              <a:gd name="connsiteY2" fmla="*/ 5824603 h 5824603"/>
              <a:gd name="connsiteX3" fmla="*/ 0 w 2505206"/>
              <a:gd name="connsiteY3" fmla="*/ 5824603 h 5824603"/>
              <a:gd name="connsiteX4" fmla="*/ 0 w 2505206"/>
              <a:gd name="connsiteY4" fmla="*/ 0 h 5824603"/>
              <a:gd name="connsiteX0" fmla="*/ 0 w 3535109"/>
              <a:gd name="connsiteY0" fmla="*/ 0 h 5824603"/>
              <a:gd name="connsiteX1" fmla="*/ 3535109 w 3535109"/>
              <a:gd name="connsiteY1" fmla="*/ 0 h 5824603"/>
              <a:gd name="connsiteX2" fmla="*/ 2505206 w 3535109"/>
              <a:gd name="connsiteY2" fmla="*/ 5824603 h 5824603"/>
              <a:gd name="connsiteX3" fmla="*/ 0 w 3535109"/>
              <a:gd name="connsiteY3" fmla="*/ 5824603 h 5824603"/>
              <a:gd name="connsiteX4" fmla="*/ 0 w 3535109"/>
              <a:gd name="connsiteY4" fmla="*/ 0 h 5824603"/>
              <a:gd name="connsiteX0" fmla="*/ 1126156 w 3535109"/>
              <a:gd name="connsiteY0" fmla="*/ 0 h 5834229"/>
              <a:gd name="connsiteX1" fmla="*/ 3535109 w 3535109"/>
              <a:gd name="connsiteY1" fmla="*/ 9626 h 5834229"/>
              <a:gd name="connsiteX2" fmla="*/ 2505206 w 3535109"/>
              <a:gd name="connsiteY2" fmla="*/ 5834229 h 5834229"/>
              <a:gd name="connsiteX3" fmla="*/ 0 w 3535109"/>
              <a:gd name="connsiteY3" fmla="*/ 5834229 h 5834229"/>
              <a:gd name="connsiteX4" fmla="*/ 1126156 w 3535109"/>
              <a:gd name="connsiteY4" fmla="*/ 0 h 5834229"/>
              <a:gd name="connsiteX0" fmla="*/ 1103854 w 3535109"/>
              <a:gd name="connsiteY0" fmla="*/ 20110 h 5824603"/>
              <a:gd name="connsiteX1" fmla="*/ 3535109 w 3535109"/>
              <a:gd name="connsiteY1" fmla="*/ 0 h 5824603"/>
              <a:gd name="connsiteX2" fmla="*/ 2505206 w 3535109"/>
              <a:gd name="connsiteY2" fmla="*/ 5824603 h 5824603"/>
              <a:gd name="connsiteX3" fmla="*/ 0 w 3535109"/>
              <a:gd name="connsiteY3" fmla="*/ 5824603 h 5824603"/>
              <a:gd name="connsiteX4" fmla="*/ 1103854 w 3535109"/>
              <a:gd name="connsiteY4" fmla="*/ 20110 h 5824603"/>
              <a:gd name="connsiteX0" fmla="*/ 1111288 w 3535109"/>
              <a:gd name="connsiteY0" fmla="*/ 0 h 5826795"/>
              <a:gd name="connsiteX1" fmla="*/ 3535109 w 3535109"/>
              <a:gd name="connsiteY1" fmla="*/ 2192 h 5826795"/>
              <a:gd name="connsiteX2" fmla="*/ 2505206 w 3535109"/>
              <a:gd name="connsiteY2" fmla="*/ 5826795 h 5826795"/>
              <a:gd name="connsiteX3" fmla="*/ 0 w 3535109"/>
              <a:gd name="connsiteY3" fmla="*/ 5826795 h 5826795"/>
              <a:gd name="connsiteX4" fmla="*/ 1111288 w 3535109"/>
              <a:gd name="connsiteY4" fmla="*/ 0 h 5826795"/>
              <a:gd name="connsiteX0" fmla="*/ 1111288 w 4940163"/>
              <a:gd name="connsiteY0" fmla="*/ 0 h 5826795"/>
              <a:gd name="connsiteX1" fmla="*/ 4940163 w 4940163"/>
              <a:gd name="connsiteY1" fmla="*/ 2192 h 5826795"/>
              <a:gd name="connsiteX2" fmla="*/ 2505206 w 4940163"/>
              <a:gd name="connsiteY2" fmla="*/ 5826795 h 5826795"/>
              <a:gd name="connsiteX3" fmla="*/ 0 w 4940163"/>
              <a:gd name="connsiteY3" fmla="*/ 5826795 h 5826795"/>
              <a:gd name="connsiteX4" fmla="*/ 1111288 w 4940163"/>
              <a:gd name="connsiteY4" fmla="*/ 0 h 5826795"/>
              <a:gd name="connsiteX0" fmla="*/ 2486605 w 4940163"/>
              <a:gd name="connsiteY0" fmla="*/ 0 h 5826795"/>
              <a:gd name="connsiteX1" fmla="*/ 4940163 w 4940163"/>
              <a:gd name="connsiteY1" fmla="*/ 2192 h 5826795"/>
              <a:gd name="connsiteX2" fmla="*/ 2505206 w 4940163"/>
              <a:gd name="connsiteY2" fmla="*/ 5826795 h 5826795"/>
              <a:gd name="connsiteX3" fmla="*/ 0 w 4940163"/>
              <a:gd name="connsiteY3" fmla="*/ 5826795 h 5826795"/>
              <a:gd name="connsiteX4" fmla="*/ 2486605 w 4940163"/>
              <a:gd name="connsiteY4" fmla="*/ 0 h 5826795"/>
              <a:gd name="connsiteX0" fmla="*/ 2486605 w 4940163"/>
              <a:gd name="connsiteY0" fmla="*/ 0 h 5826795"/>
              <a:gd name="connsiteX1" fmla="*/ 4940163 w 4940163"/>
              <a:gd name="connsiteY1" fmla="*/ 2192 h 5826795"/>
              <a:gd name="connsiteX2" fmla="*/ 2001457 w 4940163"/>
              <a:gd name="connsiteY2" fmla="*/ 5826795 h 5826795"/>
              <a:gd name="connsiteX3" fmla="*/ 0 w 4940163"/>
              <a:gd name="connsiteY3" fmla="*/ 5826795 h 5826795"/>
              <a:gd name="connsiteX4" fmla="*/ 2486605 w 4940163"/>
              <a:gd name="connsiteY4" fmla="*/ 0 h 5826795"/>
              <a:gd name="connsiteX0" fmla="*/ 2486605 w 4478393"/>
              <a:gd name="connsiteY0" fmla="*/ 10165 h 5836960"/>
              <a:gd name="connsiteX1" fmla="*/ 4478393 w 4478393"/>
              <a:gd name="connsiteY1" fmla="*/ 0 h 5836960"/>
              <a:gd name="connsiteX2" fmla="*/ 2001457 w 4478393"/>
              <a:gd name="connsiteY2" fmla="*/ 5836960 h 5836960"/>
              <a:gd name="connsiteX3" fmla="*/ 0 w 4478393"/>
              <a:gd name="connsiteY3" fmla="*/ 5836960 h 5836960"/>
              <a:gd name="connsiteX4" fmla="*/ 2486605 w 4478393"/>
              <a:gd name="connsiteY4" fmla="*/ 10165 h 5836960"/>
              <a:gd name="connsiteX0" fmla="*/ 2486605 w 4422421"/>
              <a:gd name="connsiteY0" fmla="*/ 10165 h 5836960"/>
              <a:gd name="connsiteX1" fmla="*/ 4422421 w 4422421"/>
              <a:gd name="connsiteY1" fmla="*/ 0 h 5836960"/>
              <a:gd name="connsiteX2" fmla="*/ 2001457 w 4422421"/>
              <a:gd name="connsiteY2" fmla="*/ 5836960 h 5836960"/>
              <a:gd name="connsiteX3" fmla="*/ 0 w 4422421"/>
              <a:gd name="connsiteY3" fmla="*/ 5836960 h 5836960"/>
              <a:gd name="connsiteX4" fmla="*/ 2486605 w 4422421"/>
              <a:gd name="connsiteY4" fmla="*/ 10165 h 5836960"/>
              <a:gd name="connsiteX0" fmla="*/ 2486605 w 4478393"/>
              <a:gd name="connsiteY0" fmla="*/ 0 h 5826795"/>
              <a:gd name="connsiteX1" fmla="*/ 4478393 w 4478393"/>
              <a:gd name="connsiteY1" fmla="*/ 14549 h 5826795"/>
              <a:gd name="connsiteX2" fmla="*/ 2001457 w 4478393"/>
              <a:gd name="connsiteY2" fmla="*/ 5826795 h 5826795"/>
              <a:gd name="connsiteX3" fmla="*/ 0 w 4478393"/>
              <a:gd name="connsiteY3" fmla="*/ 5826795 h 5826795"/>
              <a:gd name="connsiteX4" fmla="*/ 2486605 w 4478393"/>
              <a:gd name="connsiteY4" fmla="*/ 0 h 5826795"/>
              <a:gd name="connsiteX0" fmla="*/ 2486605 w 4522645"/>
              <a:gd name="connsiteY0" fmla="*/ 1082 h 5827877"/>
              <a:gd name="connsiteX1" fmla="*/ 4522645 w 4522645"/>
              <a:gd name="connsiteY1" fmla="*/ 0 h 5827877"/>
              <a:gd name="connsiteX2" fmla="*/ 2001457 w 4522645"/>
              <a:gd name="connsiteY2" fmla="*/ 5827877 h 5827877"/>
              <a:gd name="connsiteX3" fmla="*/ 0 w 4522645"/>
              <a:gd name="connsiteY3" fmla="*/ 5827877 h 5827877"/>
              <a:gd name="connsiteX4" fmla="*/ 2486605 w 4522645"/>
              <a:gd name="connsiteY4" fmla="*/ 1082 h 5827877"/>
              <a:gd name="connsiteX0" fmla="*/ 2486605 w 4491075"/>
              <a:gd name="connsiteY0" fmla="*/ 1082 h 5827877"/>
              <a:gd name="connsiteX1" fmla="*/ 4491075 w 4491075"/>
              <a:gd name="connsiteY1" fmla="*/ 0 h 5827877"/>
              <a:gd name="connsiteX2" fmla="*/ 2001457 w 4491075"/>
              <a:gd name="connsiteY2" fmla="*/ 5827877 h 5827877"/>
              <a:gd name="connsiteX3" fmla="*/ 0 w 4491075"/>
              <a:gd name="connsiteY3" fmla="*/ 5827877 h 5827877"/>
              <a:gd name="connsiteX4" fmla="*/ 2486605 w 4491075"/>
              <a:gd name="connsiteY4" fmla="*/ 1082 h 5827877"/>
              <a:gd name="connsiteX0" fmla="*/ 2616040 w 4620510"/>
              <a:gd name="connsiteY0" fmla="*/ 1082 h 5827877"/>
              <a:gd name="connsiteX1" fmla="*/ 4620510 w 4620510"/>
              <a:gd name="connsiteY1" fmla="*/ 0 h 5827877"/>
              <a:gd name="connsiteX2" fmla="*/ 2130892 w 4620510"/>
              <a:gd name="connsiteY2" fmla="*/ 5827877 h 5827877"/>
              <a:gd name="connsiteX3" fmla="*/ 0 w 4620510"/>
              <a:gd name="connsiteY3" fmla="*/ 5821527 h 5827877"/>
              <a:gd name="connsiteX4" fmla="*/ 2616040 w 4620510"/>
              <a:gd name="connsiteY4" fmla="*/ 1082 h 5827877"/>
              <a:gd name="connsiteX0" fmla="*/ 2616040 w 4620510"/>
              <a:gd name="connsiteY0" fmla="*/ 1082 h 5821527"/>
              <a:gd name="connsiteX1" fmla="*/ 4620510 w 4620510"/>
              <a:gd name="connsiteY1" fmla="*/ 0 h 5821527"/>
              <a:gd name="connsiteX2" fmla="*/ 1828876 w 4620510"/>
              <a:gd name="connsiteY2" fmla="*/ 5821527 h 5821527"/>
              <a:gd name="connsiteX3" fmla="*/ 0 w 4620510"/>
              <a:gd name="connsiteY3" fmla="*/ 5821527 h 5821527"/>
              <a:gd name="connsiteX4" fmla="*/ 2616040 w 4620510"/>
              <a:gd name="connsiteY4" fmla="*/ 1082 h 5821527"/>
              <a:gd name="connsiteX0" fmla="*/ 2616040 w 4620510"/>
              <a:gd name="connsiteY0" fmla="*/ 1082 h 5821527"/>
              <a:gd name="connsiteX1" fmla="*/ 4620510 w 4620510"/>
              <a:gd name="connsiteY1" fmla="*/ 0 h 5821527"/>
              <a:gd name="connsiteX2" fmla="*/ 1641914 w 4620510"/>
              <a:gd name="connsiteY2" fmla="*/ 5821527 h 5821527"/>
              <a:gd name="connsiteX3" fmla="*/ 0 w 4620510"/>
              <a:gd name="connsiteY3" fmla="*/ 5821527 h 5821527"/>
              <a:gd name="connsiteX4" fmla="*/ 2616040 w 4620510"/>
              <a:gd name="connsiteY4" fmla="*/ 1082 h 5821527"/>
              <a:gd name="connsiteX0" fmla="*/ 2616040 w 4620510"/>
              <a:gd name="connsiteY0" fmla="*/ 1082 h 5821527"/>
              <a:gd name="connsiteX1" fmla="*/ 4620510 w 4620510"/>
              <a:gd name="connsiteY1" fmla="*/ 0 h 5821527"/>
              <a:gd name="connsiteX2" fmla="*/ 1699441 w 4620510"/>
              <a:gd name="connsiteY2" fmla="*/ 5808827 h 5821527"/>
              <a:gd name="connsiteX3" fmla="*/ 0 w 4620510"/>
              <a:gd name="connsiteY3" fmla="*/ 5821527 h 5821527"/>
              <a:gd name="connsiteX4" fmla="*/ 2616040 w 4620510"/>
              <a:gd name="connsiteY4" fmla="*/ 1082 h 5821527"/>
              <a:gd name="connsiteX0" fmla="*/ 2616040 w 4620510"/>
              <a:gd name="connsiteY0" fmla="*/ 1082 h 5821527"/>
              <a:gd name="connsiteX1" fmla="*/ 4620510 w 4620510"/>
              <a:gd name="connsiteY1" fmla="*/ 0 h 5821527"/>
              <a:gd name="connsiteX2" fmla="*/ 1692250 w 4620510"/>
              <a:gd name="connsiteY2" fmla="*/ 5821527 h 5821527"/>
              <a:gd name="connsiteX3" fmla="*/ 0 w 4620510"/>
              <a:gd name="connsiteY3" fmla="*/ 5821527 h 5821527"/>
              <a:gd name="connsiteX4" fmla="*/ 2616040 w 4620510"/>
              <a:gd name="connsiteY4" fmla="*/ 1082 h 5821527"/>
              <a:gd name="connsiteX0" fmla="*/ 2780776 w 4620510"/>
              <a:gd name="connsiteY0" fmla="*/ 1082 h 5821527"/>
              <a:gd name="connsiteX1" fmla="*/ 4620510 w 4620510"/>
              <a:gd name="connsiteY1" fmla="*/ 0 h 5821527"/>
              <a:gd name="connsiteX2" fmla="*/ 1692250 w 4620510"/>
              <a:gd name="connsiteY2" fmla="*/ 5821527 h 5821527"/>
              <a:gd name="connsiteX3" fmla="*/ 0 w 4620510"/>
              <a:gd name="connsiteY3" fmla="*/ 5821527 h 5821527"/>
              <a:gd name="connsiteX4" fmla="*/ 2780776 w 4620510"/>
              <a:gd name="connsiteY4" fmla="*/ 1082 h 5821527"/>
              <a:gd name="connsiteX0" fmla="*/ 2780776 w 4526375"/>
              <a:gd name="connsiteY0" fmla="*/ 11473 h 5831918"/>
              <a:gd name="connsiteX1" fmla="*/ 4526375 w 4526375"/>
              <a:gd name="connsiteY1" fmla="*/ 0 h 5831918"/>
              <a:gd name="connsiteX2" fmla="*/ 1692250 w 4526375"/>
              <a:gd name="connsiteY2" fmla="*/ 5831918 h 5831918"/>
              <a:gd name="connsiteX3" fmla="*/ 0 w 4526375"/>
              <a:gd name="connsiteY3" fmla="*/ 5831918 h 5831918"/>
              <a:gd name="connsiteX4" fmla="*/ 2780776 w 4526375"/>
              <a:gd name="connsiteY4" fmla="*/ 11473 h 5831918"/>
              <a:gd name="connsiteX0" fmla="*/ 2780776 w 4526375"/>
              <a:gd name="connsiteY0" fmla="*/ 0 h 5820445"/>
              <a:gd name="connsiteX1" fmla="*/ 4526375 w 4526375"/>
              <a:gd name="connsiteY1" fmla="*/ 9309 h 5820445"/>
              <a:gd name="connsiteX2" fmla="*/ 1692250 w 4526375"/>
              <a:gd name="connsiteY2" fmla="*/ 5820445 h 5820445"/>
              <a:gd name="connsiteX3" fmla="*/ 0 w 4526375"/>
              <a:gd name="connsiteY3" fmla="*/ 5820445 h 5820445"/>
              <a:gd name="connsiteX4" fmla="*/ 2780776 w 4526375"/>
              <a:gd name="connsiteY4" fmla="*/ 0 h 5820445"/>
              <a:gd name="connsiteX0" fmla="*/ 2780776 w 4526375"/>
              <a:gd name="connsiteY0" fmla="*/ 6278 h 5811136"/>
              <a:gd name="connsiteX1" fmla="*/ 4526375 w 4526375"/>
              <a:gd name="connsiteY1" fmla="*/ 0 h 5811136"/>
              <a:gd name="connsiteX2" fmla="*/ 1692250 w 4526375"/>
              <a:gd name="connsiteY2" fmla="*/ 5811136 h 5811136"/>
              <a:gd name="connsiteX3" fmla="*/ 0 w 4526375"/>
              <a:gd name="connsiteY3" fmla="*/ 5811136 h 5811136"/>
              <a:gd name="connsiteX4" fmla="*/ 2780776 w 4526375"/>
              <a:gd name="connsiteY4" fmla="*/ 6278 h 5811136"/>
              <a:gd name="connsiteX0" fmla="*/ 2828323 w 4526375"/>
              <a:gd name="connsiteY0" fmla="*/ 0 h 5814189"/>
              <a:gd name="connsiteX1" fmla="*/ 4526375 w 4526375"/>
              <a:gd name="connsiteY1" fmla="*/ 3053 h 5814189"/>
              <a:gd name="connsiteX2" fmla="*/ 1692250 w 4526375"/>
              <a:gd name="connsiteY2" fmla="*/ 5814189 h 5814189"/>
              <a:gd name="connsiteX3" fmla="*/ 0 w 4526375"/>
              <a:gd name="connsiteY3" fmla="*/ 5814189 h 5814189"/>
              <a:gd name="connsiteX4" fmla="*/ 2828323 w 4526375"/>
              <a:gd name="connsiteY4" fmla="*/ 0 h 5814189"/>
              <a:gd name="connsiteX0" fmla="*/ 2828323 w 4526375"/>
              <a:gd name="connsiteY0" fmla="*/ 1048 h 5811136"/>
              <a:gd name="connsiteX1" fmla="*/ 4526375 w 4526375"/>
              <a:gd name="connsiteY1" fmla="*/ 0 h 5811136"/>
              <a:gd name="connsiteX2" fmla="*/ 1692250 w 4526375"/>
              <a:gd name="connsiteY2" fmla="*/ 5811136 h 5811136"/>
              <a:gd name="connsiteX3" fmla="*/ 0 w 4526375"/>
              <a:gd name="connsiteY3" fmla="*/ 5811136 h 5811136"/>
              <a:gd name="connsiteX4" fmla="*/ 2828323 w 4526375"/>
              <a:gd name="connsiteY4" fmla="*/ 1048 h 58111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526375" h="5811136">
                <a:moveTo>
                  <a:pt x="2828323" y="1048"/>
                </a:moveTo>
                <a:lnTo>
                  <a:pt x="4526375" y="0"/>
                </a:lnTo>
                <a:lnTo>
                  <a:pt x="1692250" y="5811136"/>
                </a:lnTo>
                <a:lnTo>
                  <a:pt x="0" y="5811136"/>
                </a:lnTo>
                <a:lnTo>
                  <a:pt x="2828323" y="1048"/>
                </a:lnTo>
                <a:close/>
              </a:path>
            </a:pathLst>
          </a:custGeom>
          <a:solidFill>
            <a:srgbClr val="B6C8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Rectangle 4">
            <a:extLst>
              <a:ext uri="{FF2B5EF4-FFF2-40B4-BE49-F238E27FC236}">
                <a16:creationId xmlns:a16="http://schemas.microsoft.com/office/drawing/2014/main" id="{97717DE1-2F72-DC3C-D607-0439CC63B707}"/>
              </a:ext>
            </a:extLst>
          </p:cNvPr>
          <p:cNvSpPr/>
          <p:nvPr userDrawn="1"/>
        </p:nvSpPr>
        <p:spPr>
          <a:xfrm rot="10800000">
            <a:off x="-11204916" y="-9614233"/>
            <a:ext cx="4072595" cy="5811136"/>
          </a:xfrm>
          <a:custGeom>
            <a:avLst/>
            <a:gdLst>
              <a:gd name="connsiteX0" fmla="*/ 0 w 2505206"/>
              <a:gd name="connsiteY0" fmla="*/ 0 h 5824603"/>
              <a:gd name="connsiteX1" fmla="*/ 2505206 w 2505206"/>
              <a:gd name="connsiteY1" fmla="*/ 0 h 5824603"/>
              <a:gd name="connsiteX2" fmla="*/ 2505206 w 2505206"/>
              <a:gd name="connsiteY2" fmla="*/ 5824603 h 5824603"/>
              <a:gd name="connsiteX3" fmla="*/ 0 w 2505206"/>
              <a:gd name="connsiteY3" fmla="*/ 5824603 h 5824603"/>
              <a:gd name="connsiteX4" fmla="*/ 0 w 2505206"/>
              <a:gd name="connsiteY4" fmla="*/ 0 h 5824603"/>
              <a:gd name="connsiteX0" fmla="*/ 0 w 3535109"/>
              <a:gd name="connsiteY0" fmla="*/ 0 h 5824603"/>
              <a:gd name="connsiteX1" fmla="*/ 3535109 w 3535109"/>
              <a:gd name="connsiteY1" fmla="*/ 0 h 5824603"/>
              <a:gd name="connsiteX2" fmla="*/ 2505206 w 3535109"/>
              <a:gd name="connsiteY2" fmla="*/ 5824603 h 5824603"/>
              <a:gd name="connsiteX3" fmla="*/ 0 w 3535109"/>
              <a:gd name="connsiteY3" fmla="*/ 5824603 h 5824603"/>
              <a:gd name="connsiteX4" fmla="*/ 0 w 3535109"/>
              <a:gd name="connsiteY4" fmla="*/ 0 h 5824603"/>
              <a:gd name="connsiteX0" fmla="*/ 1126156 w 3535109"/>
              <a:gd name="connsiteY0" fmla="*/ 0 h 5834229"/>
              <a:gd name="connsiteX1" fmla="*/ 3535109 w 3535109"/>
              <a:gd name="connsiteY1" fmla="*/ 9626 h 5834229"/>
              <a:gd name="connsiteX2" fmla="*/ 2505206 w 3535109"/>
              <a:gd name="connsiteY2" fmla="*/ 5834229 h 5834229"/>
              <a:gd name="connsiteX3" fmla="*/ 0 w 3535109"/>
              <a:gd name="connsiteY3" fmla="*/ 5834229 h 5834229"/>
              <a:gd name="connsiteX4" fmla="*/ 1126156 w 3535109"/>
              <a:gd name="connsiteY4" fmla="*/ 0 h 5834229"/>
              <a:gd name="connsiteX0" fmla="*/ 1103854 w 3535109"/>
              <a:gd name="connsiteY0" fmla="*/ 20110 h 5824603"/>
              <a:gd name="connsiteX1" fmla="*/ 3535109 w 3535109"/>
              <a:gd name="connsiteY1" fmla="*/ 0 h 5824603"/>
              <a:gd name="connsiteX2" fmla="*/ 2505206 w 3535109"/>
              <a:gd name="connsiteY2" fmla="*/ 5824603 h 5824603"/>
              <a:gd name="connsiteX3" fmla="*/ 0 w 3535109"/>
              <a:gd name="connsiteY3" fmla="*/ 5824603 h 5824603"/>
              <a:gd name="connsiteX4" fmla="*/ 1103854 w 3535109"/>
              <a:gd name="connsiteY4" fmla="*/ 20110 h 5824603"/>
              <a:gd name="connsiteX0" fmla="*/ 1111288 w 3535109"/>
              <a:gd name="connsiteY0" fmla="*/ 0 h 5826795"/>
              <a:gd name="connsiteX1" fmla="*/ 3535109 w 3535109"/>
              <a:gd name="connsiteY1" fmla="*/ 2192 h 5826795"/>
              <a:gd name="connsiteX2" fmla="*/ 2505206 w 3535109"/>
              <a:gd name="connsiteY2" fmla="*/ 5826795 h 5826795"/>
              <a:gd name="connsiteX3" fmla="*/ 0 w 3535109"/>
              <a:gd name="connsiteY3" fmla="*/ 5826795 h 5826795"/>
              <a:gd name="connsiteX4" fmla="*/ 1111288 w 3535109"/>
              <a:gd name="connsiteY4" fmla="*/ 0 h 5826795"/>
              <a:gd name="connsiteX0" fmla="*/ 1111288 w 4940163"/>
              <a:gd name="connsiteY0" fmla="*/ 0 h 5826795"/>
              <a:gd name="connsiteX1" fmla="*/ 4940163 w 4940163"/>
              <a:gd name="connsiteY1" fmla="*/ 2192 h 5826795"/>
              <a:gd name="connsiteX2" fmla="*/ 2505206 w 4940163"/>
              <a:gd name="connsiteY2" fmla="*/ 5826795 h 5826795"/>
              <a:gd name="connsiteX3" fmla="*/ 0 w 4940163"/>
              <a:gd name="connsiteY3" fmla="*/ 5826795 h 5826795"/>
              <a:gd name="connsiteX4" fmla="*/ 1111288 w 4940163"/>
              <a:gd name="connsiteY4" fmla="*/ 0 h 5826795"/>
              <a:gd name="connsiteX0" fmla="*/ 2486605 w 4940163"/>
              <a:gd name="connsiteY0" fmla="*/ 0 h 5826795"/>
              <a:gd name="connsiteX1" fmla="*/ 4940163 w 4940163"/>
              <a:gd name="connsiteY1" fmla="*/ 2192 h 5826795"/>
              <a:gd name="connsiteX2" fmla="*/ 2505206 w 4940163"/>
              <a:gd name="connsiteY2" fmla="*/ 5826795 h 5826795"/>
              <a:gd name="connsiteX3" fmla="*/ 0 w 4940163"/>
              <a:gd name="connsiteY3" fmla="*/ 5826795 h 5826795"/>
              <a:gd name="connsiteX4" fmla="*/ 2486605 w 4940163"/>
              <a:gd name="connsiteY4" fmla="*/ 0 h 5826795"/>
              <a:gd name="connsiteX0" fmla="*/ 2486605 w 4940163"/>
              <a:gd name="connsiteY0" fmla="*/ 0 h 5826795"/>
              <a:gd name="connsiteX1" fmla="*/ 4940163 w 4940163"/>
              <a:gd name="connsiteY1" fmla="*/ 2192 h 5826795"/>
              <a:gd name="connsiteX2" fmla="*/ 2001457 w 4940163"/>
              <a:gd name="connsiteY2" fmla="*/ 5826795 h 5826795"/>
              <a:gd name="connsiteX3" fmla="*/ 0 w 4940163"/>
              <a:gd name="connsiteY3" fmla="*/ 5826795 h 5826795"/>
              <a:gd name="connsiteX4" fmla="*/ 2486605 w 4940163"/>
              <a:gd name="connsiteY4" fmla="*/ 0 h 5826795"/>
              <a:gd name="connsiteX0" fmla="*/ 2486605 w 4478393"/>
              <a:gd name="connsiteY0" fmla="*/ 10165 h 5836960"/>
              <a:gd name="connsiteX1" fmla="*/ 4478393 w 4478393"/>
              <a:gd name="connsiteY1" fmla="*/ 0 h 5836960"/>
              <a:gd name="connsiteX2" fmla="*/ 2001457 w 4478393"/>
              <a:gd name="connsiteY2" fmla="*/ 5836960 h 5836960"/>
              <a:gd name="connsiteX3" fmla="*/ 0 w 4478393"/>
              <a:gd name="connsiteY3" fmla="*/ 5836960 h 5836960"/>
              <a:gd name="connsiteX4" fmla="*/ 2486605 w 4478393"/>
              <a:gd name="connsiteY4" fmla="*/ 10165 h 5836960"/>
              <a:gd name="connsiteX0" fmla="*/ 2486605 w 4422421"/>
              <a:gd name="connsiteY0" fmla="*/ 10165 h 5836960"/>
              <a:gd name="connsiteX1" fmla="*/ 4422421 w 4422421"/>
              <a:gd name="connsiteY1" fmla="*/ 0 h 5836960"/>
              <a:gd name="connsiteX2" fmla="*/ 2001457 w 4422421"/>
              <a:gd name="connsiteY2" fmla="*/ 5836960 h 5836960"/>
              <a:gd name="connsiteX3" fmla="*/ 0 w 4422421"/>
              <a:gd name="connsiteY3" fmla="*/ 5836960 h 5836960"/>
              <a:gd name="connsiteX4" fmla="*/ 2486605 w 4422421"/>
              <a:gd name="connsiteY4" fmla="*/ 10165 h 5836960"/>
              <a:gd name="connsiteX0" fmla="*/ 2486605 w 4478393"/>
              <a:gd name="connsiteY0" fmla="*/ 0 h 5826795"/>
              <a:gd name="connsiteX1" fmla="*/ 4478393 w 4478393"/>
              <a:gd name="connsiteY1" fmla="*/ 14549 h 5826795"/>
              <a:gd name="connsiteX2" fmla="*/ 2001457 w 4478393"/>
              <a:gd name="connsiteY2" fmla="*/ 5826795 h 5826795"/>
              <a:gd name="connsiteX3" fmla="*/ 0 w 4478393"/>
              <a:gd name="connsiteY3" fmla="*/ 5826795 h 5826795"/>
              <a:gd name="connsiteX4" fmla="*/ 2486605 w 4478393"/>
              <a:gd name="connsiteY4" fmla="*/ 0 h 5826795"/>
              <a:gd name="connsiteX0" fmla="*/ 2486605 w 4522645"/>
              <a:gd name="connsiteY0" fmla="*/ 1082 h 5827877"/>
              <a:gd name="connsiteX1" fmla="*/ 4522645 w 4522645"/>
              <a:gd name="connsiteY1" fmla="*/ 0 h 5827877"/>
              <a:gd name="connsiteX2" fmla="*/ 2001457 w 4522645"/>
              <a:gd name="connsiteY2" fmla="*/ 5827877 h 5827877"/>
              <a:gd name="connsiteX3" fmla="*/ 0 w 4522645"/>
              <a:gd name="connsiteY3" fmla="*/ 5827877 h 5827877"/>
              <a:gd name="connsiteX4" fmla="*/ 2486605 w 4522645"/>
              <a:gd name="connsiteY4" fmla="*/ 1082 h 5827877"/>
              <a:gd name="connsiteX0" fmla="*/ 2486605 w 4491075"/>
              <a:gd name="connsiteY0" fmla="*/ 1082 h 5827877"/>
              <a:gd name="connsiteX1" fmla="*/ 4491075 w 4491075"/>
              <a:gd name="connsiteY1" fmla="*/ 0 h 5827877"/>
              <a:gd name="connsiteX2" fmla="*/ 2001457 w 4491075"/>
              <a:gd name="connsiteY2" fmla="*/ 5827877 h 5827877"/>
              <a:gd name="connsiteX3" fmla="*/ 0 w 4491075"/>
              <a:gd name="connsiteY3" fmla="*/ 5827877 h 5827877"/>
              <a:gd name="connsiteX4" fmla="*/ 2486605 w 4491075"/>
              <a:gd name="connsiteY4" fmla="*/ 1082 h 5827877"/>
              <a:gd name="connsiteX0" fmla="*/ 2616040 w 4620510"/>
              <a:gd name="connsiteY0" fmla="*/ 1082 h 5827877"/>
              <a:gd name="connsiteX1" fmla="*/ 4620510 w 4620510"/>
              <a:gd name="connsiteY1" fmla="*/ 0 h 5827877"/>
              <a:gd name="connsiteX2" fmla="*/ 2130892 w 4620510"/>
              <a:gd name="connsiteY2" fmla="*/ 5827877 h 5827877"/>
              <a:gd name="connsiteX3" fmla="*/ 0 w 4620510"/>
              <a:gd name="connsiteY3" fmla="*/ 5821527 h 5827877"/>
              <a:gd name="connsiteX4" fmla="*/ 2616040 w 4620510"/>
              <a:gd name="connsiteY4" fmla="*/ 1082 h 5827877"/>
              <a:gd name="connsiteX0" fmla="*/ 2616040 w 4620510"/>
              <a:gd name="connsiteY0" fmla="*/ 1082 h 5821527"/>
              <a:gd name="connsiteX1" fmla="*/ 4620510 w 4620510"/>
              <a:gd name="connsiteY1" fmla="*/ 0 h 5821527"/>
              <a:gd name="connsiteX2" fmla="*/ 1828876 w 4620510"/>
              <a:gd name="connsiteY2" fmla="*/ 5821527 h 5821527"/>
              <a:gd name="connsiteX3" fmla="*/ 0 w 4620510"/>
              <a:gd name="connsiteY3" fmla="*/ 5821527 h 5821527"/>
              <a:gd name="connsiteX4" fmla="*/ 2616040 w 4620510"/>
              <a:gd name="connsiteY4" fmla="*/ 1082 h 5821527"/>
              <a:gd name="connsiteX0" fmla="*/ 2616040 w 4620510"/>
              <a:gd name="connsiteY0" fmla="*/ 1082 h 5821527"/>
              <a:gd name="connsiteX1" fmla="*/ 4620510 w 4620510"/>
              <a:gd name="connsiteY1" fmla="*/ 0 h 5821527"/>
              <a:gd name="connsiteX2" fmla="*/ 1641914 w 4620510"/>
              <a:gd name="connsiteY2" fmla="*/ 5821527 h 5821527"/>
              <a:gd name="connsiteX3" fmla="*/ 0 w 4620510"/>
              <a:gd name="connsiteY3" fmla="*/ 5821527 h 5821527"/>
              <a:gd name="connsiteX4" fmla="*/ 2616040 w 4620510"/>
              <a:gd name="connsiteY4" fmla="*/ 1082 h 5821527"/>
              <a:gd name="connsiteX0" fmla="*/ 2616040 w 4620510"/>
              <a:gd name="connsiteY0" fmla="*/ 1082 h 5821527"/>
              <a:gd name="connsiteX1" fmla="*/ 4620510 w 4620510"/>
              <a:gd name="connsiteY1" fmla="*/ 0 h 5821527"/>
              <a:gd name="connsiteX2" fmla="*/ 1699441 w 4620510"/>
              <a:gd name="connsiteY2" fmla="*/ 5808827 h 5821527"/>
              <a:gd name="connsiteX3" fmla="*/ 0 w 4620510"/>
              <a:gd name="connsiteY3" fmla="*/ 5821527 h 5821527"/>
              <a:gd name="connsiteX4" fmla="*/ 2616040 w 4620510"/>
              <a:gd name="connsiteY4" fmla="*/ 1082 h 5821527"/>
              <a:gd name="connsiteX0" fmla="*/ 2616040 w 4620510"/>
              <a:gd name="connsiteY0" fmla="*/ 1082 h 5821527"/>
              <a:gd name="connsiteX1" fmla="*/ 4620510 w 4620510"/>
              <a:gd name="connsiteY1" fmla="*/ 0 h 5821527"/>
              <a:gd name="connsiteX2" fmla="*/ 1692250 w 4620510"/>
              <a:gd name="connsiteY2" fmla="*/ 5821527 h 5821527"/>
              <a:gd name="connsiteX3" fmla="*/ 0 w 4620510"/>
              <a:gd name="connsiteY3" fmla="*/ 5821527 h 5821527"/>
              <a:gd name="connsiteX4" fmla="*/ 2616040 w 4620510"/>
              <a:gd name="connsiteY4" fmla="*/ 1082 h 5821527"/>
              <a:gd name="connsiteX0" fmla="*/ 2780776 w 4620510"/>
              <a:gd name="connsiteY0" fmla="*/ 1082 h 5821527"/>
              <a:gd name="connsiteX1" fmla="*/ 4620510 w 4620510"/>
              <a:gd name="connsiteY1" fmla="*/ 0 h 5821527"/>
              <a:gd name="connsiteX2" fmla="*/ 1692250 w 4620510"/>
              <a:gd name="connsiteY2" fmla="*/ 5821527 h 5821527"/>
              <a:gd name="connsiteX3" fmla="*/ 0 w 4620510"/>
              <a:gd name="connsiteY3" fmla="*/ 5821527 h 5821527"/>
              <a:gd name="connsiteX4" fmla="*/ 2780776 w 4620510"/>
              <a:gd name="connsiteY4" fmla="*/ 1082 h 5821527"/>
              <a:gd name="connsiteX0" fmla="*/ 2780776 w 4526375"/>
              <a:gd name="connsiteY0" fmla="*/ 11473 h 5831918"/>
              <a:gd name="connsiteX1" fmla="*/ 4526375 w 4526375"/>
              <a:gd name="connsiteY1" fmla="*/ 0 h 5831918"/>
              <a:gd name="connsiteX2" fmla="*/ 1692250 w 4526375"/>
              <a:gd name="connsiteY2" fmla="*/ 5831918 h 5831918"/>
              <a:gd name="connsiteX3" fmla="*/ 0 w 4526375"/>
              <a:gd name="connsiteY3" fmla="*/ 5831918 h 5831918"/>
              <a:gd name="connsiteX4" fmla="*/ 2780776 w 4526375"/>
              <a:gd name="connsiteY4" fmla="*/ 11473 h 5831918"/>
              <a:gd name="connsiteX0" fmla="*/ 2780776 w 4526375"/>
              <a:gd name="connsiteY0" fmla="*/ 0 h 5820445"/>
              <a:gd name="connsiteX1" fmla="*/ 4526375 w 4526375"/>
              <a:gd name="connsiteY1" fmla="*/ 9309 h 5820445"/>
              <a:gd name="connsiteX2" fmla="*/ 1692250 w 4526375"/>
              <a:gd name="connsiteY2" fmla="*/ 5820445 h 5820445"/>
              <a:gd name="connsiteX3" fmla="*/ 0 w 4526375"/>
              <a:gd name="connsiteY3" fmla="*/ 5820445 h 5820445"/>
              <a:gd name="connsiteX4" fmla="*/ 2780776 w 4526375"/>
              <a:gd name="connsiteY4" fmla="*/ 0 h 5820445"/>
              <a:gd name="connsiteX0" fmla="*/ 2780776 w 4526375"/>
              <a:gd name="connsiteY0" fmla="*/ 6278 h 5811136"/>
              <a:gd name="connsiteX1" fmla="*/ 4526375 w 4526375"/>
              <a:gd name="connsiteY1" fmla="*/ 0 h 5811136"/>
              <a:gd name="connsiteX2" fmla="*/ 1692250 w 4526375"/>
              <a:gd name="connsiteY2" fmla="*/ 5811136 h 5811136"/>
              <a:gd name="connsiteX3" fmla="*/ 0 w 4526375"/>
              <a:gd name="connsiteY3" fmla="*/ 5811136 h 5811136"/>
              <a:gd name="connsiteX4" fmla="*/ 2780776 w 4526375"/>
              <a:gd name="connsiteY4" fmla="*/ 6278 h 5811136"/>
              <a:gd name="connsiteX0" fmla="*/ 2828323 w 4526375"/>
              <a:gd name="connsiteY0" fmla="*/ 0 h 5814189"/>
              <a:gd name="connsiteX1" fmla="*/ 4526375 w 4526375"/>
              <a:gd name="connsiteY1" fmla="*/ 3053 h 5814189"/>
              <a:gd name="connsiteX2" fmla="*/ 1692250 w 4526375"/>
              <a:gd name="connsiteY2" fmla="*/ 5814189 h 5814189"/>
              <a:gd name="connsiteX3" fmla="*/ 0 w 4526375"/>
              <a:gd name="connsiteY3" fmla="*/ 5814189 h 5814189"/>
              <a:gd name="connsiteX4" fmla="*/ 2828323 w 4526375"/>
              <a:gd name="connsiteY4" fmla="*/ 0 h 5814189"/>
              <a:gd name="connsiteX0" fmla="*/ 2828323 w 4526375"/>
              <a:gd name="connsiteY0" fmla="*/ 1048 h 5811136"/>
              <a:gd name="connsiteX1" fmla="*/ 4526375 w 4526375"/>
              <a:gd name="connsiteY1" fmla="*/ 0 h 5811136"/>
              <a:gd name="connsiteX2" fmla="*/ 1692250 w 4526375"/>
              <a:gd name="connsiteY2" fmla="*/ 5811136 h 5811136"/>
              <a:gd name="connsiteX3" fmla="*/ 0 w 4526375"/>
              <a:gd name="connsiteY3" fmla="*/ 5811136 h 5811136"/>
              <a:gd name="connsiteX4" fmla="*/ 2828323 w 4526375"/>
              <a:gd name="connsiteY4" fmla="*/ 1048 h 58111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526375" h="5811136">
                <a:moveTo>
                  <a:pt x="2828323" y="1048"/>
                </a:moveTo>
                <a:lnTo>
                  <a:pt x="4526375" y="0"/>
                </a:lnTo>
                <a:lnTo>
                  <a:pt x="1692250" y="5811136"/>
                </a:lnTo>
                <a:lnTo>
                  <a:pt x="0" y="5811136"/>
                </a:lnTo>
                <a:lnTo>
                  <a:pt x="2828323" y="1048"/>
                </a:lnTo>
                <a:close/>
              </a:path>
            </a:pathLst>
          </a:custGeom>
          <a:solidFill>
            <a:srgbClr val="02A98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Rectangle 4">
            <a:extLst>
              <a:ext uri="{FF2B5EF4-FFF2-40B4-BE49-F238E27FC236}">
                <a16:creationId xmlns:a16="http://schemas.microsoft.com/office/drawing/2014/main" id="{5AC7910F-A5AF-369C-35BB-36A042238A47}"/>
              </a:ext>
            </a:extLst>
          </p:cNvPr>
          <p:cNvSpPr/>
          <p:nvPr userDrawn="1"/>
        </p:nvSpPr>
        <p:spPr>
          <a:xfrm rot="10800000">
            <a:off x="16447197" y="-12075851"/>
            <a:ext cx="5606988" cy="8113011"/>
          </a:xfrm>
          <a:custGeom>
            <a:avLst/>
            <a:gdLst>
              <a:gd name="connsiteX0" fmla="*/ 0 w 2505206"/>
              <a:gd name="connsiteY0" fmla="*/ 0 h 5824603"/>
              <a:gd name="connsiteX1" fmla="*/ 2505206 w 2505206"/>
              <a:gd name="connsiteY1" fmla="*/ 0 h 5824603"/>
              <a:gd name="connsiteX2" fmla="*/ 2505206 w 2505206"/>
              <a:gd name="connsiteY2" fmla="*/ 5824603 h 5824603"/>
              <a:gd name="connsiteX3" fmla="*/ 0 w 2505206"/>
              <a:gd name="connsiteY3" fmla="*/ 5824603 h 5824603"/>
              <a:gd name="connsiteX4" fmla="*/ 0 w 2505206"/>
              <a:gd name="connsiteY4" fmla="*/ 0 h 5824603"/>
              <a:gd name="connsiteX0" fmla="*/ 0 w 3535109"/>
              <a:gd name="connsiteY0" fmla="*/ 0 h 5824603"/>
              <a:gd name="connsiteX1" fmla="*/ 3535109 w 3535109"/>
              <a:gd name="connsiteY1" fmla="*/ 0 h 5824603"/>
              <a:gd name="connsiteX2" fmla="*/ 2505206 w 3535109"/>
              <a:gd name="connsiteY2" fmla="*/ 5824603 h 5824603"/>
              <a:gd name="connsiteX3" fmla="*/ 0 w 3535109"/>
              <a:gd name="connsiteY3" fmla="*/ 5824603 h 5824603"/>
              <a:gd name="connsiteX4" fmla="*/ 0 w 3535109"/>
              <a:gd name="connsiteY4" fmla="*/ 0 h 5824603"/>
              <a:gd name="connsiteX0" fmla="*/ 1126156 w 3535109"/>
              <a:gd name="connsiteY0" fmla="*/ 0 h 5834229"/>
              <a:gd name="connsiteX1" fmla="*/ 3535109 w 3535109"/>
              <a:gd name="connsiteY1" fmla="*/ 9626 h 5834229"/>
              <a:gd name="connsiteX2" fmla="*/ 2505206 w 3535109"/>
              <a:gd name="connsiteY2" fmla="*/ 5834229 h 5834229"/>
              <a:gd name="connsiteX3" fmla="*/ 0 w 3535109"/>
              <a:gd name="connsiteY3" fmla="*/ 5834229 h 5834229"/>
              <a:gd name="connsiteX4" fmla="*/ 1126156 w 3535109"/>
              <a:gd name="connsiteY4" fmla="*/ 0 h 5834229"/>
              <a:gd name="connsiteX0" fmla="*/ 1103854 w 3535109"/>
              <a:gd name="connsiteY0" fmla="*/ 20110 h 5824603"/>
              <a:gd name="connsiteX1" fmla="*/ 3535109 w 3535109"/>
              <a:gd name="connsiteY1" fmla="*/ 0 h 5824603"/>
              <a:gd name="connsiteX2" fmla="*/ 2505206 w 3535109"/>
              <a:gd name="connsiteY2" fmla="*/ 5824603 h 5824603"/>
              <a:gd name="connsiteX3" fmla="*/ 0 w 3535109"/>
              <a:gd name="connsiteY3" fmla="*/ 5824603 h 5824603"/>
              <a:gd name="connsiteX4" fmla="*/ 1103854 w 3535109"/>
              <a:gd name="connsiteY4" fmla="*/ 20110 h 5824603"/>
              <a:gd name="connsiteX0" fmla="*/ 1111288 w 3535109"/>
              <a:gd name="connsiteY0" fmla="*/ 0 h 5826795"/>
              <a:gd name="connsiteX1" fmla="*/ 3535109 w 3535109"/>
              <a:gd name="connsiteY1" fmla="*/ 2192 h 5826795"/>
              <a:gd name="connsiteX2" fmla="*/ 2505206 w 3535109"/>
              <a:gd name="connsiteY2" fmla="*/ 5826795 h 5826795"/>
              <a:gd name="connsiteX3" fmla="*/ 0 w 3535109"/>
              <a:gd name="connsiteY3" fmla="*/ 5826795 h 5826795"/>
              <a:gd name="connsiteX4" fmla="*/ 1111288 w 3535109"/>
              <a:gd name="connsiteY4" fmla="*/ 0 h 5826795"/>
              <a:gd name="connsiteX0" fmla="*/ 1111288 w 4940163"/>
              <a:gd name="connsiteY0" fmla="*/ 0 h 5826795"/>
              <a:gd name="connsiteX1" fmla="*/ 4940163 w 4940163"/>
              <a:gd name="connsiteY1" fmla="*/ 2192 h 5826795"/>
              <a:gd name="connsiteX2" fmla="*/ 2505206 w 4940163"/>
              <a:gd name="connsiteY2" fmla="*/ 5826795 h 5826795"/>
              <a:gd name="connsiteX3" fmla="*/ 0 w 4940163"/>
              <a:gd name="connsiteY3" fmla="*/ 5826795 h 5826795"/>
              <a:gd name="connsiteX4" fmla="*/ 1111288 w 4940163"/>
              <a:gd name="connsiteY4" fmla="*/ 0 h 5826795"/>
              <a:gd name="connsiteX0" fmla="*/ 2486605 w 4940163"/>
              <a:gd name="connsiteY0" fmla="*/ 0 h 5826795"/>
              <a:gd name="connsiteX1" fmla="*/ 4940163 w 4940163"/>
              <a:gd name="connsiteY1" fmla="*/ 2192 h 5826795"/>
              <a:gd name="connsiteX2" fmla="*/ 2505206 w 4940163"/>
              <a:gd name="connsiteY2" fmla="*/ 5826795 h 5826795"/>
              <a:gd name="connsiteX3" fmla="*/ 0 w 4940163"/>
              <a:gd name="connsiteY3" fmla="*/ 5826795 h 5826795"/>
              <a:gd name="connsiteX4" fmla="*/ 2486605 w 4940163"/>
              <a:gd name="connsiteY4" fmla="*/ 0 h 5826795"/>
              <a:gd name="connsiteX0" fmla="*/ 2486605 w 4940163"/>
              <a:gd name="connsiteY0" fmla="*/ 0 h 5826795"/>
              <a:gd name="connsiteX1" fmla="*/ 4940163 w 4940163"/>
              <a:gd name="connsiteY1" fmla="*/ 2192 h 5826795"/>
              <a:gd name="connsiteX2" fmla="*/ 2001457 w 4940163"/>
              <a:gd name="connsiteY2" fmla="*/ 5826795 h 5826795"/>
              <a:gd name="connsiteX3" fmla="*/ 0 w 4940163"/>
              <a:gd name="connsiteY3" fmla="*/ 5826795 h 5826795"/>
              <a:gd name="connsiteX4" fmla="*/ 2486605 w 4940163"/>
              <a:gd name="connsiteY4" fmla="*/ 0 h 5826795"/>
              <a:gd name="connsiteX0" fmla="*/ 2486605 w 4478393"/>
              <a:gd name="connsiteY0" fmla="*/ 10165 h 5836960"/>
              <a:gd name="connsiteX1" fmla="*/ 4478393 w 4478393"/>
              <a:gd name="connsiteY1" fmla="*/ 0 h 5836960"/>
              <a:gd name="connsiteX2" fmla="*/ 2001457 w 4478393"/>
              <a:gd name="connsiteY2" fmla="*/ 5836960 h 5836960"/>
              <a:gd name="connsiteX3" fmla="*/ 0 w 4478393"/>
              <a:gd name="connsiteY3" fmla="*/ 5836960 h 5836960"/>
              <a:gd name="connsiteX4" fmla="*/ 2486605 w 4478393"/>
              <a:gd name="connsiteY4" fmla="*/ 10165 h 5836960"/>
              <a:gd name="connsiteX0" fmla="*/ 2486605 w 4422421"/>
              <a:gd name="connsiteY0" fmla="*/ 10165 h 5836960"/>
              <a:gd name="connsiteX1" fmla="*/ 4422421 w 4422421"/>
              <a:gd name="connsiteY1" fmla="*/ 0 h 5836960"/>
              <a:gd name="connsiteX2" fmla="*/ 2001457 w 4422421"/>
              <a:gd name="connsiteY2" fmla="*/ 5836960 h 5836960"/>
              <a:gd name="connsiteX3" fmla="*/ 0 w 4422421"/>
              <a:gd name="connsiteY3" fmla="*/ 5836960 h 5836960"/>
              <a:gd name="connsiteX4" fmla="*/ 2486605 w 4422421"/>
              <a:gd name="connsiteY4" fmla="*/ 10165 h 5836960"/>
              <a:gd name="connsiteX0" fmla="*/ 2486605 w 4478393"/>
              <a:gd name="connsiteY0" fmla="*/ 0 h 5826795"/>
              <a:gd name="connsiteX1" fmla="*/ 4478393 w 4478393"/>
              <a:gd name="connsiteY1" fmla="*/ 14549 h 5826795"/>
              <a:gd name="connsiteX2" fmla="*/ 2001457 w 4478393"/>
              <a:gd name="connsiteY2" fmla="*/ 5826795 h 5826795"/>
              <a:gd name="connsiteX3" fmla="*/ 0 w 4478393"/>
              <a:gd name="connsiteY3" fmla="*/ 5826795 h 5826795"/>
              <a:gd name="connsiteX4" fmla="*/ 2486605 w 4478393"/>
              <a:gd name="connsiteY4" fmla="*/ 0 h 5826795"/>
              <a:gd name="connsiteX0" fmla="*/ 2486605 w 4522645"/>
              <a:gd name="connsiteY0" fmla="*/ 1082 h 5827877"/>
              <a:gd name="connsiteX1" fmla="*/ 4522645 w 4522645"/>
              <a:gd name="connsiteY1" fmla="*/ 0 h 5827877"/>
              <a:gd name="connsiteX2" fmla="*/ 2001457 w 4522645"/>
              <a:gd name="connsiteY2" fmla="*/ 5827877 h 5827877"/>
              <a:gd name="connsiteX3" fmla="*/ 0 w 4522645"/>
              <a:gd name="connsiteY3" fmla="*/ 5827877 h 5827877"/>
              <a:gd name="connsiteX4" fmla="*/ 2486605 w 4522645"/>
              <a:gd name="connsiteY4" fmla="*/ 1082 h 5827877"/>
              <a:gd name="connsiteX0" fmla="*/ 2486605 w 4491075"/>
              <a:gd name="connsiteY0" fmla="*/ 1082 h 5827877"/>
              <a:gd name="connsiteX1" fmla="*/ 4491075 w 4491075"/>
              <a:gd name="connsiteY1" fmla="*/ 0 h 5827877"/>
              <a:gd name="connsiteX2" fmla="*/ 2001457 w 4491075"/>
              <a:gd name="connsiteY2" fmla="*/ 5827877 h 5827877"/>
              <a:gd name="connsiteX3" fmla="*/ 0 w 4491075"/>
              <a:gd name="connsiteY3" fmla="*/ 5827877 h 5827877"/>
              <a:gd name="connsiteX4" fmla="*/ 2486605 w 4491075"/>
              <a:gd name="connsiteY4" fmla="*/ 1082 h 5827877"/>
              <a:gd name="connsiteX0" fmla="*/ 2616040 w 4620510"/>
              <a:gd name="connsiteY0" fmla="*/ 1082 h 5827877"/>
              <a:gd name="connsiteX1" fmla="*/ 4620510 w 4620510"/>
              <a:gd name="connsiteY1" fmla="*/ 0 h 5827877"/>
              <a:gd name="connsiteX2" fmla="*/ 2130892 w 4620510"/>
              <a:gd name="connsiteY2" fmla="*/ 5827877 h 5827877"/>
              <a:gd name="connsiteX3" fmla="*/ 0 w 4620510"/>
              <a:gd name="connsiteY3" fmla="*/ 5821527 h 5827877"/>
              <a:gd name="connsiteX4" fmla="*/ 2616040 w 4620510"/>
              <a:gd name="connsiteY4" fmla="*/ 1082 h 5827877"/>
              <a:gd name="connsiteX0" fmla="*/ 2616040 w 4620510"/>
              <a:gd name="connsiteY0" fmla="*/ 1082 h 5821527"/>
              <a:gd name="connsiteX1" fmla="*/ 4620510 w 4620510"/>
              <a:gd name="connsiteY1" fmla="*/ 0 h 5821527"/>
              <a:gd name="connsiteX2" fmla="*/ 1828876 w 4620510"/>
              <a:gd name="connsiteY2" fmla="*/ 5821527 h 5821527"/>
              <a:gd name="connsiteX3" fmla="*/ 0 w 4620510"/>
              <a:gd name="connsiteY3" fmla="*/ 5821527 h 5821527"/>
              <a:gd name="connsiteX4" fmla="*/ 2616040 w 4620510"/>
              <a:gd name="connsiteY4" fmla="*/ 1082 h 5821527"/>
              <a:gd name="connsiteX0" fmla="*/ 2616040 w 4620510"/>
              <a:gd name="connsiteY0" fmla="*/ 1082 h 5821527"/>
              <a:gd name="connsiteX1" fmla="*/ 4620510 w 4620510"/>
              <a:gd name="connsiteY1" fmla="*/ 0 h 5821527"/>
              <a:gd name="connsiteX2" fmla="*/ 1641914 w 4620510"/>
              <a:gd name="connsiteY2" fmla="*/ 5821527 h 5821527"/>
              <a:gd name="connsiteX3" fmla="*/ 0 w 4620510"/>
              <a:gd name="connsiteY3" fmla="*/ 5821527 h 5821527"/>
              <a:gd name="connsiteX4" fmla="*/ 2616040 w 4620510"/>
              <a:gd name="connsiteY4" fmla="*/ 1082 h 5821527"/>
              <a:gd name="connsiteX0" fmla="*/ 2616040 w 4620510"/>
              <a:gd name="connsiteY0" fmla="*/ 1082 h 5821527"/>
              <a:gd name="connsiteX1" fmla="*/ 4620510 w 4620510"/>
              <a:gd name="connsiteY1" fmla="*/ 0 h 5821527"/>
              <a:gd name="connsiteX2" fmla="*/ 1699441 w 4620510"/>
              <a:gd name="connsiteY2" fmla="*/ 5808827 h 5821527"/>
              <a:gd name="connsiteX3" fmla="*/ 0 w 4620510"/>
              <a:gd name="connsiteY3" fmla="*/ 5821527 h 5821527"/>
              <a:gd name="connsiteX4" fmla="*/ 2616040 w 4620510"/>
              <a:gd name="connsiteY4" fmla="*/ 1082 h 5821527"/>
              <a:gd name="connsiteX0" fmla="*/ 2616040 w 4620510"/>
              <a:gd name="connsiteY0" fmla="*/ 1082 h 5821527"/>
              <a:gd name="connsiteX1" fmla="*/ 4620510 w 4620510"/>
              <a:gd name="connsiteY1" fmla="*/ 0 h 5821527"/>
              <a:gd name="connsiteX2" fmla="*/ 1692250 w 4620510"/>
              <a:gd name="connsiteY2" fmla="*/ 5821527 h 5821527"/>
              <a:gd name="connsiteX3" fmla="*/ 0 w 4620510"/>
              <a:gd name="connsiteY3" fmla="*/ 5821527 h 5821527"/>
              <a:gd name="connsiteX4" fmla="*/ 2616040 w 4620510"/>
              <a:gd name="connsiteY4" fmla="*/ 1082 h 5821527"/>
              <a:gd name="connsiteX0" fmla="*/ 2780776 w 4620510"/>
              <a:gd name="connsiteY0" fmla="*/ 1082 h 5821527"/>
              <a:gd name="connsiteX1" fmla="*/ 4620510 w 4620510"/>
              <a:gd name="connsiteY1" fmla="*/ 0 h 5821527"/>
              <a:gd name="connsiteX2" fmla="*/ 1692250 w 4620510"/>
              <a:gd name="connsiteY2" fmla="*/ 5821527 h 5821527"/>
              <a:gd name="connsiteX3" fmla="*/ 0 w 4620510"/>
              <a:gd name="connsiteY3" fmla="*/ 5821527 h 5821527"/>
              <a:gd name="connsiteX4" fmla="*/ 2780776 w 4620510"/>
              <a:gd name="connsiteY4" fmla="*/ 1082 h 5821527"/>
              <a:gd name="connsiteX0" fmla="*/ 2780776 w 4526375"/>
              <a:gd name="connsiteY0" fmla="*/ 11473 h 5831918"/>
              <a:gd name="connsiteX1" fmla="*/ 4526375 w 4526375"/>
              <a:gd name="connsiteY1" fmla="*/ 0 h 5831918"/>
              <a:gd name="connsiteX2" fmla="*/ 1692250 w 4526375"/>
              <a:gd name="connsiteY2" fmla="*/ 5831918 h 5831918"/>
              <a:gd name="connsiteX3" fmla="*/ 0 w 4526375"/>
              <a:gd name="connsiteY3" fmla="*/ 5831918 h 5831918"/>
              <a:gd name="connsiteX4" fmla="*/ 2780776 w 4526375"/>
              <a:gd name="connsiteY4" fmla="*/ 11473 h 5831918"/>
              <a:gd name="connsiteX0" fmla="*/ 2780776 w 4526375"/>
              <a:gd name="connsiteY0" fmla="*/ 0 h 5820445"/>
              <a:gd name="connsiteX1" fmla="*/ 4526375 w 4526375"/>
              <a:gd name="connsiteY1" fmla="*/ 9309 h 5820445"/>
              <a:gd name="connsiteX2" fmla="*/ 1692250 w 4526375"/>
              <a:gd name="connsiteY2" fmla="*/ 5820445 h 5820445"/>
              <a:gd name="connsiteX3" fmla="*/ 0 w 4526375"/>
              <a:gd name="connsiteY3" fmla="*/ 5820445 h 5820445"/>
              <a:gd name="connsiteX4" fmla="*/ 2780776 w 4526375"/>
              <a:gd name="connsiteY4" fmla="*/ 0 h 5820445"/>
              <a:gd name="connsiteX0" fmla="*/ 2780776 w 4526375"/>
              <a:gd name="connsiteY0" fmla="*/ 6278 h 5811136"/>
              <a:gd name="connsiteX1" fmla="*/ 4526375 w 4526375"/>
              <a:gd name="connsiteY1" fmla="*/ 0 h 5811136"/>
              <a:gd name="connsiteX2" fmla="*/ 1692250 w 4526375"/>
              <a:gd name="connsiteY2" fmla="*/ 5811136 h 5811136"/>
              <a:gd name="connsiteX3" fmla="*/ 0 w 4526375"/>
              <a:gd name="connsiteY3" fmla="*/ 5811136 h 5811136"/>
              <a:gd name="connsiteX4" fmla="*/ 2780776 w 4526375"/>
              <a:gd name="connsiteY4" fmla="*/ 6278 h 5811136"/>
              <a:gd name="connsiteX0" fmla="*/ 2828323 w 4526375"/>
              <a:gd name="connsiteY0" fmla="*/ 0 h 5814189"/>
              <a:gd name="connsiteX1" fmla="*/ 4526375 w 4526375"/>
              <a:gd name="connsiteY1" fmla="*/ 3053 h 5814189"/>
              <a:gd name="connsiteX2" fmla="*/ 1692250 w 4526375"/>
              <a:gd name="connsiteY2" fmla="*/ 5814189 h 5814189"/>
              <a:gd name="connsiteX3" fmla="*/ 0 w 4526375"/>
              <a:gd name="connsiteY3" fmla="*/ 5814189 h 5814189"/>
              <a:gd name="connsiteX4" fmla="*/ 2828323 w 4526375"/>
              <a:gd name="connsiteY4" fmla="*/ 0 h 5814189"/>
              <a:gd name="connsiteX0" fmla="*/ 2828323 w 4526375"/>
              <a:gd name="connsiteY0" fmla="*/ 1048 h 5811136"/>
              <a:gd name="connsiteX1" fmla="*/ 4526375 w 4526375"/>
              <a:gd name="connsiteY1" fmla="*/ 0 h 5811136"/>
              <a:gd name="connsiteX2" fmla="*/ 1692250 w 4526375"/>
              <a:gd name="connsiteY2" fmla="*/ 5811136 h 5811136"/>
              <a:gd name="connsiteX3" fmla="*/ 0 w 4526375"/>
              <a:gd name="connsiteY3" fmla="*/ 5811136 h 5811136"/>
              <a:gd name="connsiteX4" fmla="*/ 2828323 w 4526375"/>
              <a:gd name="connsiteY4" fmla="*/ 1048 h 5811136"/>
              <a:gd name="connsiteX0" fmla="*/ 1712019 w 4526375"/>
              <a:gd name="connsiteY0" fmla="*/ 1048 h 5811136"/>
              <a:gd name="connsiteX1" fmla="*/ 4526375 w 4526375"/>
              <a:gd name="connsiteY1" fmla="*/ 0 h 5811136"/>
              <a:gd name="connsiteX2" fmla="*/ 1692250 w 4526375"/>
              <a:gd name="connsiteY2" fmla="*/ 5811136 h 5811136"/>
              <a:gd name="connsiteX3" fmla="*/ 0 w 4526375"/>
              <a:gd name="connsiteY3" fmla="*/ 5811136 h 5811136"/>
              <a:gd name="connsiteX4" fmla="*/ 1712019 w 4526375"/>
              <a:gd name="connsiteY4" fmla="*/ 1048 h 5811136"/>
              <a:gd name="connsiteX0" fmla="*/ 2828323 w 5642679"/>
              <a:gd name="connsiteY0" fmla="*/ 1048 h 5811136"/>
              <a:gd name="connsiteX1" fmla="*/ 5642679 w 5642679"/>
              <a:gd name="connsiteY1" fmla="*/ 0 h 5811136"/>
              <a:gd name="connsiteX2" fmla="*/ 2808554 w 5642679"/>
              <a:gd name="connsiteY2" fmla="*/ 5811136 h 5811136"/>
              <a:gd name="connsiteX3" fmla="*/ 0 w 5642679"/>
              <a:gd name="connsiteY3" fmla="*/ 5811136 h 5811136"/>
              <a:gd name="connsiteX4" fmla="*/ 2828323 w 5642679"/>
              <a:gd name="connsiteY4" fmla="*/ 1048 h 58111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642679" h="5811136">
                <a:moveTo>
                  <a:pt x="2828323" y="1048"/>
                </a:moveTo>
                <a:lnTo>
                  <a:pt x="5642679" y="0"/>
                </a:lnTo>
                <a:lnTo>
                  <a:pt x="2808554" y="5811136"/>
                </a:lnTo>
                <a:lnTo>
                  <a:pt x="0" y="5811136"/>
                </a:lnTo>
                <a:lnTo>
                  <a:pt x="2828323" y="1048"/>
                </a:lnTo>
                <a:close/>
              </a:path>
            </a:pathLst>
          </a:custGeom>
          <a:solidFill>
            <a:srgbClr val="02A98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Rectangle 4">
            <a:extLst>
              <a:ext uri="{FF2B5EF4-FFF2-40B4-BE49-F238E27FC236}">
                <a16:creationId xmlns:a16="http://schemas.microsoft.com/office/drawing/2014/main" id="{D33DC738-6BE1-2AB0-21CE-C1108F1757AB}"/>
              </a:ext>
            </a:extLst>
          </p:cNvPr>
          <p:cNvSpPr/>
          <p:nvPr userDrawn="1"/>
        </p:nvSpPr>
        <p:spPr>
          <a:xfrm rot="10800000">
            <a:off x="19876197" y="-12075851"/>
            <a:ext cx="5606988" cy="8113011"/>
          </a:xfrm>
          <a:custGeom>
            <a:avLst/>
            <a:gdLst>
              <a:gd name="connsiteX0" fmla="*/ 0 w 2505206"/>
              <a:gd name="connsiteY0" fmla="*/ 0 h 5824603"/>
              <a:gd name="connsiteX1" fmla="*/ 2505206 w 2505206"/>
              <a:gd name="connsiteY1" fmla="*/ 0 h 5824603"/>
              <a:gd name="connsiteX2" fmla="*/ 2505206 w 2505206"/>
              <a:gd name="connsiteY2" fmla="*/ 5824603 h 5824603"/>
              <a:gd name="connsiteX3" fmla="*/ 0 w 2505206"/>
              <a:gd name="connsiteY3" fmla="*/ 5824603 h 5824603"/>
              <a:gd name="connsiteX4" fmla="*/ 0 w 2505206"/>
              <a:gd name="connsiteY4" fmla="*/ 0 h 5824603"/>
              <a:gd name="connsiteX0" fmla="*/ 0 w 3535109"/>
              <a:gd name="connsiteY0" fmla="*/ 0 h 5824603"/>
              <a:gd name="connsiteX1" fmla="*/ 3535109 w 3535109"/>
              <a:gd name="connsiteY1" fmla="*/ 0 h 5824603"/>
              <a:gd name="connsiteX2" fmla="*/ 2505206 w 3535109"/>
              <a:gd name="connsiteY2" fmla="*/ 5824603 h 5824603"/>
              <a:gd name="connsiteX3" fmla="*/ 0 w 3535109"/>
              <a:gd name="connsiteY3" fmla="*/ 5824603 h 5824603"/>
              <a:gd name="connsiteX4" fmla="*/ 0 w 3535109"/>
              <a:gd name="connsiteY4" fmla="*/ 0 h 5824603"/>
              <a:gd name="connsiteX0" fmla="*/ 1126156 w 3535109"/>
              <a:gd name="connsiteY0" fmla="*/ 0 h 5834229"/>
              <a:gd name="connsiteX1" fmla="*/ 3535109 w 3535109"/>
              <a:gd name="connsiteY1" fmla="*/ 9626 h 5834229"/>
              <a:gd name="connsiteX2" fmla="*/ 2505206 w 3535109"/>
              <a:gd name="connsiteY2" fmla="*/ 5834229 h 5834229"/>
              <a:gd name="connsiteX3" fmla="*/ 0 w 3535109"/>
              <a:gd name="connsiteY3" fmla="*/ 5834229 h 5834229"/>
              <a:gd name="connsiteX4" fmla="*/ 1126156 w 3535109"/>
              <a:gd name="connsiteY4" fmla="*/ 0 h 5834229"/>
              <a:gd name="connsiteX0" fmla="*/ 1103854 w 3535109"/>
              <a:gd name="connsiteY0" fmla="*/ 20110 h 5824603"/>
              <a:gd name="connsiteX1" fmla="*/ 3535109 w 3535109"/>
              <a:gd name="connsiteY1" fmla="*/ 0 h 5824603"/>
              <a:gd name="connsiteX2" fmla="*/ 2505206 w 3535109"/>
              <a:gd name="connsiteY2" fmla="*/ 5824603 h 5824603"/>
              <a:gd name="connsiteX3" fmla="*/ 0 w 3535109"/>
              <a:gd name="connsiteY3" fmla="*/ 5824603 h 5824603"/>
              <a:gd name="connsiteX4" fmla="*/ 1103854 w 3535109"/>
              <a:gd name="connsiteY4" fmla="*/ 20110 h 5824603"/>
              <a:gd name="connsiteX0" fmla="*/ 1111288 w 3535109"/>
              <a:gd name="connsiteY0" fmla="*/ 0 h 5826795"/>
              <a:gd name="connsiteX1" fmla="*/ 3535109 w 3535109"/>
              <a:gd name="connsiteY1" fmla="*/ 2192 h 5826795"/>
              <a:gd name="connsiteX2" fmla="*/ 2505206 w 3535109"/>
              <a:gd name="connsiteY2" fmla="*/ 5826795 h 5826795"/>
              <a:gd name="connsiteX3" fmla="*/ 0 w 3535109"/>
              <a:gd name="connsiteY3" fmla="*/ 5826795 h 5826795"/>
              <a:gd name="connsiteX4" fmla="*/ 1111288 w 3535109"/>
              <a:gd name="connsiteY4" fmla="*/ 0 h 5826795"/>
              <a:gd name="connsiteX0" fmla="*/ 1111288 w 4940163"/>
              <a:gd name="connsiteY0" fmla="*/ 0 h 5826795"/>
              <a:gd name="connsiteX1" fmla="*/ 4940163 w 4940163"/>
              <a:gd name="connsiteY1" fmla="*/ 2192 h 5826795"/>
              <a:gd name="connsiteX2" fmla="*/ 2505206 w 4940163"/>
              <a:gd name="connsiteY2" fmla="*/ 5826795 h 5826795"/>
              <a:gd name="connsiteX3" fmla="*/ 0 w 4940163"/>
              <a:gd name="connsiteY3" fmla="*/ 5826795 h 5826795"/>
              <a:gd name="connsiteX4" fmla="*/ 1111288 w 4940163"/>
              <a:gd name="connsiteY4" fmla="*/ 0 h 5826795"/>
              <a:gd name="connsiteX0" fmla="*/ 2486605 w 4940163"/>
              <a:gd name="connsiteY0" fmla="*/ 0 h 5826795"/>
              <a:gd name="connsiteX1" fmla="*/ 4940163 w 4940163"/>
              <a:gd name="connsiteY1" fmla="*/ 2192 h 5826795"/>
              <a:gd name="connsiteX2" fmla="*/ 2505206 w 4940163"/>
              <a:gd name="connsiteY2" fmla="*/ 5826795 h 5826795"/>
              <a:gd name="connsiteX3" fmla="*/ 0 w 4940163"/>
              <a:gd name="connsiteY3" fmla="*/ 5826795 h 5826795"/>
              <a:gd name="connsiteX4" fmla="*/ 2486605 w 4940163"/>
              <a:gd name="connsiteY4" fmla="*/ 0 h 5826795"/>
              <a:gd name="connsiteX0" fmla="*/ 2486605 w 4940163"/>
              <a:gd name="connsiteY0" fmla="*/ 0 h 5826795"/>
              <a:gd name="connsiteX1" fmla="*/ 4940163 w 4940163"/>
              <a:gd name="connsiteY1" fmla="*/ 2192 h 5826795"/>
              <a:gd name="connsiteX2" fmla="*/ 2001457 w 4940163"/>
              <a:gd name="connsiteY2" fmla="*/ 5826795 h 5826795"/>
              <a:gd name="connsiteX3" fmla="*/ 0 w 4940163"/>
              <a:gd name="connsiteY3" fmla="*/ 5826795 h 5826795"/>
              <a:gd name="connsiteX4" fmla="*/ 2486605 w 4940163"/>
              <a:gd name="connsiteY4" fmla="*/ 0 h 5826795"/>
              <a:gd name="connsiteX0" fmla="*/ 2486605 w 4478393"/>
              <a:gd name="connsiteY0" fmla="*/ 10165 h 5836960"/>
              <a:gd name="connsiteX1" fmla="*/ 4478393 w 4478393"/>
              <a:gd name="connsiteY1" fmla="*/ 0 h 5836960"/>
              <a:gd name="connsiteX2" fmla="*/ 2001457 w 4478393"/>
              <a:gd name="connsiteY2" fmla="*/ 5836960 h 5836960"/>
              <a:gd name="connsiteX3" fmla="*/ 0 w 4478393"/>
              <a:gd name="connsiteY3" fmla="*/ 5836960 h 5836960"/>
              <a:gd name="connsiteX4" fmla="*/ 2486605 w 4478393"/>
              <a:gd name="connsiteY4" fmla="*/ 10165 h 5836960"/>
              <a:gd name="connsiteX0" fmla="*/ 2486605 w 4422421"/>
              <a:gd name="connsiteY0" fmla="*/ 10165 h 5836960"/>
              <a:gd name="connsiteX1" fmla="*/ 4422421 w 4422421"/>
              <a:gd name="connsiteY1" fmla="*/ 0 h 5836960"/>
              <a:gd name="connsiteX2" fmla="*/ 2001457 w 4422421"/>
              <a:gd name="connsiteY2" fmla="*/ 5836960 h 5836960"/>
              <a:gd name="connsiteX3" fmla="*/ 0 w 4422421"/>
              <a:gd name="connsiteY3" fmla="*/ 5836960 h 5836960"/>
              <a:gd name="connsiteX4" fmla="*/ 2486605 w 4422421"/>
              <a:gd name="connsiteY4" fmla="*/ 10165 h 5836960"/>
              <a:gd name="connsiteX0" fmla="*/ 2486605 w 4478393"/>
              <a:gd name="connsiteY0" fmla="*/ 0 h 5826795"/>
              <a:gd name="connsiteX1" fmla="*/ 4478393 w 4478393"/>
              <a:gd name="connsiteY1" fmla="*/ 14549 h 5826795"/>
              <a:gd name="connsiteX2" fmla="*/ 2001457 w 4478393"/>
              <a:gd name="connsiteY2" fmla="*/ 5826795 h 5826795"/>
              <a:gd name="connsiteX3" fmla="*/ 0 w 4478393"/>
              <a:gd name="connsiteY3" fmla="*/ 5826795 h 5826795"/>
              <a:gd name="connsiteX4" fmla="*/ 2486605 w 4478393"/>
              <a:gd name="connsiteY4" fmla="*/ 0 h 5826795"/>
              <a:gd name="connsiteX0" fmla="*/ 2486605 w 4522645"/>
              <a:gd name="connsiteY0" fmla="*/ 1082 h 5827877"/>
              <a:gd name="connsiteX1" fmla="*/ 4522645 w 4522645"/>
              <a:gd name="connsiteY1" fmla="*/ 0 h 5827877"/>
              <a:gd name="connsiteX2" fmla="*/ 2001457 w 4522645"/>
              <a:gd name="connsiteY2" fmla="*/ 5827877 h 5827877"/>
              <a:gd name="connsiteX3" fmla="*/ 0 w 4522645"/>
              <a:gd name="connsiteY3" fmla="*/ 5827877 h 5827877"/>
              <a:gd name="connsiteX4" fmla="*/ 2486605 w 4522645"/>
              <a:gd name="connsiteY4" fmla="*/ 1082 h 5827877"/>
              <a:gd name="connsiteX0" fmla="*/ 2486605 w 4491075"/>
              <a:gd name="connsiteY0" fmla="*/ 1082 h 5827877"/>
              <a:gd name="connsiteX1" fmla="*/ 4491075 w 4491075"/>
              <a:gd name="connsiteY1" fmla="*/ 0 h 5827877"/>
              <a:gd name="connsiteX2" fmla="*/ 2001457 w 4491075"/>
              <a:gd name="connsiteY2" fmla="*/ 5827877 h 5827877"/>
              <a:gd name="connsiteX3" fmla="*/ 0 w 4491075"/>
              <a:gd name="connsiteY3" fmla="*/ 5827877 h 5827877"/>
              <a:gd name="connsiteX4" fmla="*/ 2486605 w 4491075"/>
              <a:gd name="connsiteY4" fmla="*/ 1082 h 5827877"/>
              <a:gd name="connsiteX0" fmla="*/ 2616040 w 4620510"/>
              <a:gd name="connsiteY0" fmla="*/ 1082 h 5827877"/>
              <a:gd name="connsiteX1" fmla="*/ 4620510 w 4620510"/>
              <a:gd name="connsiteY1" fmla="*/ 0 h 5827877"/>
              <a:gd name="connsiteX2" fmla="*/ 2130892 w 4620510"/>
              <a:gd name="connsiteY2" fmla="*/ 5827877 h 5827877"/>
              <a:gd name="connsiteX3" fmla="*/ 0 w 4620510"/>
              <a:gd name="connsiteY3" fmla="*/ 5821527 h 5827877"/>
              <a:gd name="connsiteX4" fmla="*/ 2616040 w 4620510"/>
              <a:gd name="connsiteY4" fmla="*/ 1082 h 5827877"/>
              <a:gd name="connsiteX0" fmla="*/ 2616040 w 4620510"/>
              <a:gd name="connsiteY0" fmla="*/ 1082 h 5821527"/>
              <a:gd name="connsiteX1" fmla="*/ 4620510 w 4620510"/>
              <a:gd name="connsiteY1" fmla="*/ 0 h 5821527"/>
              <a:gd name="connsiteX2" fmla="*/ 1828876 w 4620510"/>
              <a:gd name="connsiteY2" fmla="*/ 5821527 h 5821527"/>
              <a:gd name="connsiteX3" fmla="*/ 0 w 4620510"/>
              <a:gd name="connsiteY3" fmla="*/ 5821527 h 5821527"/>
              <a:gd name="connsiteX4" fmla="*/ 2616040 w 4620510"/>
              <a:gd name="connsiteY4" fmla="*/ 1082 h 5821527"/>
              <a:gd name="connsiteX0" fmla="*/ 2616040 w 4620510"/>
              <a:gd name="connsiteY0" fmla="*/ 1082 h 5821527"/>
              <a:gd name="connsiteX1" fmla="*/ 4620510 w 4620510"/>
              <a:gd name="connsiteY1" fmla="*/ 0 h 5821527"/>
              <a:gd name="connsiteX2" fmla="*/ 1641914 w 4620510"/>
              <a:gd name="connsiteY2" fmla="*/ 5821527 h 5821527"/>
              <a:gd name="connsiteX3" fmla="*/ 0 w 4620510"/>
              <a:gd name="connsiteY3" fmla="*/ 5821527 h 5821527"/>
              <a:gd name="connsiteX4" fmla="*/ 2616040 w 4620510"/>
              <a:gd name="connsiteY4" fmla="*/ 1082 h 5821527"/>
              <a:gd name="connsiteX0" fmla="*/ 2616040 w 4620510"/>
              <a:gd name="connsiteY0" fmla="*/ 1082 h 5821527"/>
              <a:gd name="connsiteX1" fmla="*/ 4620510 w 4620510"/>
              <a:gd name="connsiteY1" fmla="*/ 0 h 5821527"/>
              <a:gd name="connsiteX2" fmla="*/ 1699441 w 4620510"/>
              <a:gd name="connsiteY2" fmla="*/ 5808827 h 5821527"/>
              <a:gd name="connsiteX3" fmla="*/ 0 w 4620510"/>
              <a:gd name="connsiteY3" fmla="*/ 5821527 h 5821527"/>
              <a:gd name="connsiteX4" fmla="*/ 2616040 w 4620510"/>
              <a:gd name="connsiteY4" fmla="*/ 1082 h 5821527"/>
              <a:gd name="connsiteX0" fmla="*/ 2616040 w 4620510"/>
              <a:gd name="connsiteY0" fmla="*/ 1082 h 5821527"/>
              <a:gd name="connsiteX1" fmla="*/ 4620510 w 4620510"/>
              <a:gd name="connsiteY1" fmla="*/ 0 h 5821527"/>
              <a:gd name="connsiteX2" fmla="*/ 1692250 w 4620510"/>
              <a:gd name="connsiteY2" fmla="*/ 5821527 h 5821527"/>
              <a:gd name="connsiteX3" fmla="*/ 0 w 4620510"/>
              <a:gd name="connsiteY3" fmla="*/ 5821527 h 5821527"/>
              <a:gd name="connsiteX4" fmla="*/ 2616040 w 4620510"/>
              <a:gd name="connsiteY4" fmla="*/ 1082 h 5821527"/>
              <a:gd name="connsiteX0" fmla="*/ 2780776 w 4620510"/>
              <a:gd name="connsiteY0" fmla="*/ 1082 h 5821527"/>
              <a:gd name="connsiteX1" fmla="*/ 4620510 w 4620510"/>
              <a:gd name="connsiteY1" fmla="*/ 0 h 5821527"/>
              <a:gd name="connsiteX2" fmla="*/ 1692250 w 4620510"/>
              <a:gd name="connsiteY2" fmla="*/ 5821527 h 5821527"/>
              <a:gd name="connsiteX3" fmla="*/ 0 w 4620510"/>
              <a:gd name="connsiteY3" fmla="*/ 5821527 h 5821527"/>
              <a:gd name="connsiteX4" fmla="*/ 2780776 w 4620510"/>
              <a:gd name="connsiteY4" fmla="*/ 1082 h 5821527"/>
              <a:gd name="connsiteX0" fmla="*/ 2780776 w 4526375"/>
              <a:gd name="connsiteY0" fmla="*/ 11473 h 5831918"/>
              <a:gd name="connsiteX1" fmla="*/ 4526375 w 4526375"/>
              <a:gd name="connsiteY1" fmla="*/ 0 h 5831918"/>
              <a:gd name="connsiteX2" fmla="*/ 1692250 w 4526375"/>
              <a:gd name="connsiteY2" fmla="*/ 5831918 h 5831918"/>
              <a:gd name="connsiteX3" fmla="*/ 0 w 4526375"/>
              <a:gd name="connsiteY3" fmla="*/ 5831918 h 5831918"/>
              <a:gd name="connsiteX4" fmla="*/ 2780776 w 4526375"/>
              <a:gd name="connsiteY4" fmla="*/ 11473 h 5831918"/>
              <a:gd name="connsiteX0" fmla="*/ 2780776 w 4526375"/>
              <a:gd name="connsiteY0" fmla="*/ 0 h 5820445"/>
              <a:gd name="connsiteX1" fmla="*/ 4526375 w 4526375"/>
              <a:gd name="connsiteY1" fmla="*/ 9309 h 5820445"/>
              <a:gd name="connsiteX2" fmla="*/ 1692250 w 4526375"/>
              <a:gd name="connsiteY2" fmla="*/ 5820445 h 5820445"/>
              <a:gd name="connsiteX3" fmla="*/ 0 w 4526375"/>
              <a:gd name="connsiteY3" fmla="*/ 5820445 h 5820445"/>
              <a:gd name="connsiteX4" fmla="*/ 2780776 w 4526375"/>
              <a:gd name="connsiteY4" fmla="*/ 0 h 5820445"/>
              <a:gd name="connsiteX0" fmla="*/ 2780776 w 4526375"/>
              <a:gd name="connsiteY0" fmla="*/ 6278 h 5811136"/>
              <a:gd name="connsiteX1" fmla="*/ 4526375 w 4526375"/>
              <a:gd name="connsiteY1" fmla="*/ 0 h 5811136"/>
              <a:gd name="connsiteX2" fmla="*/ 1692250 w 4526375"/>
              <a:gd name="connsiteY2" fmla="*/ 5811136 h 5811136"/>
              <a:gd name="connsiteX3" fmla="*/ 0 w 4526375"/>
              <a:gd name="connsiteY3" fmla="*/ 5811136 h 5811136"/>
              <a:gd name="connsiteX4" fmla="*/ 2780776 w 4526375"/>
              <a:gd name="connsiteY4" fmla="*/ 6278 h 5811136"/>
              <a:gd name="connsiteX0" fmla="*/ 2828323 w 4526375"/>
              <a:gd name="connsiteY0" fmla="*/ 0 h 5814189"/>
              <a:gd name="connsiteX1" fmla="*/ 4526375 w 4526375"/>
              <a:gd name="connsiteY1" fmla="*/ 3053 h 5814189"/>
              <a:gd name="connsiteX2" fmla="*/ 1692250 w 4526375"/>
              <a:gd name="connsiteY2" fmla="*/ 5814189 h 5814189"/>
              <a:gd name="connsiteX3" fmla="*/ 0 w 4526375"/>
              <a:gd name="connsiteY3" fmla="*/ 5814189 h 5814189"/>
              <a:gd name="connsiteX4" fmla="*/ 2828323 w 4526375"/>
              <a:gd name="connsiteY4" fmla="*/ 0 h 5814189"/>
              <a:gd name="connsiteX0" fmla="*/ 2828323 w 4526375"/>
              <a:gd name="connsiteY0" fmla="*/ 1048 h 5811136"/>
              <a:gd name="connsiteX1" fmla="*/ 4526375 w 4526375"/>
              <a:gd name="connsiteY1" fmla="*/ 0 h 5811136"/>
              <a:gd name="connsiteX2" fmla="*/ 1692250 w 4526375"/>
              <a:gd name="connsiteY2" fmla="*/ 5811136 h 5811136"/>
              <a:gd name="connsiteX3" fmla="*/ 0 w 4526375"/>
              <a:gd name="connsiteY3" fmla="*/ 5811136 h 5811136"/>
              <a:gd name="connsiteX4" fmla="*/ 2828323 w 4526375"/>
              <a:gd name="connsiteY4" fmla="*/ 1048 h 5811136"/>
              <a:gd name="connsiteX0" fmla="*/ 1712019 w 4526375"/>
              <a:gd name="connsiteY0" fmla="*/ 1048 h 5811136"/>
              <a:gd name="connsiteX1" fmla="*/ 4526375 w 4526375"/>
              <a:gd name="connsiteY1" fmla="*/ 0 h 5811136"/>
              <a:gd name="connsiteX2" fmla="*/ 1692250 w 4526375"/>
              <a:gd name="connsiteY2" fmla="*/ 5811136 h 5811136"/>
              <a:gd name="connsiteX3" fmla="*/ 0 w 4526375"/>
              <a:gd name="connsiteY3" fmla="*/ 5811136 h 5811136"/>
              <a:gd name="connsiteX4" fmla="*/ 1712019 w 4526375"/>
              <a:gd name="connsiteY4" fmla="*/ 1048 h 5811136"/>
              <a:gd name="connsiteX0" fmla="*/ 2828323 w 5642679"/>
              <a:gd name="connsiteY0" fmla="*/ 1048 h 5811136"/>
              <a:gd name="connsiteX1" fmla="*/ 5642679 w 5642679"/>
              <a:gd name="connsiteY1" fmla="*/ 0 h 5811136"/>
              <a:gd name="connsiteX2" fmla="*/ 2808554 w 5642679"/>
              <a:gd name="connsiteY2" fmla="*/ 5811136 h 5811136"/>
              <a:gd name="connsiteX3" fmla="*/ 0 w 5642679"/>
              <a:gd name="connsiteY3" fmla="*/ 5811136 h 5811136"/>
              <a:gd name="connsiteX4" fmla="*/ 2828323 w 5642679"/>
              <a:gd name="connsiteY4" fmla="*/ 1048 h 58111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642679" h="5811136">
                <a:moveTo>
                  <a:pt x="2828323" y="1048"/>
                </a:moveTo>
                <a:lnTo>
                  <a:pt x="5642679" y="0"/>
                </a:lnTo>
                <a:lnTo>
                  <a:pt x="2808554" y="5811136"/>
                </a:lnTo>
                <a:lnTo>
                  <a:pt x="0" y="5811136"/>
                </a:lnTo>
                <a:lnTo>
                  <a:pt x="2828323" y="1048"/>
                </a:lnTo>
                <a:close/>
              </a:path>
            </a:pathLst>
          </a:custGeom>
          <a:solidFill>
            <a:srgbClr val="0046B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Rectangle 4">
            <a:extLst>
              <a:ext uri="{FF2B5EF4-FFF2-40B4-BE49-F238E27FC236}">
                <a16:creationId xmlns:a16="http://schemas.microsoft.com/office/drawing/2014/main" id="{C43FAE3C-C86C-5FEF-B78F-15759988DE46}"/>
              </a:ext>
            </a:extLst>
          </p:cNvPr>
          <p:cNvSpPr/>
          <p:nvPr userDrawn="1"/>
        </p:nvSpPr>
        <p:spPr>
          <a:xfrm rot="10800000">
            <a:off x="23259477" y="-12075851"/>
            <a:ext cx="5606988" cy="8113011"/>
          </a:xfrm>
          <a:custGeom>
            <a:avLst/>
            <a:gdLst>
              <a:gd name="connsiteX0" fmla="*/ 0 w 2505206"/>
              <a:gd name="connsiteY0" fmla="*/ 0 h 5824603"/>
              <a:gd name="connsiteX1" fmla="*/ 2505206 w 2505206"/>
              <a:gd name="connsiteY1" fmla="*/ 0 h 5824603"/>
              <a:gd name="connsiteX2" fmla="*/ 2505206 w 2505206"/>
              <a:gd name="connsiteY2" fmla="*/ 5824603 h 5824603"/>
              <a:gd name="connsiteX3" fmla="*/ 0 w 2505206"/>
              <a:gd name="connsiteY3" fmla="*/ 5824603 h 5824603"/>
              <a:gd name="connsiteX4" fmla="*/ 0 w 2505206"/>
              <a:gd name="connsiteY4" fmla="*/ 0 h 5824603"/>
              <a:gd name="connsiteX0" fmla="*/ 0 w 3535109"/>
              <a:gd name="connsiteY0" fmla="*/ 0 h 5824603"/>
              <a:gd name="connsiteX1" fmla="*/ 3535109 w 3535109"/>
              <a:gd name="connsiteY1" fmla="*/ 0 h 5824603"/>
              <a:gd name="connsiteX2" fmla="*/ 2505206 w 3535109"/>
              <a:gd name="connsiteY2" fmla="*/ 5824603 h 5824603"/>
              <a:gd name="connsiteX3" fmla="*/ 0 w 3535109"/>
              <a:gd name="connsiteY3" fmla="*/ 5824603 h 5824603"/>
              <a:gd name="connsiteX4" fmla="*/ 0 w 3535109"/>
              <a:gd name="connsiteY4" fmla="*/ 0 h 5824603"/>
              <a:gd name="connsiteX0" fmla="*/ 1126156 w 3535109"/>
              <a:gd name="connsiteY0" fmla="*/ 0 h 5834229"/>
              <a:gd name="connsiteX1" fmla="*/ 3535109 w 3535109"/>
              <a:gd name="connsiteY1" fmla="*/ 9626 h 5834229"/>
              <a:gd name="connsiteX2" fmla="*/ 2505206 w 3535109"/>
              <a:gd name="connsiteY2" fmla="*/ 5834229 h 5834229"/>
              <a:gd name="connsiteX3" fmla="*/ 0 w 3535109"/>
              <a:gd name="connsiteY3" fmla="*/ 5834229 h 5834229"/>
              <a:gd name="connsiteX4" fmla="*/ 1126156 w 3535109"/>
              <a:gd name="connsiteY4" fmla="*/ 0 h 5834229"/>
              <a:gd name="connsiteX0" fmla="*/ 1103854 w 3535109"/>
              <a:gd name="connsiteY0" fmla="*/ 20110 h 5824603"/>
              <a:gd name="connsiteX1" fmla="*/ 3535109 w 3535109"/>
              <a:gd name="connsiteY1" fmla="*/ 0 h 5824603"/>
              <a:gd name="connsiteX2" fmla="*/ 2505206 w 3535109"/>
              <a:gd name="connsiteY2" fmla="*/ 5824603 h 5824603"/>
              <a:gd name="connsiteX3" fmla="*/ 0 w 3535109"/>
              <a:gd name="connsiteY3" fmla="*/ 5824603 h 5824603"/>
              <a:gd name="connsiteX4" fmla="*/ 1103854 w 3535109"/>
              <a:gd name="connsiteY4" fmla="*/ 20110 h 5824603"/>
              <a:gd name="connsiteX0" fmla="*/ 1111288 w 3535109"/>
              <a:gd name="connsiteY0" fmla="*/ 0 h 5826795"/>
              <a:gd name="connsiteX1" fmla="*/ 3535109 w 3535109"/>
              <a:gd name="connsiteY1" fmla="*/ 2192 h 5826795"/>
              <a:gd name="connsiteX2" fmla="*/ 2505206 w 3535109"/>
              <a:gd name="connsiteY2" fmla="*/ 5826795 h 5826795"/>
              <a:gd name="connsiteX3" fmla="*/ 0 w 3535109"/>
              <a:gd name="connsiteY3" fmla="*/ 5826795 h 5826795"/>
              <a:gd name="connsiteX4" fmla="*/ 1111288 w 3535109"/>
              <a:gd name="connsiteY4" fmla="*/ 0 h 5826795"/>
              <a:gd name="connsiteX0" fmla="*/ 1111288 w 4940163"/>
              <a:gd name="connsiteY0" fmla="*/ 0 h 5826795"/>
              <a:gd name="connsiteX1" fmla="*/ 4940163 w 4940163"/>
              <a:gd name="connsiteY1" fmla="*/ 2192 h 5826795"/>
              <a:gd name="connsiteX2" fmla="*/ 2505206 w 4940163"/>
              <a:gd name="connsiteY2" fmla="*/ 5826795 h 5826795"/>
              <a:gd name="connsiteX3" fmla="*/ 0 w 4940163"/>
              <a:gd name="connsiteY3" fmla="*/ 5826795 h 5826795"/>
              <a:gd name="connsiteX4" fmla="*/ 1111288 w 4940163"/>
              <a:gd name="connsiteY4" fmla="*/ 0 h 5826795"/>
              <a:gd name="connsiteX0" fmla="*/ 2486605 w 4940163"/>
              <a:gd name="connsiteY0" fmla="*/ 0 h 5826795"/>
              <a:gd name="connsiteX1" fmla="*/ 4940163 w 4940163"/>
              <a:gd name="connsiteY1" fmla="*/ 2192 h 5826795"/>
              <a:gd name="connsiteX2" fmla="*/ 2505206 w 4940163"/>
              <a:gd name="connsiteY2" fmla="*/ 5826795 h 5826795"/>
              <a:gd name="connsiteX3" fmla="*/ 0 w 4940163"/>
              <a:gd name="connsiteY3" fmla="*/ 5826795 h 5826795"/>
              <a:gd name="connsiteX4" fmla="*/ 2486605 w 4940163"/>
              <a:gd name="connsiteY4" fmla="*/ 0 h 5826795"/>
              <a:gd name="connsiteX0" fmla="*/ 2486605 w 4940163"/>
              <a:gd name="connsiteY0" fmla="*/ 0 h 5826795"/>
              <a:gd name="connsiteX1" fmla="*/ 4940163 w 4940163"/>
              <a:gd name="connsiteY1" fmla="*/ 2192 h 5826795"/>
              <a:gd name="connsiteX2" fmla="*/ 2001457 w 4940163"/>
              <a:gd name="connsiteY2" fmla="*/ 5826795 h 5826795"/>
              <a:gd name="connsiteX3" fmla="*/ 0 w 4940163"/>
              <a:gd name="connsiteY3" fmla="*/ 5826795 h 5826795"/>
              <a:gd name="connsiteX4" fmla="*/ 2486605 w 4940163"/>
              <a:gd name="connsiteY4" fmla="*/ 0 h 5826795"/>
              <a:gd name="connsiteX0" fmla="*/ 2486605 w 4478393"/>
              <a:gd name="connsiteY0" fmla="*/ 10165 h 5836960"/>
              <a:gd name="connsiteX1" fmla="*/ 4478393 w 4478393"/>
              <a:gd name="connsiteY1" fmla="*/ 0 h 5836960"/>
              <a:gd name="connsiteX2" fmla="*/ 2001457 w 4478393"/>
              <a:gd name="connsiteY2" fmla="*/ 5836960 h 5836960"/>
              <a:gd name="connsiteX3" fmla="*/ 0 w 4478393"/>
              <a:gd name="connsiteY3" fmla="*/ 5836960 h 5836960"/>
              <a:gd name="connsiteX4" fmla="*/ 2486605 w 4478393"/>
              <a:gd name="connsiteY4" fmla="*/ 10165 h 5836960"/>
              <a:gd name="connsiteX0" fmla="*/ 2486605 w 4422421"/>
              <a:gd name="connsiteY0" fmla="*/ 10165 h 5836960"/>
              <a:gd name="connsiteX1" fmla="*/ 4422421 w 4422421"/>
              <a:gd name="connsiteY1" fmla="*/ 0 h 5836960"/>
              <a:gd name="connsiteX2" fmla="*/ 2001457 w 4422421"/>
              <a:gd name="connsiteY2" fmla="*/ 5836960 h 5836960"/>
              <a:gd name="connsiteX3" fmla="*/ 0 w 4422421"/>
              <a:gd name="connsiteY3" fmla="*/ 5836960 h 5836960"/>
              <a:gd name="connsiteX4" fmla="*/ 2486605 w 4422421"/>
              <a:gd name="connsiteY4" fmla="*/ 10165 h 5836960"/>
              <a:gd name="connsiteX0" fmla="*/ 2486605 w 4478393"/>
              <a:gd name="connsiteY0" fmla="*/ 0 h 5826795"/>
              <a:gd name="connsiteX1" fmla="*/ 4478393 w 4478393"/>
              <a:gd name="connsiteY1" fmla="*/ 14549 h 5826795"/>
              <a:gd name="connsiteX2" fmla="*/ 2001457 w 4478393"/>
              <a:gd name="connsiteY2" fmla="*/ 5826795 h 5826795"/>
              <a:gd name="connsiteX3" fmla="*/ 0 w 4478393"/>
              <a:gd name="connsiteY3" fmla="*/ 5826795 h 5826795"/>
              <a:gd name="connsiteX4" fmla="*/ 2486605 w 4478393"/>
              <a:gd name="connsiteY4" fmla="*/ 0 h 5826795"/>
              <a:gd name="connsiteX0" fmla="*/ 2486605 w 4522645"/>
              <a:gd name="connsiteY0" fmla="*/ 1082 h 5827877"/>
              <a:gd name="connsiteX1" fmla="*/ 4522645 w 4522645"/>
              <a:gd name="connsiteY1" fmla="*/ 0 h 5827877"/>
              <a:gd name="connsiteX2" fmla="*/ 2001457 w 4522645"/>
              <a:gd name="connsiteY2" fmla="*/ 5827877 h 5827877"/>
              <a:gd name="connsiteX3" fmla="*/ 0 w 4522645"/>
              <a:gd name="connsiteY3" fmla="*/ 5827877 h 5827877"/>
              <a:gd name="connsiteX4" fmla="*/ 2486605 w 4522645"/>
              <a:gd name="connsiteY4" fmla="*/ 1082 h 5827877"/>
              <a:gd name="connsiteX0" fmla="*/ 2486605 w 4491075"/>
              <a:gd name="connsiteY0" fmla="*/ 1082 h 5827877"/>
              <a:gd name="connsiteX1" fmla="*/ 4491075 w 4491075"/>
              <a:gd name="connsiteY1" fmla="*/ 0 h 5827877"/>
              <a:gd name="connsiteX2" fmla="*/ 2001457 w 4491075"/>
              <a:gd name="connsiteY2" fmla="*/ 5827877 h 5827877"/>
              <a:gd name="connsiteX3" fmla="*/ 0 w 4491075"/>
              <a:gd name="connsiteY3" fmla="*/ 5827877 h 5827877"/>
              <a:gd name="connsiteX4" fmla="*/ 2486605 w 4491075"/>
              <a:gd name="connsiteY4" fmla="*/ 1082 h 5827877"/>
              <a:gd name="connsiteX0" fmla="*/ 2616040 w 4620510"/>
              <a:gd name="connsiteY0" fmla="*/ 1082 h 5827877"/>
              <a:gd name="connsiteX1" fmla="*/ 4620510 w 4620510"/>
              <a:gd name="connsiteY1" fmla="*/ 0 h 5827877"/>
              <a:gd name="connsiteX2" fmla="*/ 2130892 w 4620510"/>
              <a:gd name="connsiteY2" fmla="*/ 5827877 h 5827877"/>
              <a:gd name="connsiteX3" fmla="*/ 0 w 4620510"/>
              <a:gd name="connsiteY3" fmla="*/ 5821527 h 5827877"/>
              <a:gd name="connsiteX4" fmla="*/ 2616040 w 4620510"/>
              <a:gd name="connsiteY4" fmla="*/ 1082 h 5827877"/>
              <a:gd name="connsiteX0" fmla="*/ 2616040 w 4620510"/>
              <a:gd name="connsiteY0" fmla="*/ 1082 h 5821527"/>
              <a:gd name="connsiteX1" fmla="*/ 4620510 w 4620510"/>
              <a:gd name="connsiteY1" fmla="*/ 0 h 5821527"/>
              <a:gd name="connsiteX2" fmla="*/ 1828876 w 4620510"/>
              <a:gd name="connsiteY2" fmla="*/ 5821527 h 5821527"/>
              <a:gd name="connsiteX3" fmla="*/ 0 w 4620510"/>
              <a:gd name="connsiteY3" fmla="*/ 5821527 h 5821527"/>
              <a:gd name="connsiteX4" fmla="*/ 2616040 w 4620510"/>
              <a:gd name="connsiteY4" fmla="*/ 1082 h 5821527"/>
              <a:gd name="connsiteX0" fmla="*/ 2616040 w 4620510"/>
              <a:gd name="connsiteY0" fmla="*/ 1082 h 5821527"/>
              <a:gd name="connsiteX1" fmla="*/ 4620510 w 4620510"/>
              <a:gd name="connsiteY1" fmla="*/ 0 h 5821527"/>
              <a:gd name="connsiteX2" fmla="*/ 1641914 w 4620510"/>
              <a:gd name="connsiteY2" fmla="*/ 5821527 h 5821527"/>
              <a:gd name="connsiteX3" fmla="*/ 0 w 4620510"/>
              <a:gd name="connsiteY3" fmla="*/ 5821527 h 5821527"/>
              <a:gd name="connsiteX4" fmla="*/ 2616040 w 4620510"/>
              <a:gd name="connsiteY4" fmla="*/ 1082 h 5821527"/>
              <a:gd name="connsiteX0" fmla="*/ 2616040 w 4620510"/>
              <a:gd name="connsiteY0" fmla="*/ 1082 h 5821527"/>
              <a:gd name="connsiteX1" fmla="*/ 4620510 w 4620510"/>
              <a:gd name="connsiteY1" fmla="*/ 0 h 5821527"/>
              <a:gd name="connsiteX2" fmla="*/ 1699441 w 4620510"/>
              <a:gd name="connsiteY2" fmla="*/ 5808827 h 5821527"/>
              <a:gd name="connsiteX3" fmla="*/ 0 w 4620510"/>
              <a:gd name="connsiteY3" fmla="*/ 5821527 h 5821527"/>
              <a:gd name="connsiteX4" fmla="*/ 2616040 w 4620510"/>
              <a:gd name="connsiteY4" fmla="*/ 1082 h 5821527"/>
              <a:gd name="connsiteX0" fmla="*/ 2616040 w 4620510"/>
              <a:gd name="connsiteY0" fmla="*/ 1082 h 5821527"/>
              <a:gd name="connsiteX1" fmla="*/ 4620510 w 4620510"/>
              <a:gd name="connsiteY1" fmla="*/ 0 h 5821527"/>
              <a:gd name="connsiteX2" fmla="*/ 1692250 w 4620510"/>
              <a:gd name="connsiteY2" fmla="*/ 5821527 h 5821527"/>
              <a:gd name="connsiteX3" fmla="*/ 0 w 4620510"/>
              <a:gd name="connsiteY3" fmla="*/ 5821527 h 5821527"/>
              <a:gd name="connsiteX4" fmla="*/ 2616040 w 4620510"/>
              <a:gd name="connsiteY4" fmla="*/ 1082 h 5821527"/>
              <a:gd name="connsiteX0" fmla="*/ 2780776 w 4620510"/>
              <a:gd name="connsiteY0" fmla="*/ 1082 h 5821527"/>
              <a:gd name="connsiteX1" fmla="*/ 4620510 w 4620510"/>
              <a:gd name="connsiteY1" fmla="*/ 0 h 5821527"/>
              <a:gd name="connsiteX2" fmla="*/ 1692250 w 4620510"/>
              <a:gd name="connsiteY2" fmla="*/ 5821527 h 5821527"/>
              <a:gd name="connsiteX3" fmla="*/ 0 w 4620510"/>
              <a:gd name="connsiteY3" fmla="*/ 5821527 h 5821527"/>
              <a:gd name="connsiteX4" fmla="*/ 2780776 w 4620510"/>
              <a:gd name="connsiteY4" fmla="*/ 1082 h 5821527"/>
              <a:gd name="connsiteX0" fmla="*/ 2780776 w 4526375"/>
              <a:gd name="connsiteY0" fmla="*/ 11473 h 5831918"/>
              <a:gd name="connsiteX1" fmla="*/ 4526375 w 4526375"/>
              <a:gd name="connsiteY1" fmla="*/ 0 h 5831918"/>
              <a:gd name="connsiteX2" fmla="*/ 1692250 w 4526375"/>
              <a:gd name="connsiteY2" fmla="*/ 5831918 h 5831918"/>
              <a:gd name="connsiteX3" fmla="*/ 0 w 4526375"/>
              <a:gd name="connsiteY3" fmla="*/ 5831918 h 5831918"/>
              <a:gd name="connsiteX4" fmla="*/ 2780776 w 4526375"/>
              <a:gd name="connsiteY4" fmla="*/ 11473 h 5831918"/>
              <a:gd name="connsiteX0" fmla="*/ 2780776 w 4526375"/>
              <a:gd name="connsiteY0" fmla="*/ 0 h 5820445"/>
              <a:gd name="connsiteX1" fmla="*/ 4526375 w 4526375"/>
              <a:gd name="connsiteY1" fmla="*/ 9309 h 5820445"/>
              <a:gd name="connsiteX2" fmla="*/ 1692250 w 4526375"/>
              <a:gd name="connsiteY2" fmla="*/ 5820445 h 5820445"/>
              <a:gd name="connsiteX3" fmla="*/ 0 w 4526375"/>
              <a:gd name="connsiteY3" fmla="*/ 5820445 h 5820445"/>
              <a:gd name="connsiteX4" fmla="*/ 2780776 w 4526375"/>
              <a:gd name="connsiteY4" fmla="*/ 0 h 5820445"/>
              <a:gd name="connsiteX0" fmla="*/ 2780776 w 4526375"/>
              <a:gd name="connsiteY0" fmla="*/ 6278 h 5811136"/>
              <a:gd name="connsiteX1" fmla="*/ 4526375 w 4526375"/>
              <a:gd name="connsiteY1" fmla="*/ 0 h 5811136"/>
              <a:gd name="connsiteX2" fmla="*/ 1692250 w 4526375"/>
              <a:gd name="connsiteY2" fmla="*/ 5811136 h 5811136"/>
              <a:gd name="connsiteX3" fmla="*/ 0 w 4526375"/>
              <a:gd name="connsiteY3" fmla="*/ 5811136 h 5811136"/>
              <a:gd name="connsiteX4" fmla="*/ 2780776 w 4526375"/>
              <a:gd name="connsiteY4" fmla="*/ 6278 h 5811136"/>
              <a:gd name="connsiteX0" fmla="*/ 2828323 w 4526375"/>
              <a:gd name="connsiteY0" fmla="*/ 0 h 5814189"/>
              <a:gd name="connsiteX1" fmla="*/ 4526375 w 4526375"/>
              <a:gd name="connsiteY1" fmla="*/ 3053 h 5814189"/>
              <a:gd name="connsiteX2" fmla="*/ 1692250 w 4526375"/>
              <a:gd name="connsiteY2" fmla="*/ 5814189 h 5814189"/>
              <a:gd name="connsiteX3" fmla="*/ 0 w 4526375"/>
              <a:gd name="connsiteY3" fmla="*/ 5814189 h 5814189"/>
              <a:gd name="connsiteX4" fmla="*/ 2828323 w 4526375"/>
              <a:gd name="connsiteY4" fmla="*/ 0 h 5814189"/>
              <a:gd name="connsiteX0" fmla="*/ 2828323 w 4526375"/>
              <a:gd name="connsiteY0" fmla="*/ 1048 h 5811136"/>
              <a:gd name="connsiteX1" fmla="*/ 4526375 w 4526375"/>
              <a:gd name="connsiteY1" fmla="*/ 0 h 5811136"/>
              <a:gd name="connsiteX2" fmla="*/ 1692250 w 4526375"/>
              <a:gd name="connsiteY2" fmla="*/ 5811136 h 5811136"/>
              <a:gd name="connsiteX3" fmla="*/ 0 w 4526375"/>
              <a:gd name="connsiteY3" fmla="*/ 5811136 h 5811136"/>
              <a:gd name="connsiteX4" fmla="*/ 2828323 w 4526375"/>
              <a:gd name="connsiteY4" fmla="*/ 1048 h 5811136"/>
              <a:gd name="connsiteX0" fmla="*/ 1712019 w 4526375"/>
              <a:gd name="connsiteY0" fmla="*/ 1048 h 5811136"/>
              <a:gd name="connsiteX1" fmla="*/ 4526375 w 4526375"/>
              <a:gd name="connsiteY1" fmla="*/ 0 h 5811136"/>
              <a:gd name="connsiteX2" fmla="*/ 1692250 w 4526375"/>
              <a:gd name="connsiteY2" fmla="*/ 5811136 h 5811136"/>
              <a:gd name="connsiteX3" fmla="*/ 0 w 4526375"/>
              <a:gd name="connsiteY3" fmla="*/ 5811136 h 5811136"/>
              <a:gd name="connsiteX4" fmla="*/ 1712019 w 4526375"/>
              <a:gd name="connsiteY4" fmla="*/ 1048 h 5811136"/>
              <a:gd name="connsiteX0" fmla="*/ 2828323 w 5642679"/>
              <a:gd name="connsiteY0" fmla="*/ 1048 h 5811136"/>
              <a:gd name="connsiteX1" fmla="*/ 5642679 w 5642679"/>
              <a:gd name="connsiteY1" fmla="*/ 0 h 5811136"/>
              <a:gd name="connsiteX2" fmla="*/ 2808554 w 5642679"/>
              <a:gd name="connsiteY2" fmla="*/ 5811136 h 5811136"/>
              <a:gd name="connsiteX3" fmla="*/ 0 w 5642679"/>
              <a:gd name="connsiteY3" fmla="*/ 5811136 h 5811136"/>
              <a:gd name="connsiteX4" fmla="*/ 2828323 w 5642679"/>
              <a:gd name="connsiteY4" fmla="*/ 1048 h 58111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642679" h="5811136">
                <a:moveTo>
                  <a:pt x="2828323" y="1048"/>
                </a:moveTo>
                <a:lnTo>
                  <a:pt x="5642679" y="0"/>
                </a:lnTo>
                <a:lnTo>
                  <a:pt x="2808554" y="5811136"/>
                </a:lnTo>
                <a:lnTo>
                  <a:pt x="0" y="5811136"/>
                </a:lnTo>
                <a:lnTo>
                  <a:pt x="2828323" y="1048"/>
                </a:lnTo>
                <a:close/>
              </a:path>
            </a:pathLst>
          </a:custGeom>
          <a:solidFill>
            <a:srgbClr val="D454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Rectangle 4">
            <a:extLst>
              <a:ext uri="{FF2B5EF4-FFF2-40B4-BE49-F238E27FC236}">
                <a16:creationId xmlns:a16="http://schemas.microsoft.com/office/drawing/2014/main" id="{14417D61-BC9E-B9D3-AA81-C7D5F0467826}"/>
              </a:ext>
            </a:extLst>
          </p:cNvPr>
          <p:cNvSpPr/>
          <p:nvPr userDrawn="1"/>
        </p:nvSpPr>
        <p:spPr>
          <a:xfrm rot="10800000">
            <a:off x="26734197" y="-12075851"/>
            <a:ext cx="5606988" cy="8113011"/>
          </a:xfrm>
          <a:custGeom>
            <a:avLst/>
            <a:gdLst>
              <a:gd name="connsiteX0" fmla="*/ 0 w 2505206"/>
              <a:gd name="connsiteY0" fmla="*/ 0 h 5824603"/>
              <a:gd name="connsiteX1" fmla="*/ 2505206 w 2505206"/>
              <a:gd name="connsiteY1" fmla="*/ 0 h 5824603"/>
              <a:gd name="connsiteX2" fmla="*/ 2505206 w 2505206"/>
              <a:gd name="connsiteY2" fmla="*/ 5824603 h 5824603"/>
              <a:gd name="connsiteX3" fmla="*/ 0 w 2505206"/>
              <a:gd name="connsiteY3" fmla="*/ 5824603 h 5824603"/>
              <a:gd name="connsiteX4" fmla="*/ 0 w 2505206"/>
              <a:gd name="connsiteY4" fmla="*/ 0 h 5824603"/>
              <a:gd name="connsiteX0" fmla="*/ 0 w 3535109"/>
              <a:gd name="connsiteY0" fmla="*/ 0 h 5824603"/>
              <a:gd name="connsiteX1" fmla="*/ 3535109 w 3535109"/>
              <a:gd name="connsiteY1" fmla="*/ 0 h 5824603"/>
              <a:gd name="connsiteX2" fmla="*/ 2505206 w 3535109"/>
              <a:gd name="connsiteY2" fmla="*/ 5824603 h 5824603"/>
              <a:gd name="connsiteX3" fmla="*/ 0 w 3535109"/>
              <a:gd name="connsiteY3" fmla="*/ 5824603 h 5824603"/>
              <a:gd name="connsiteX4" fmla="*/ 0 w 3535109"/>
              <a:gd name="connsiteY4" fmla="*/ 0 h 5824603"/>
              <a:gd name="connsiteX0" fmla="*/ 1126156 w 3535109"/>
              <a:gd name="connsiteY0" fmla="*/ 0 h 5834229"/>
              <a:gd name="connsiteX1" fmla="*/ 3535109 w 3535109"/>
              <a:gd name="connsiteY1" fmla="*/ 9626 h 5834229"/>
              <a:gd name="connsiteX2" fmla="*/ 2505206 w 3535109"/>
              <a:gd name="connsiteY2" fmla="*/ 5834229 h 5834229"/>
              <a:gd name="connsiteX3" fmla="*/ 0 w 3535109"/>
              <a:gd name="connsiteY3" fmla="*/ 5834229 h 5834229"/>
              <a:gd name="connsiteX4" fmla="*/ 1126156 w 3535109"/>
              <a:gd name="connsiteY4" fmla="*/ 0 h 5834229"/>
              <a:gd name="connsiteX0" fmla="*/ 1103854 w 3535109"/>
              <a:gd name="connsiteY0" fmla="*/ 20110 h 5824603"/>
              <a:gd name="connsiteX1" fmla="*/ 3535109 w 3535109"/>
              <a:gd name="connsiteY1" fmla="*/ 0 h 5824603"/>
              <a:gd name="connsiteX2" fmla="*/ 2505206 w 3535109"/>
              <a:gd name="connsiteY2" fmla="*/ 5824603 h 5824603"/>
              <a:gd name="connsiteX3" fmla="*/ 0 w 3535109"/>
              <a:gd name="connsiteY3" fmla="*/ 5824603 h 5824603"/>
              <a:gd name="connsiteX4" fmla="*/ 1103854 w 3535109"/>
              <a:gd name="connsiteY4" fmla="*/ 20110 h 5824603"/>
              <a:gd name="connsiteX0" fmla="*/ 1111288 w 3535109"/>
              <a:gd name="connsiteY0" fmla="*/ 0 h 5826795"/>
              <a:gd name="connsiteX1" fmla="*/ 3535109 w 3535109"/>
              <a:gd name="connsiteY1" fmla="*/ 2192 h 5826795"/>
              <a:gd name="connsiteX2" fmla="*/ 2505206 w 3535109"/>
              <a:gd name="connsiteY2" fmla="*/ 5826795 h 5826795"/>
              <a:gd name="connsiteX3" fmla="*/ 0 w 3535109"/>
              <a:gd name="connsiteY3" fmla="*/ 5826795 h 5826795"/>
              <a:gd name="connsiteX4" fmla="*/ 1111288 w 3535109"/>
              <a:gd name="connsiteY4" fmla="*/ 0 h 5826795"/>
              <a:gd name="connsiteX0" fmla="*/ 1111288 w 4940163"/>
              <a:gd name="connsiteY0" fmla="*/ 0 h 5826795"/>
              <a:gd name="connsiteX1" fmla="*/ 4940163 w 4940163"/>
              <a:gd name="connsiteY1" fmla="*/ 2192 h 5826795"/>
              <a:gd name="connsiteX2" fmla="*/ 2505206 w 4940163"/>
              <a:gd name="connsiteY2" fmla="*/ 5826795 h 5826795"/>
              <a:gd name="connsiteX3" fmla="*/ 0 w 4940163"/>
              <a:gd name="connsiteY3" fmla="*/ 5826795 h 5826795"/>
              <a:gd name="connsiteX4" fmla="*/ 1111288 w 4940163"/>
              <a:gd name="connsiteY4" fmla="*/ 0 h 5826795"/>
              <a:gd name="connsiteX0" fmla="*/ 2486605 w 4940163"/>
              <a:gd name="connsiteY0" fmla="*/ 0 h 5826795"/>
              <a:gd name="connsiteX1" fmla="*/ 4940163 w 4940163"/>
              <a:gd name="connsiteY1" fmla="*/ 2192 h 5826795"/>
              <a:gd name="connsiteX2" fmla="*/ 2505206 w 4940163"/>
              <a:gd name="connsiteY2" fmla="*/ 5826795 h 5826795"/>
              <a:gd name="connsiteX3" fmla="*/ 0 w 4940163"/>
              <a:gd name="connsiteY3" fmla="*/ 5826795 h 5826795"/>
              <a:gd name="connsiteX4" fmla="*/ 2486605 w 4940163"/>
              <a:gd name="connsiteY4" fmla="*/ 0 h 5826795"/>
              <a:gd name="connsiteX0" fmla="*/ 2486605 w 4940163"/>
              <a:gd name="connsiteY0" fmla="*/ 0 h 5826795"/>
              <a:gd name="connsiteX1" fmla="*/ 4940163 w 4940163"/>
              <a:gd name="connsiteY1" fmla="*/ 2192 h 5826795"/>
              <a:gd name="connsiteX2" fmla="*/ 2001457 w 4940163"/>
              <a:gd name="connsiteY2" fmla="*/ 5826795 h 5826795"/>
              <a:gd name="connsiteX3" fmla="*/ 0 w 4940163"/>
              <a:gd name="connsiteY3" fmla="*/ 5826795 h 5826795"/>
              <a:gd name="connsiteX4" fmla="*/ 2486605 w 4940163"/>
              <a:gd name="connsiteY4" fmla="*/ 0 h 5826795"/>
              <a:gd name="connsiteX0" fmla="*/ 2486605 w 4478393"/>
              <a:gd name="connsiteY0" fmla="*/ 10165 h 5836960"/>
              <a:gd name="connsiteX1" fmla="*/ 4478393 w 4478393"/>
              <a:gd name="connsiteY1" fmla="*/ 0 h 5836960"/>
              <a:gd name="connsiteX2" fmla="*/ 2001457 w 4478393"/>
              <a:gd name="connsiteY2" fmla="*/ 5836960 h 5836960"/>
              <a:gd name="connsiteX3" fmla="*/ 0 w 4478393"/>
              <a:gd name="connsiteY3" fmla="*/ 5836960 h 5836960"/>
              <a:gd name="connsiteX4" fmla="*/ 2486605 w 4478393"/>
              <a:gd name="connsiteY4" fmla="*/ 10165 h 5836960"/>
              <a:gd name="connsiteX0" fmla="*/ 2486605 w 4422421"/>
              <a:gd name="connsiteY0" fmla="*/ 10165 h 5836960"/>
              <a:gd name="connsiteX1" fmla="*/ 4422421 w 4422421"/>
              <a:gd name="connsiteY1" fmla="*/ 0 h 5836960"/>
              <a:gd name="connsiteX2" fmla="*/ 2001457 w 4422421"/>
              <a:gd name="connsiteY2" fmla="*/ 5836960 h 5836960"/>
              <a:gd name="connsiteX3" fmla="*/ 0 w 4422421"/>
              <a:gd name="connsiteY3" fmla="*/ 5836960 h 5836960"/>
              <a:gd name="connsiteX4" fmla="*/ 2486605 w 4422421"/>
              <a:gd name="connsiteY4" fmla="*/ 10165 h 5836960"/>
              <a:gd name="connsiteX0" fmla="*/ 2486605 w 4478393"/>
              <a:gd name="connsiteY0" fmla="*/ 0 h 5826795"/>
              <a:gd name="connsiteX1" fmla="*/ 4478393 w 4478393"/>
              <a:gd name="connsiteY1" fmla="*/ 14549 h 5826795"/>
              <a:gd name="connsiteX2" fmla="*/ 2001457 w 4478393"/>
              <a:gd name="connsiteY2" fmla="*/ 5826795 h 5826795"/>
              <a:gd name="connsiteX3" fmla="*/ 0 w 4478393"/>
              <a:gd name="connsiteY3" fmla="*/ 5826795 h 5826795"/>
              <a:gd name="connsiteX4" fmla="*/ 2486605 w 4478393"/>
              <a:gd name="connsiteY4" fmla="*/ 0 h 5826795"/>
              <a:gd name="connsiteX0" fmla="*/ 2486605 w 4522645"/>
              <a:gd name="connsiteY0" fmla="*/ 1082 h 5827877"/>
              <a:gd name="connsiteX1" fmla="*/ 4522645 w 4522645"/>
              <a:gd name="connsiteY1" fmla="*/ 0 h 5827877"/>
              <a:gd name="connsiteX2" fmla="*/ 2001457 w 4522645"/>
              <a:gd name="connsiteY2" fmla="*/ 5827877 h 5827877"/>
              <a:gd name="connsiteX3" fmla="*/ 0 w 4522645"/>
              <a:gd name="connsiteY3" fmla="*/ 5827877 h 5827877"/>
              <a:gd name="connsiteX4" fmla="*/ 2486605 w 4522645"/>
              <a:gd name="connsiteY4" fmla="*/ 1082 h 5827877"/>
              <a:gd name="connsiteX0" fmla="*/ 2486605 w 4491075"/>
              <a:gd name="connsiteY0" fmla="*/ 1082 h 5827877"/>
              <a:gd name="connsiteX1" fmla="*/ 4491075 w 4491075"/>
              <a:gd name="connsiteY1" fmla="*/ 0 h 5827877"/>
              <a:gd name="connsiteX2" fmla="*/ 2001457 w 4491075"/>
              <a:gd name="connsiteY2" fmla="*/ 5827877 h 5827877"/>
              <a:gd name="connsiteX3" fmla="*/ 0 w 4491075"/>
              <a:gd name="connsiteY3" fmla="*/ 5827877 h 5827877"/>
              <a:gd name="connsiteX4" fmla="*/ 2486605 w 4491075"/>
              <a:gd name="connsiteY4" fmla="*/ 1082 h 5827877"/>
              <a:gd name="connsiteX0" fmla="*/ 2616040 w 4620510"/>
              <a:gd name="connsiteY0" fmla="*/ 1082 h 5827877"/>
              <a:gd name="connsiteX1" fmla="*/ 4620510 w 4620510"/>
              <a:gd name="connsiteY1" fmla="*/ 0 h 5827877"/>
              <a:gd name="connsiteX2" fmla="*/ 2130892 w 4620510"/>
              <a:gd name="connsiteY2" fmla="*/ 5827877 h 5827877"/>
              <a:gd name="connsiteX3" fmla="*/ 0 w 4620510"/>
              <a:gd name="connsiteY3" fmla="*/ 5821527 h 5827877"/>
              <a:gd name="connsiteX4" fmla="*/ 2616040 w 4620510"/>
              <a:gd name="connsiteY4" fmla="*/ 1082 h 5827877"/>
              <a:gd name="connsiteX0" fmla="*/ 2616040 w 4620510"/>
              <a:gd name="connsiteY0" fmla="*/ 1082 h 5821527"/>
              <a:gd name="connsiteX1" fmla="*/ 4620510 w 4620510"/>
              <a:gd name="connsiteY1" fmla="*/ 0 h 5821527"/>
              <a:gd name="connsiteX2" fmla="*/ 1828876 w 4620510"/>
              <a:gd name="connsiteY2" fmla="*/ 5821527 h 5821527"/>
              <a:gd name="connsiteX3" fmla="*/ 0 w 4620510"/>
              <a:gd name="connsiteY3" fmla="*/ 5821527 h 5821527"/>
              <a:gd name="connsiteX4" fmla="*/ 2616040 w 4620510"/>
              <a:gd name="connsiteY4" fmla="*/ 1082 h 5821527"/>
              <a:gd name="connsiteX0" fmla="*/ 2616040 w 4620510"/>
              <a:gd name="connsiteY0" fmla="*/ 1082 h 5821527"/>
              <a:gd name="connsiteX1" fmla="*/ 4620510 w 4620510"/>
              <a:gd name="connsiteY1" fmla="*/ 0 h 5821527"/>
              <a:gd name="connsiteX2" fmla="*/ 1641914 w 4620510"/>
              <a:gd name="connsiteY2" fmla="*/ 5821527 h 5821527"/>
              <a:gd name="connsiteX3" fmla="*/ 0 w 4620510"/>
              <a:gd name="connsiteY3" fmla="*/ 5821527 h 5821527"/>
              <a:gd name="connsiteX4" fmla="*/ 2616040 w 4620510"/>
              <a:gd name="connsiteY4" fmla="*/ 1082 h 5821527"/>
              <a:gd name="connsiteX0" fmla="*/ 2616040 w 4620510"/>
              <a:gd name="connsiteY0" fmla="*/ 1082 h 5821527"/>
              <a:gd name="connsiteX1" fmla="*/ 4620510 w 4620510"/>
              <a:gd name="connsiteY1" fmla="*/ 0 h 5821527"/>
              <a:gd name="connsiteX2" fmla="*/ 1699441 w 4620510"/>
              <a:gd name="connsiteY2" fmla="*/ 5808827 h 5821527"/>
              <a:gd name="connsiteX3" fmla="*/ 0 w 4620510"/>
              <a:gd name="connsiteY3" fmla="*/ 5821527 h 5821527"/>
              <a:gd name="connsiteX4" fmla="*/ 2616040 w 4620510"/>
              <a:gd name="connsiteY4" fmla="*/ 1082 h 5821527"/>
              <a:gd name="connsiteX0" fmla="*/ 2616040 w 4620510"/>
              <a:gd name="connsiteY0" fmla="*/ 1082 h 5821527"/>
              <a:gd name="connsiteX1" fmla="*/ 4620510 w 4620510"/>
              <a:gd name="connsiteY1" fmla="*/ 0 h 5821527"/>
              <a:gd name="connsiteX2" fmla="*/ 1692250 w 4620510"/>
              <a:gd name="connsiteY2" fmla="*/ 5821527 h 5821527"/>
              <a:gd name="connsiteX3" fmla="*/ 0 w 4620510"/>
              <a:gd name="connsiteY3" fmla="*/ 5821527 h 5821527"/>
              <a:gd name="connsiteX4" fmla="*/ 2616040 w 4620510"/>
              <a:gd name="connsiteY4" fmla="*/ 1082 h 5821527"/>
              <a:gd name="connsiteX0" fmla="*/ 2780776 w 4620510"/>
              <a:gd name="connsiteY0" fmla="*/ 1082 h 5821527"/>
              <a:gd name="connsiteX1" fmla="*/ 4620510 w 4620510"/>
              <a:gd name="connsiteY1" fmla="*/ 0 h 5821527"/>
              <a:gd name="connsiteX2" fmla="*/ 1692250 w 4620510"/>
              <a:gd name="connsiteY2" fmla="*/ 5821527 h 5821527"/>
              <a:gd name="connsiteX3" fmla="*/ 0 w 4620510"/>
              <a:gd name="connsiteY3" fmla="*/ 5821527 h 5821527"/>
              <a:gd name="connsiteX4" fmla="*/ 2780776 w 4620510"/>
              <a:gd name="connsiteY4" fmla="*/ 1082 h 5821527"/>
              <a:gd name="connsiteX0" fmla="*/ 2780776 w 4526375"/>
              <a:gd name="connsiteY0" fmla="*/ 11473 h 5831918"/>
              <a:gd name="connsiteX1" fmla="*/ 4526375 w 4526375"/>
              <a:gd name="connsiteY1" fmla="*/ 0 h 5831918"/>
              <a:gd name="connsiteX2" fmla="*/ 1692250 w 4526375"/>
              <a:gd name="connsiteY2" fmla="*/ 5831918 h 5831918"/>
              <a:gd name="connsiteX3" fmla="*/ 0 w 4526375"/>
              <a:gd name="connsiteY3" fmla="*/ 5831918 h 5831918"/>
              <a:gd name="connsiteX4" fmla="*/ 2780776 w 4526375"/>
              <a:gd name="connsiteY4" fmla="*/ 11473 h 5831918"/>
              <a:gd name="connsiteX0" fmla="*/ 2780776 w 4526375"/>
              <a:gd name="connsiteY0" fmla="*/ 0 h 5820445"/>
              <a:gd name="connsiteX1" fmla="*/ 4526375 w 4526375"/>
              <a:gd name="connsiteY1" fmla="*/ 9309 h 5820445"/>
              <a:gd name="connsiteX2" fmla="*/ 1692250 w 4526375"/>
              <a:gd name="connsiteY2" fmla="*/ 5820445 h 5820445"/>
              <a:gd name="connsiteX3" fmla="*/ 0 w 4526375"/>
              <a:gd name="connsiteY3" fmla="*/ 5820445 h 5820445"/>
              <a:gd name="connsiteX4" fmla="*/ 2780776 w 4526375"/>
              <a:gd name="connsiteY4" fmla="*/ 0 h 5820445"/>
              <a:gd name="connsiteX0" fmla="*/ 2780776 w 4526375"/>
              <a:gd name="connsiteY0" fmla="*/ 6278 h 5811136"/>
              <a:gd name="connsiteX1" fmla="*/ 4526375 w 4526375"/>
              <a:gd name="connsiteY1" fmla="*/ 0 h 5811136"/>
              <a:gd name="connsiteX2" fmla="*/ 1692250 w 4526375"/>
              <a:gd name="connsiteY2" fmla="*/ 5811136 h 5811136"/>
              <a:gd name="connsiteX3" fmla="*/ 0 w 4526375"/>
              <a:gd name="connsiteY3" fmla="*/ 5811136 h 5811136"/>
              <a:gd name="connsiteX4" fmla="*/ 2780776 w 4526375"/>
              <a:gd name="connsiteY4" fmla="*/ 6278 h 5811136"/>
              <a:gd name="connsiteX0" fmla="*/ 2828323 w 4526375"/>
              <a:gd name="connsiteY0" fmla="*/ 0 h 5814189"/>
              <a:gd name="connsiteX1" fmla="*/ 4526375 w 4526375"/>
              <a:gd name="connsiteY1" fmla="*/ 3053 h 5814189"/>
              <a:gd name="connsiteX2" fmla="*/ 1692250 w 4526375"/>
              <a:gd name="connsiteY2" fmla="*/ 5814189 h 5814189"/>
              <a:gd name="connsiteX3" fmla="*/ 0 w 4526375"/>
              <a:gd name="connsiteY3" fmla="*/ 5814189 h 5814189"/>
              <a:gd name="connsiteX4" fmla="*/ 2828323 w 4526375"/>
              <a:gd name="connsiteY4" fmla="*/ 0 h 5814189"/>
              <a:gd name="connsiteX0" fmla="*/ 2828323 w 4526375"/>
              <a:gd name="connsiteY0" fmla="*/ 1048 h 5811136"/>
              <a:gd name="connsiteX1" fmla="*/ 4526375 w 4526375"/>
              <a:gd name="connsiteY1" fmla="*/ 0 h 5811136"/>
              <a:gd name="connsiteX2" fmla="*/ 1692250 w 4526375"/>
              <a:gd name="connsiteY2" fmla="*/ 5811136 h 5811136"/>
              <a:gd name="connsiteX3" fmla="*/ 0 w 4526375"/>
              <a:gd name="connsiteY3" fmla="*/ 5811136 h 5811136"/>
              <a:gd name="connsiteX4" fmla="*/ 2828323 w 4526375"/>
              <a:gd name="connsiteY4" fmla="*/ 1048 h 5811136"/>
              <a:gd name="connsiteX0" fmla="*/ 1712019 w 4526375"/>
              <a:gd name="connsiteY0" fmla="*/ 1048 h 5811136"/>
              <a:gd name="connsiteX1" fmla="*/ 4526375 w 4526375"/>
              <a:gd name="connsiteY1" fmla="*/ 0 h 5811136"/>
              <a:gd name="connsiteX2" fmla="*/ 1692250 w 4526375"/>
              <a:gd name="connsiteY2" fmla="*/ 5811136 h 5811136"/>
              <a:gd name="connsiteX3" fmla="*/ 0 w 4526375"/>
              <a:gd name="connsiteY3" fmla="*/ 5811136 h 5811136"/>
              <a:gd name="connsiteX4" fmla="*/ 1712019 w 4526375"/>
              <a:gd name="connsiteY4" fmla="*/ 1048 h 5811136"/>
              <a:gd name="connsiteX0" fmla="*/ 2828323 w 5642679"/>
              <a:gd name="connsiteY0" fmla="*/ 1048 h 5811136"/>
              <a:gd name="connsiteX1" fmla="*/ 5642679 w 5642679"/>
              <a:gd name="connsiteY1" fmla="*/ 0 h 5811136"/>
              <a:gd name="connsiteX2" fmla="*/ 2808554 w 5642679"/>
              <a:gd name="connsiteY2" fmla="*/ 5811136 h 5811136"/>
              <a:gd name="connsiteX3" fmla="*/ 0 w 5642679"/>
              <a:gd name="connsiteY3" fmla="*/ 5811136 h 5811136"/>
              <a:gd name="connsiteX4" fmla="*/ 2828323 w 5642679"/>
              <a:gd name="connsiteY4" fmla="*/ 1048 h 58111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642679" h="5811136">
                <a:moveTo>
                  <a:pt x="2828323" y="1048"/>
                </a:moveTo>
                <a:lnTo>
                  <a:pt x="5642679" y="0"/>
                </a:lnTo>
                <a:lnTo>
                  <a:pt x="2808554" y="5811136"/>
                </a:lnTo>
                <a:lnTo>
                  <a:pt x="0" y="5811136"/>
                </a:lnTo>
                <a:lnTo>
                  <a:pt x="2828323" y="1048"/>
                </a:lnTo>
                <a:close/>
              </a:path>
            </a:pathLst>
          </a:custGeom>
          <a:solidFill>
            <a:srgbClr val="B6C8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Rectangle 4">
            <a:extLst>
              <a:ext uri="{FF2B5EF4-FFF2-40B4-BE49-F238E27FC236}">
                <a16:creationId xmlns:a16="http://schemas.microsoft.com/office/drawing/2014/main" id="{3373C453-48A5-D95D-430B-A6946CEB5106}"/>
              </a:ext>
            </a:extLst>
          </p:cNvPr>
          <p:cNvSpPr/>
          <p:nvPr userDrawn="1"/>
        </p:nvSpPr>
        <p:spPr>
          <a:xfrm rot="10800000">
            <a:off x="-612895" y="-17149552"/>
            <a:ext cx="3367864" cy="5815517"/>
          </a:xfrm>
          <a:custGeom>
            <a:avLst/>
            <a:gdLst>
              <a:gd name="connsiteX0" fmla="*/ 0 w 2505206"/>
              <a:gd name="connsiteY0" fmla="*/ 0 h 5824603"/>
              <a:gd name="connsiteX1" fmla="*/ 2505206 w 2505206"/>
              <a:gd name="connsiteY1" fmla="*/ 0 h 5824603"/>
              <a:gd name="connsiteX2" fmla="*/ 2505206 w 2505206"/>
              <a:gd name="connsiteY2" fmla="*/ 5824603 h 5824603"/>
              <a:gd name="connsiteX3" fmla="*/ 0 w 2505206"/>
              <a:gd name="connsiteY3" fmla="*/ 5824603 h 5824603"/>
              <a:gd name="connsiteX4" fmla="*/ 0 w 2505206"/>
              <a:gd name="connsiteY4" fmla="*/ 0 h 5824603"/>
              <a:gd name="connsiteX0" fmla="*/ 0 w 3535109"/>
              <a:gd name="connsiteY0" fmla="*/ 0 h 5824603"/>
              <a:gd name="connsiteX1" fmla="*/ 3535109 w 3535109"/>
              <a:gd name="connsiteY1" fmla="*/ 0 h 5824603"/>
              <a:gd name="connsiteX2" fmla="*/ 2505206 w 3535109"/>
              <a:gd name="connsiteY2" fmla="*/ 5824603 h 5824603"/>
              <a:gd name="connsiteX3" fmla="*/ 0 w 3535109"/>
              <a:gd name="connsiteY3" fmla="*/ 5824603 h 5824603"/>
              <a:gd name="connsiteX4" fmla="*/ 0 w 3535109"/>
              <a:gd name="connsiteY4" fmla="*/ 0 h 5824603"/>
              <a:gd name="connsiteX0" fmla="*/ 1126156 w 3535109"/>
              <a:gd name="connsiteY0" fmla="*/ 0 h 5834229"/>
              <a:gd name="connsiteX1" fmla="*/ 3535109 w 3535109"/>
              <a:gd name="connsiteY1" fmla="*/ 9626 h 5834229"/>
              <a:gd name="connsiteX2" fmla="*/ 2505206 w 3535109"/>
              <a:gd name="connsiteY2" fmla="*/ 5834229 h 5834229"/>
              <a:gd name="connsiteX3" fmla="*/ 0 w 3535109"/>
              <a:gd name="connsiteY3" fmla="*/ 5834229 h 5834229"/>
              <a:gd name="connsiteX4" fmla="*/ 1126156 w 3535109"/>
              <a:gd name="connsiteY4" fmla="*/ 0 h 5834229"/>
              <a:gd name="connsiteX0" fmla="*/ 1103854 w 3535109"/>
              <a:gd name="connsiteY0" fmla="*/ 20110 h 5824603"/>
              <a:gd name="connsiteX1" fmla="*/ 3535109 w 3535109"/>
              <a:gd name="connsiteY1" fmla="*/ 0 h 5824603"/>
              <a:gd name="connsiteX2" fmla="*/ 2505206 w 3535109"/>
              <a:gd name="connsiteY2" fmla="*/ 5824603 h 5824603"/>
              <a:gd name="connsiteX3" fmla="*/ 0 w 3535109"/>
              <a:gd name="connsiteY3" fmla="*/ 5824603 h 5824603"/>
              <a:gd name="connsiteX4" fmla="*/ 1103854 w 3535109"/>
              <a:gd name="connsiteY4" fmla="*/ 20110 h 5824603"/>
              <a:gd name="connsiteX0" fmla="*/ 1111288 w 3535109"/>
              <a:gd name="connsiteY0" fmla="*/ 0 h 5826795"/>
              <a:gd name="connsiteX1" fmla="*/ 3535109 w 3535109"/>
              <a:gd name="connsiteY1" fmla="*/ 2192 h 5826795"/>
              <a:gd name="connsiteX2" fmla="*/ 2505206 w 3535109"/>
              <a:gd name="connsiteY2" fmla="*/ 5826795 h 5826795"/>
              <a:gd name="connsiteX3" fmla="*/ 0 w 3535109"/>
              <a:gd name="connsiteY3" fmla="*/ 5826795 h 5826795"/>
              <a:gd name="connsiteX4" fmla="*/ 1111288 w 3535109"/>
              <a:gd name="connsiteY4" fmla="*/ 0 h 5826795"/>
              <a:gd name="connsiteX0" fmla="*/ 1111288 w 4940163"/>
              <a:gd name="connsiteY0" fmla="*/ 0 h 5826795"/>
              <a:gd name="connsiteX1" fmla="*/ 4940163 w 4940163"/>
              <a:gd name="connsiteY1" fmla="*/ 2192 h 5826795"/>
              <a:gd name="connsiteX2" fmla="*/ 2505206 w 4940163"/>
              <a:gd name="connsiteY2" fmla="*/ 5826795 h 5826795"/>
              <a:gd name="connsiteX3" fmla="*/ 0 w 4940163"/>
              <a:gd name="connsiteY3" fmla="*/ 5826795 h 5826795"/>
              <a:gd name="connsiteX4" fmla="*/ 1111288 w 4940163"/>
              <a:gd name="connsiteY4" fmla="*/ 0 h 5826795"/>
              <a:gd name="connsiteX0" fmla="*/ 2486605 w 4940163"/>
              <a:gd name="connsiteY0" fmla="*/ 0 h 5826795"/>
              <a:gd name="connsiteX1" fmla="*/ 4940163 w 4940163"/>
              <a:gd name="connsiteY1" fmla="*/ 2192 h 5826795"/>
              <a:gd name="connsiteX2" fmla="*/ 2505206 w 4940163"/>
              <a:gd name="connsiteY2" fmla="*/ 5826795 h 5826795"/>
              <a:gd name="connsiteX3" fmla="*/ 0 w 4940163"/>
              <a:gd name="connsiteY3" fmla="*/ 5826795 h 5826795"/>
              <a:gd name="connsiteX4" fmla="*/ 2486605 w 4940163"/>
              <a:gd name="connsiteY4" fmla="*/ 0 h 5826795"/>
              <a:gd name="connsiteX0" fmla="*/ 2486605 w 4940163"/>
              <a:gd name="connsiteY0" fmla="*/ 0 h 5826795"/>
              <a:gd name="connsiteX1" fmla="*/ 4940163 w 4940163"/>
              <a:gd name="connsiteY1" fmla="*/ 2192 h 5826795"/>
              <a:gd name="connsiteX2" fmla="*/ 2001457 w 4940163"/>
              <a:gd name="connsiteY2" fmla="*/ 5826795 h 5826795"/>
              <a:gd name="connsiteX3" fmla="*/ 0 w 4940163"/>
              <a:gd name="connsiteY3" fmla="*/ 5826795 h 5826795"/>
              <a:gd name="connsiteX4" fmla="*/ 2486605 w 4940163"/>
              <a:gd name="connsiteY4" fmla="*/ 0 h 5826795"/>
              <a:gd name="connsiteX0" fmla="*/ 2486605 w 4478393"/>
              <a:gd name="connsiteY0" fmla="*/ 10165 h 5836960"/>
              <a:gd name="connsiteX1" fmla="*/ 4478393 w 4478393"/>
              <a:gd name="connsiteY1" fmla="*/ 0 h 5836960"/>
              <a:gd name="connsiteX2" fmla="*/ 2001457 w 4478393"/>
              <a:gd name="connsiteY2" fmla="*/ 5836960 h 5836960"/>
              <a:gd name="connsiteX3" fmla="*/ 0 w 4478393"/>
              <a:gd name="connsiteY3" fmla="*/ 5836960 h 5836960"/>
              <a:gd name="connsiteX4" fmla="*/ 2486605 w 4478393"/>
              <a:gd name="connsiteY4" fmla="*/ 10165 h 5836960"/>
              <a:gd name="connsiteX0" fmla="*/ 2486605 w 4422421"/>
              <a:gd name="connsiteY0" fmla="*/ 10165 h 5836960"/>
              <a:gd name="connsiteX1" fmla="*/ 4422421 w 4422421"/>
              <a:gd name="connsiteY1" fmla="*/ 0 h 5836960"/>
              <a:gd name="connsiteX2" fmla="*/ 2001457 w 4422421"/>
              <a:gd name="connsiteY2" fmla="*/ 5836960 h 5836960"/>
              <a:gd name="connsiteX3" fmla="*/ 0 w 4422421"/>
              <a:gd name="connsiteY3" fmla="*/ 5836960 h 5836960"/>
              <a:gd name="connsiteX4" fmla="*/ 2486605 w 4422421"/>
              <a:gd name="connsiteY4" fmla="*/ 10165 h 5836960"/>
              <a:gd name="connsiteX0" fmla="*/ 2486605 w 4478393"/>
              <a:gd name="connsiteY0" fmla="*/ 0 h 5826795"/>
              <a:gd name="connsiteX1" fmla="*/ 4478393 w 4478393"/>
              <a:gd name="connsiteY1" fmla="*/ 14549 h 5826795"/>
              <a:gd name="connsiteX2" fmla="*/ 2001457 w 4478393"/>
              <a:gd name="connsiteY2" fmla="*/ 5826795 h 5826795"/>
              <a:gd name="connsiteX3" fmla="*/ 0 w 4478393"/>
              <a:gd name="connsiteY3" fmla="*/ 5826795 h 5826795"/>
              <a:gd name="connsiteX4" fmla="*/ 2486605 w 4478393"/>
              <a:gd name="connsiteY4" fmla="*/ 0 h 5826795"/>
              <a:gd name="connsiteX0" fmla="*/ 2486605 w 4522645"/>
              <a:gd name="connsiteY0" fmla="*/ 1082 h 5827877"/>
              <a:gd name="connsiteX1" fmla="*/ 4522645 w 4522645"/>
              <a:gd name="connsiteY1" fmla="*/ 0 h 5827877"/>
              <a:gd name="connsiteX2" fmla="*/ 2001457 w 4522645"/>
              <a:gd name="connsiteY2" fmla="*/ 5827877 h 5827877"/>
              <a:gd name="connsiteX3" fmla="*/ 0 w 4522645"/>
              <a:gd name="connsiteY3" fmla="*/ 5827877 h 5827877"/>
              <a:gd name="connsiteX4" fmla="*/ 2486605 w 4522645"/>
              <a:gd name="connsiteY4" fmla="*/ 1082 h 5827877"/>
              <a:gd name="connsiteX0" fmla="*/ 2486605 w 4491075"/>
              <a:gd name="connsiteY0" fmla="*/ 1082 h 5827877"/>
              <a:gd name="connsiteX1" fmla="*/ 4491075 w 4491075"/>
              <a:gd name="connsiteY1" fmla="*/ 0 h 5827877"/>
              <a:gd name="connsiteX2" fmla="*/ 2001457 w 4491075"/>
              <a:gd name="connsiteY2" fmla="*/ 5827877 h 5827877"/>
              <a:gd name="connsiteX3" fmla="*/ 0 w 4491075"/>
              <a:gd name="connsiteY3" fmla="*/ 5827877 h 5827877"/>
              <a:gd name="connsiteX4" fmla="*/ 2486605 w 4491075"/>
              <a:gd name="connsiteY4" fmla="*/ 1082 h 5827877"/>
              <a:gd name="connsiteX0" fmla="*/ 2616040 w 4620510"/>
              <a:gd name="connsiteY0" fmla="*/ 1082 h 5827877"/>
              <a:gd name="connsiteX1" fmla="*/ 4620510 w 4620510"/>
              <a:gd name="connsiteY1" fmla="*/ 0 h 5827877"/>
              <a:gd name="connsiteX2" fmla="*/ 2130892 w 4620510"/>
              <a:gd name="connsiteY2" fmla="*/ 5827877 h 5827877"/>
              <a:gd name="connsiteX3" fmla="*/ 0 w 4620510"/>
              <a:gd name="connsiteY3" fmla="*/ 5821527 h 5827877"/>
              <a:gd name="connsiteX4" fmla="*/ 2616040 w 4620510"/>
              <a:gd name="connsiteY4" fmla="*/ 1082 h 5827877"/>
              <a:gd name="connsiteX0" fmla="*/ 2616040 w 4620510"/>
              <a:gd name="connsiteY0" fmla="*/ 1082 h 5821527"/>
              <a:gd name="connsiteX1" fmla="*/ 4620510 w 4620510"/>
              <a:gd name="connsiteY1" fmla="*/ 0 h 5821527"/>
              <a:gd name="connsiteX2" fmla="*/ 1828876 w 4620510"/>
              <a:gd name="connsiteY2" fmla="*/ 5821527 h 5821527"/>
              <a:gd name="connsiteX3" fmla="*/ 0 w 4620510"/>
              <a:gd name="connsiteY3" fmla="*/ 5821527 h 5821527"/>
              <a:gd name="connsiteX4" fmla="*/ 2616040 w 4620510"/>
              <a:gd name="connsiteY4" fmla="*/ 1082 h 5821527"/>
              <a:gd name="connsiteX0" fmla="*/ 2616040 w 4620510"/>
              <a:gd name="connsiteY0" fmla="*/ 1082 h 5821527"/>
              <a:gd name="connsiteX1" fmla="*/ 4620510 w 4620510"/>
              <a:gd name="connsiteY1" fmla="*/ 0 h 5821527"/>
              <a:gd name="connsiteX2" fmla="*/ 1641914 w 4620510"/>
              <a:gd name="connsiteY2" fmla="*/ 5821527 h 5821527"/>
              <a:gd name="connsiteX3" fmla="*/ 0 w 4620510"/>
              <a:gd name="connsiteY3" fmla="*/ 5821527 h 5821527"/>
              <a:gd name="connsiteX4" fmla="*/ 2616040 w 4620510"/>
              <a:gd name="connsiteY4" fmla="*/ 1082 h 5821527"/>
              <a:gd name="connsiteX0" fmla="*/ 2616040 w 4620510"/>
              <a:gd name="connsiteY0" fmla="*/ 1082 h 5821527"/>
              <a:gd name="connsiteX1" fmla="*/ 4620510 w 4620510"/>
              <a:gd name="connsiteY1" fmla="*/ 0 h 5821527"/>
              <a:gd name="connsiteX2" fmla="*/ 1699441 w 4620510"/>
              <a:gd name="connsiteY2" fmla="*/ 5808827 h 5821527"/>
              <a:gd name="connsiteX3" fmla="*/ 0 w 4620510"/>
              <a:gd name="connsiteY3" fmla="*/ 5821527 h 5821527"/>
              <a:gd name="connsiteX4" fmla="*/ 2616040 w 4620510"/>
              <a:gd name="connsiteY4" fmla="*/ 1082 h 5821527"/>
              <a:gd name="connsiteX0" fmla="*/ 2616040 w 4620510"/>
              <a:gd name="connsiteY0" fmla="*/ 1082 h 5821527"/>
              <a:gd name="connsiteX1" fmla="*/ 4620510 w 4620510"/>
              <a:gd name="connsiteY1" fmla="*/ 0 h 5821527"/>
              <a:gd name="connsiteX2" fmla="*/ 1692250 w 4620510"/>
              <a:gd name="connsiteY2" fmla="*/ 5821527 h 5821527"/>
              <a:gd name="connsiteX3" fmla="*/ 0 w 4620510"/>
              <a:gd name="connsiteY3" fmla="*/ 5821527 h 5821527"/>
              <a:gd name="connsiteX4" fmla="*/ 2616040 w 4620510"/>
              <a:gd name="connsiteY4" fmla="*/ 1082 h 5821527"/>
              <a:gd name="connsiteX0" fmla="*/ 2780776 w 4620510"/>
              <a:gd name="connsiteY0" fmla="*/ 1082 h 5821527"/>
              <a:gd name="connsiteX1" fmla="*/ 4620510 w 4620510"/>
              <a:gd name="connsiteY1" fmla="*/ 0 h 5821527"/>
              <a:gd name="connsiteX2" fmla="*/ 1692250 w 4620510"/>
              <a:gd name="connsiteY2" fmla="*/ 5821527 h 5821527"/>
              <a:gd name="connsiteX3" fmla="*/ 0 w 4620510"/>
              <a:gd name="connsiteY3" fmla="*/ 5821527 h 5821527"/>
              <a:gd name="connsiteX4" fmla="*/ 2780776 w 4620510"/>
              <a:gd name="connsiteY4" fmla="*/ 1082 h 5821527"/>
              <a:gd name="connsiteX0" fmla="*/ 2780776 w 4526375"/>
              <a:gd name="connsiteY0" fmla="*/ 11473 h 5831918"/>
              <a:gd name="connsiteX1" fmla="*/ 4526375 w 4526375"/>
              <a:gd name="connsiteY1" fmla="*/ 0 h 5831918"/>
              <a:gd name="connsiteX2" fmla="*/ 1692250 w 4526375"/>
              <a:gd name="connsiteY2" fmla="*/ 5831918 h 5831918"/>
              <a:gd name="connsiteX3" fmla="*/ 0 w 4526375"/>
              <a:gd name="connsiteY3" fmla="*/ 5831918 h 5831918"/>
              <a:gd name="connsiteX4" fmla="*/ 2780776 w 4526375"/>
              <a:gd name="connsiteY4" fmla="*/ 11473 h 5831918"/>
              <a:gd name="connsiteX0" fmla="*/ 2780776 w 4526375"/>
              <a:gd name="connsiteY0" fmla="*/ 0 h 5820445"/>
              <a:gd name="connsiteX1" fmla="*/ 4526375 w 4526375"/>
              <a:gd name="connsiteY1" fmla="*/ 9309 h 5820445"/>
              <a:gd name="connsiteX2" fmla="*/ 1692250 w 4526375"/>
              <a:gd name="connsiteY2" fmla="*/ 5820445 h 5820445"/>
              <a:gd name="connsiteX3" fmla="*/ 0 w 4526375"/>
              <a:gd name="connsiteY3" fmla="*/ 5820445 h 5820445"/>
              <a:gd name="connsiteX4" fmla="*/ 2780776 w 4526375"/>
              <a:gd name="connsiteY4" fmla="*/ 0 h 5820445"/>
              <a:gd name="connsiteX0" fmla="*/ 2780776 w 4526375"/>
              <a:gd name="connsiteY0" fmla="*/ 6278 h 5811136"/>
              <a:gd name="connsiteX1" fmla="*/ 4526375 w 4526375"/>
              <a:gd name="connsiteY1" fmla="*/ 0 h 5811136"/>
              <a:gd name="connsiteX2" fmla="*/ 1692250 w 4526375"/>
              <a:gd name="connsiteY2" fmla="*/ 5811136 h 5811136"/>
              <a:gd name="connsiteX3" fmla="*/ 0 w 4526375"/>
              <a:gd name="connsiteY3" fmla="*/ 5811136 h 5811136"/>
              <a:gd name="connsiteX4" fmla="*/ 2780776 w 4526375"/>
              <a:gd name="connsiteY4" fmla="*/ 6278 h 5811136"/>
              <a:gd name="connsiteX0" fmla="*/ 2828323 w 4526375"/>
              <a:gd name="connsiteY0" fmla="*/ 0 h 5814189"/>
              <a:gd name="connsiteX1" fmla="*/ 4526375 w 4526375"/>
              <a:gd name="connsiteY1" fmla="*/ 3053 h 5814189"/>
              <a:gd name="connsiteX2" fmla="*/ 1692250 w 4526375"/>
              <a:gd name="connsiteY2" fmla="*/ 5814189 h 5814189"/>
              <a:gd name="connsiteX3" fmla="*/ 0 w 4526375"/>
              <a:gd name="connsiteY3" fmla="*/ 5814189 h 5814189"/>
              <a:gd name="connsiteX4" fmla="*/ 2828323 w 4526375"/>
              <a:gd name="connsiteY4" fmla="*/ 0 h 5814189"/>
              <a:gd name="connsiteX0" fmla="*/ 2828323 w 4526375"/>
              <a:gd name="connsiteY0" fmla="*/ 1048 h 5811136"/>
              <a:gd name="connsiteX1" fmla="*/ 4526375 w 4526375"/>
              <a:gd name="connsiteY1" fmla="*/ 0 h 5811136"/>
              <a:gd name="connsiteX2" fmla="*/ 1692250 w 4526375"/>
              <a:gd name="connsiteY2" fmla="*/ 5811136 h 5811136"/>
              <a:gd name="connsiteX3" fmla="*/ 0 w 4526375"/>
              <a:gd name="connsiteY3" fmla="*/ 5811136 h 5811136"/>
              <a:gd name="connsiteX4" fmla="*/ 2828323 w 4526375"/>
              <a:gd name="connsiteY4" fmla="*/ 1048 h 5811136"/>
              <a:gd name="connsiteX0" fmla="*/ 2207366 w 4526375"/>
              <a:gd name="connsiteY0" fmla="*/ 10475 h 5811136"/>
              <a:gd name="connsiteX1" fmla="*/ 4526375 w 4526375"/>
              <a:gd name="connsiteY1" fmla="*/ 0 h 5811136"/>
              <a:gd name="connsiteX2" fmla="*/ 1692250 w 4526375"/>
              <a:gd name="connsiteY2" fmla="*/ 5811136 h 5811136"/>
              <a:gd name="connsiteX3" fmla="*/ 0 w 4526375"/>
              <a:gd name="connsiteY3" fmla="*/ 5811136 h 5811136"/>
              <a:gd name="connsiteX4" fmla="*/ 2207366 w 4526375"/>
              <a:gd name="connsiteY4" fmla="*/ 10475 h 5811136"/>
              <a:gd name="connsiteX0" fmla="*/ 2197638 w 4526375"/>
              <a:gd name="connsiteY0" fmla="*/ 4125 h 5811136"/>
              <a:gd name="connsiteX1" fmla="*/ 4526375 w 4526375"/>
              <a:gd name="connsiteY1" fmla="*/ 0 h 5811136"/>
              <a:gd name="connsiteX2" fmla="*/ 1692250 w 4526375"/>
              <a:gd name="connsiteY2" fmla="*/ 5811136 h 5811136"/>
              <a:gd name="connsiteX3" fmla="*/ 0 w 4526375"/>
              <a:gd name="connsiteY3" fmla="*/ 5811136 h 5811136"/>
              <a:gd name="connsiteX4" fmla="*/ 2197638 w 4526375"/>
              <a:gd name="connsiteY4" fmla="*/ 4125 h 5811136"/>
              <a:gd name="connsiteX0" fmla="*/ 2187911 w 4526375"/>
              <a:gd name="connsiteY0" fmla="*/ 0 h 5813361"/>
              <a:gd name="connsiteX1" fmla="*/ 4526375 w 4526375"/>
              <a:gd name="connsiteY1" fmla="*/ 2225 h 5813361"/>
              <a:gd name="connsiteX2" fmla="*/ 1692250 w 4526375"/>
              <a:gd name="connsiteY2" fmla="*/ 5813361 h 5813361"/>
              <a:gd name="connsiteX3" fmla="*/ 0 w 4526375"/>
              <a:gd name="connsiteY3" fmla="*/ 5813361 h 5813361"/>
              <a:gd name="connsiteX4" fmla="*/ 2187911 w 4526375"/>
              <a:gd name="connsiteY4" fmla="*/ 0 h 5813361"/>
              <a:gd name="connsiteX0" fmla="*/ 2158728 w 4526375"/>
              <a:gd name="connsiteY0" fmla="*/ 0 h 5813361"/>
              <a:gd name="connsiteX1" fmla="*/ 4526375 w 4526375"/>
              <a:gd name="connsiteY1" fmla="*/ 2225 h 5813361"/>
              <a:gd name="connsiteX2" fmla="*/ 1692250 w 4526375"/>
              <a:gd name="connsiteY2" fmla="*/ 5813361 h 5813361"/>
              <a:gd name="connsiteX3" fmla="*/ 0 w 4526375"/>
              <a:gd name="connsiteY3" fmla="*/ 5813361 h 5813361"/>
              <a:gd name="connsiteX4" fmla="*/ 2158728 w 4526375"/>
              <a:gd name="connsiteY4" fmla="*/ 0 h 5813361"/>
              <a:gd name="connsiteX0" fmla="*/ 2771564 w 5139211"/>
              <a:gd name="connsiteY0" fmla="*/ 0 h 5819711"/>
              <a:gd name="connsiteX1" fmla="*/ 5139211 w 5139211"/>
              <a:gd name="connsiteY1" fmla="*/ 2225 h 5819711"/>
              <a:gd name="connsiteX2" fmla="*/ 2305086 w 5139211"/>
              <a:gd name="connsiteY2" fmla="*/ 5813361 h 5819711"/>
              <a:gd name="connsiteX3" fmla="*/ 0 w 5139211"/>
              <a:gd name="connsiteY3" fmla="*/ 5819711 h 5819711"/>
              <a:gd name="connsiteX4" fmla="*/ 2771564 w 5139211"/>
              <a:gd name="connsiteY4" fmla="*/ 0 h 5819711"/>
              <a:gd name="connsiteX0" fmla="*/ 2771564 w 5139211"/>
              <a:gd name="connsiteY0" fmla="*/ 0 h 5815517"/>
              <a:gd name="connsiteX1" fmla="*/ 5139211 w 5139211"/>
              <a:gd name="connsiteY1" fmla="*/ 2225 h 5815517"/>
              <a:gd name="connsiteX2" fmla="*/ 2305086 w 5139211"/>
              <a:gd name="connsiteY2" fmla="*/ 5813361 h 5815517"/>
              <a:gd name="connsiteX3" fmla="*/ 0 w 5139211"/>
              <a:gd name="connsiteY3" fmla="*/ 5815517 h 5815517"/>
              <a:gd name="connsiteX4" fmla="*/ 2771564 w 5139211"/>
              <a:gd name="connsiteY4" fmla="*/ 0 h 5815517"/>
              <a:gd name="connsiteX0" fmla="*/ 2791575 w 5159222"/>
              <a:gd name="connsiteY0" fmla="*/ 0 h 5815517"/>
              <a:gd name="connsiteX1" fmla="*/ 5159222 w 5159222"/>
              <a:gd name="connsiteY1" fmla="*/ 2225 h 5815517"/>
              <a:gd name="connsiteX2" fmla="*/ 2325097 w 5159222"/>
              <a:gd name="connsiteY2" fmla="*/ 5813361 h 5815517"/>
              <a:gd name="connsiteX3" fmla="*/ 0 w 5159222"/>
              <a:gd name="connsiteY3" fmla="*/ 5815517 h 5815517"/>
              <a:gd name="connsiteX4" fmla="*/ 2791575 w 5159222"/>
              <a:gd name="connsiteY4" fmla="*/ 0 h 58155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159222" h="5815517">
                <a:moveTo>
                  <a:pt x="2791575" y="0"/>
                </a:moveTo>
                <a:lnTo>
                  <a:pt x="5159222" y="2225"/>
                </a:lnTo>
                <a:lnTo>
                  <a:pt x="2325097" y="5813361"/>
                </a:lnTo>
                <a:lnTo>
                  <a:pt x="0" y="5815517"/>
                </a:lnTo>
                <a:lnTo>
                  <a:pt x="2791575" y="0"/>
                </a:lnTo>
                <a:close/>
              </a:path>
            </a:pathLst>
          </a:custGeom>
          <a:solidFill>
            <a:srgbClr val="02A98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Rectangle 4">
            <a:extLst>
              <a:ext uri="{FF2B5EF4-FFF2-40B4-BE49-F238E27FC236}">
                <a16:creationId xmlns:a16="http://schemas.microsoft.com/office/drawing/2014/main" id="{61BCFA9A-0A01-B54B-3DA7-B07EB121E5A8}"/>
              </a:ext>
            </a:extLst>
          </p:cNvPr>
          <p:cNvSpPr/>
          <p:nvPr userDrawn="1"/>
        </p:nvSpPr>
        <p:spPr>
          <a:xfrm rot="10800000">
            <a:off x="1444505" y="-17149552"/>
            <a:ext cx="3367864" cy="5815517"/>
          </a:xfrm>
          <a:custGeom>
            <a:avLst/>
            <a:gdLst>
              <a:gd name="connsiteX0" fmla="*/ 0 w 2505206"/>
              <a:gd name="connsiteY0" fmla="*/ 0 h 5824603"/>
              <a:gd name="connsiteX1" fmla="*/ 2505206 w 2505206"/>
              <a:gd name="connsiteY1" fmla="*/ 0 h 5824603"/>
              <a:gd name="connsiteX2" fmla="*/ 2505206 w 2505206"/>
              <a:gd name="connsiteY2" fmla="*/ 5824603 h 5824603"/>
              <a:gd name="connsiteX3" fmla="*/ 0 w 2505206"/>
              <a:gd name="connsiteY3" fmla="*/ 5824603 h 5824603"/>
              <a:gd name="connsiteX4" fmla="*/ 0 w 2505206"/>
              <a:gd name="connsiteY4" fmla="*/ 0 h 5824603"/>
              <a:gd name="connsiteX0" fmla="*/ 0 w 3535109"/>
              <a:gd name="connsiteY0" fmla="*/ 0 h 5824603"/>
              <a:gd name="connsiteX1" fmla="*/ 3535109 w 3535109"/>
              <a:gd name="connsiteY1" fmla="*/ 0 h 5824603"/>
              <a:gd name="connsiteX2" fmla="*/ 2505206 w 3535109"/>
              <a:gd name="connsiteY2" fmla="*/ 5824603 h 5824603"/>
              <a:gd name="connsiteX3" fmla="*/ 0 w 3535109"/>
              <a:gd name="connsiteY3" fmla="*/ 5824603 h 5824603"/>
              <a:gd name="connsiteX4" fmla="*/ 0 w 3535109"/>
              <a:gd name="connsiteY4" fmla="*/ 0 h 5824603"/>
              <a:gd name="connsiteX0" fmla="*/ 1126156 w 3535109"/>
              <a:gd name="connsiteY0" fmla="*/ 0 h 5834229"/>
              <a:gd name="connsiteX1" fmla="*/ 3535109 w 3535109"/>
              <a:gd name="connsiteY1" fmla="*/ 9626 h 5834229"/>
              <a:gd name="connsiteX2" fmla="*/ 2505206 w 3535109"/>
              <a:gd name="connsiteY2" fmla="*/ 5834229 h 5834229"/>
              <a:gd name="connsiteX3" fmla="*/ 0 w 3535109"/>
              <a:gd name="connsiteY3" fmla="*/ 5834229 h 5834229"/>
              <a:gd name="connsiteX4" fmla="*/ 1126156 w 3535109"/>
              <a:gd name="connsiteY4" fmla="*/ 0 h 5834229"/>
              <a:gd name="connsiteX0" fmla="*/ 1103854 w 3535109"/>
              <a:gd name="connsiteY0" fmla="*/ 20110 h 5824603"/>
              <a:gd name="connsiteX1" fmla="*/ 3535109 w 3535109"/>
              <a:gd name="connsiteY1" fmla="*/ 0 h 5824603"/>
              <a:gd name="connsiteX2" fmla="*/ 2505206 w 3535109"/>
              <a:gd name="connsiteY2" fmla="*/ 5824603 h 5824603"/>
              <a:gd name="connsiteX3" fmla="*/ 0 w 3535109"/>
              <a:gd name="connsiteY3" fmla="*/ 5824603 h 5824603"/>
              <a:gd name="connsiteX4" fmla="*/ 1103854 w 3535109"/>
              <a:gd name="connsiteY4" fmla="*/ 20110 h 5824603"/>
              <a:gd name="connsiteX0" fmla="*/ 1111288 w 3535109"/>
              <a:gd name="connsiteY0" fmla="*/ 0 h 5826795"/>
              <a:gd name="connsiteX1" fmla="*/ 3535109 w 3535109"/>
              <a:gd name="connsiteY1" fmla="*/ 2192 h 5826795"/>
              <a:gd name="connsiteX2" fmla="*/ 2505206 w 3535109"/>
              <a:gd name="connsiteY2" fmla="*/ 5826795 h 5826795"/>
              <a:gd name="connsiteX3" fmla="*/ 0 w 3535109"/>
              <a:gd name="connsiteY3" fmla="*/ 5826795 h 5826795"/>
              <a:gd name="connsiteX4" fmla="*/ 1111288 w 3535109"/>
              <a:gd name="connsiteY4" fmla="*/ 0 h 5826795"/>
              <a:gd name="connsiteX0" fmla="*/ 1111288 w 4940163"/>
              <a:gd name="connsiteY0" fmla="*/ 0 h 5826795"/>
              <a:gd name="connsiteX1" fmla="*/ 4940163 w 4940163"/>
              <a:gd name="connsiteY1" fmla="*/ 2192 h 5826795"/>
              <a:gd name="connsiteX2" fmla="*/ 2505206 w 4940163"/>
              <a:gd name="connsiteY2" fmla="*/ 5826795 h 5826795"/>
              <a:gd name="connsiteX3" fmla="*/ 0 w 4940163"/>
              <a:gd name="connsiteY3" fmla="*/ 5826795 h 5826795"/>
              <a:gd name="connsiteX4" fmla="*/ 1111288 w 4940163"/>
              <a:gd name="connsiteY4" fmla="*/ 0 h 5826795"/>
              <a:gd name="connsiteX0" fmla="*/ 2486605 w 4940163"/>
              <a:gd name="connsiteY0" fmla="*/ 0 h 5826795"/>
              <a:gd name="connsiteX1" fmla="*/ 4940163 w 4940163"/>
              <a:gd name="connsiteY1" fmla="*/ 2192 h 5826795"/>
              <a:gd name="connsiteX2" fmla="*/ 2505206 w 4940163"/>
              <a:gd name="connsiteY2" fmla="*/ 5826795 h 5826795"/>
              <a:gd name="connsiteX3" fmla="*/ 0 w 4940163"/>
              <a:gd name="connsiteY3" fmla="*/ 5826795 h 5826795"/>
              <a:gd name="connsiteX4" fmla="*/ 2486605 w 4940163"/>
              <a:gd name="connsiteY4" fmla="*/ 0 h 5826795"/>
              <a:gd name="connsiteX0" fmla="*/ 2486605 w 4940163"/>
              <a:gd name="connsiteY0" fmla="*/ 0 h 5826795"/>
              <a:gd name="connsiteX1" fmla="*/ 4940163 w 4940163"/>
              <a:gd name="connsiteY1" fmla="*/ 2192 h 5826795"/>
              <a:gd name="connsiteX2" fmla="*/ 2001457 w 4940163"/>
              <a:gd name="connsiteY2" fmla="*/ 5826795 h 5826795"/>
              <a:gd name="connsiteX3" fmla="*/ 0 w 4940163"/>
              <a:gd name="connsiteY3" fmla="*/ 5826795 h 5826795"/>
              <a:gd name="connsiteX4" fmla="*/ 2486605 w 4940163"/>
              <a:gd name="connsiteY4" fmla="*/ 0 h 5826795"/>
              <a:gd name="connsiteX0" fmla="*/ 2486605 w 4478393"/>
              <a:gd name="connsiteY0" fmla="*/ 10165 h 5836960"/>
              <a:gd name="connsiteX1" fmla="*/ 4478393 w 4478393"/>
              <a:gd name="connsiteY1" fmla="*/ 0 h 5836960"/>
              <a:gd name="connsiteX2" fmla="*/ 2001457 w 4478393"/>
              <a:gd name="connsiteY2" fmla="*/ 5836960 h 5836960"/>
              <a:gd name="connsiteX3" fmla="*/ 0 w 4478393"/>
              <a:gd name="connsiteY3" fmla="*/ 5836960 h 5836960"/>
              <a:gd name="connsiteX4" fmla="*/ 2486605 w 4478393"/>
              <a:gd name="connsiteY4" fmla="*/ 10165 h 5836960"/>
              <a:gd name="connsiteX0" fmla="*/ 2486605 w 4422421"/>
              <a:gd name="connsiteY0" fmla="*/ 10165 h 5836960"/>
              <a:gd name="connsiteX1" fmla="*/ 4422421 w 4422421"/>
              <a:gd name="connsiteY1" fmla="*/ 0 h 5836960"/>
              <a:gd name="connsiteX2" fmla="*/ 2001457 w 4422421"/>
              <a:gd name="connsiteY2" fmla="*/ 5836960 h 5836960"/>
              <a:gd name="connsiteX3" fmla="*/ 0 w 4422421"/>
              <a:gd name="connsiteY3" fmla="*/ 5836960 h 5836960"/>
              <a:gd name="connsiteX4" fmla="*/ 2486605 w 4422421"/>
              <a:gd name="connsiteY4" fmla="*/ 10165 h 5836960"/>
              <a:gd name="connsiteX0" fmla="*/ 2486605 w 4478393"/>
              <a:gd name="connsiteY0" fmla="*/ 0 h 5826795"/>
              <a:gd name="connsiteX1" fmla="*/ 4478393 w 4478393"/>
              <a:gd name="connsiteY1" fmla="*/ 14549 h 5826795"/>
              <a:gd name="connsiteX2" fmla="*/ 2001457 w 4478393"/>
              <a:gd name="connsiteY2" fmla="*/ 5826795 h 5826795"/>
              <a:gd name="connsiteX3" fmla="*/ 0 w 4478393"/>
              <a:gd name="connsiteY3" fmla="*/ 5826795 h 5826795"/>
              <a:gd name="connsiteX4" fmla="*/ 2486605 w 4478393"/>
              <a:gd name="connsiteY4" fmla="*/ 0 h 5826795"/>
              <a:gd name="connsiteX0" fmla="*/ 2486605 w 4522645"/>
              <a:gd name="connsiteY0" fmla="*/ 1082 h 5827877"/>
              <a:gd name="connsiteX1" fmla="*/ 4522645 w 4522645"/>
              <a:gd name="connsiteY1" fmla="*/ 0 h 5827877"/>
              <a:gd name="connsiteX2" fmla="*/ 2001457 w 4522645"/>
              <a:gd name="connsiteY2" fmla="*/ 5827877 h 5827877"/>
              <a:gd name="connsiteX3" fmla="*/ 0 w 4522645"/>
              <a:gd name="connsiteY3" fmla="*/ 5827877 h 5827877"/>
              <a:gd name="connsiteX4" fmla="*/ 2486605 w 4522645"/>
              <a:gd name="connsiteY4" fmla="*/ 1082 h 5827877"/>
              <a:gd name="connsiteX0" fmla="*/ 2486605 w 4491075"/>
              <a:gd name="connsiteY0" fmla="*/ 1082 h 5827877"/>
              <a:gd name="connsiteX1" fmla="*/ 4491075 w 4491075"/>
              <a:gd name="connsiteY1" fmla="*/ 0 h 5827877"/>
              <a:gd name="connsiteX2" fmla="*/ 2001457 w 4491075"/>
              <a:gd name="connsiteY2" fmla="*/ 5827877 h 5827877"/>
              <a:gd name="connsiteX3" fmla="*/ 0 w 4491075"/>
              <a:gd name="connsiteY3" fmla="*/ 5827877 h 5827877"/>
              <a:gd name="connsiteX4" fmla="*/ 2486605 w 4491075"/>
              <a:gd name="connsiteY4" fmla="*/ 1082 h 5827877"/>
              <a:gd name="connsiteX0" fmla="*/ 2616040 w 4620510"/>
              <a:gd name="connsiteY0" fmla="*/ 1082 h 5827877"/>
              <a:gd name="connsiteX1" fmla="*/ 4620510 w 4620510"/>
              <a:gd name="connsiteY1" fmla="*/ 0 h 5827877"/>
              <a:gd name="connsiteX2" fmla="*/ 2130892 w 4620510"/>
              <a:gd name="connsiteY2" fmla="*/ 5827877 h 5827877"/>
              <a:gd name="connsiteX3" fmla="*/ 0 w 4620510"/>
              <a:gd name="connsiteY3" fmla="*/ 5821527 h 5827877"/>
              <a:gd name="connsiteX4" fmla="*/ 2616040 w 4620510"/>
              <a:gd name="connsiteY4" fmla="*/ 1082 h 5827877"/>
              <a:gd name="connsiteX0" fmla="*/ 2616040 w 4620510"/>
              <a:gd name="connsiteY0" fmla="*/ 1082 h 5821527"/>
              <a:gd name="connsiteX1" fmla="*/ 4620510 w 4620510"/>
              <a:gd name="connsiteY1" fmla="*/ 0 h 5821527"/>
              <a:gd name="connsiteX2" fmla="*/ 1828876 w 4620510"/>
              <a:gd name="connsiteY2" fmla="*/ 5821527 h 5821527"/>
              <a:gd name="connsiteX3" fmla="*/ 0 w 4620510"/>
              <a:gd name="connsiteY3" fmla="*/ 5821527 h 5821527"/>
              <a:gd name="connsiteX4" fmla="*/ 2616040 w 4620510"/>
              <a:gd name="connsiteY4" fmla="*/ 1082 h 5821527"/>
              <a:gd name="connsiteX0" fmla="*/ 2616040 w 4620510"/>
              <a:gd name="connsiteY0" fmla="*/ 1082 h 5821527"/>
              <a:gd name="connsiteX1" fmla="*/ 4620510 w 4620510"/>
              <a:gd name="connsiteY1" fmla="*/ 0 h 5821527"/>
              <a:gd name="connsiteX2" fmla="*/ 1641914 w 4620510"/>
              <a:gd name="connsiteY2" fmla="*/ 5821527 h 5821527"/>
              <a:gd name="connsiteX3" fmla="*/ 0 w 4620510"/>
              <a:gd name="connsiteY3" fmla="*/ 5821527 h 5821527"/>
              <a:gd name="connsiteX4" fmla="*/ 2616040 w 4620510"/>
              <a:gd name="connsiteY4" fmla="*/ 1082 h 5821527"/>
              <a:gd name="connsiteX0" fmla="*/ 2616040 w 4620510"/>
              <a:gd name="connsiteY0" fmla="*/ 1082 h 5821527"/>
              <a:gd name="connsiteX1" fmla="*/ 4620510 w 4620510"/>
              <a:gd name="connsiteY1" fmla="*/ 0 h 5821527"/>
              <a:gd name="connsiteX2" fmla="*/ 1699441 w 4620510"/>
              <a:gd name="connsiteY2" fmla="*/ 5808827 h 5821527"/>
              <a:gd name="connsiteX3" fmla="*/ 0 w 4620510"/>
              <a:gd name="connsiteY3" fmla="*/ 5821527 h 5821527"/>
              <a:gd name="connsiteX4" fmla="*/ 2616040 w 4620510"/>
              <a:gd name="connsiteY4" fmla="*/ 1082 h 5821527"/>
              <a:gd name="connsiteX0" fmla="*/ 2616040 w 4620510"/>
              <a:gd name="connsiteY0" fmla="*/ 1082 h 5821527"/>
              <a:gd name="connsiteX1" fmla="*/ 4620510 w 4620510"/>
              <a:gd name="connsiteY1" fmla="*/ 0 h 5821527"/>
              <a:gd name="connsiteX2" fmla="*/ 1692250 w 4620510"/>
              <a:gd name="connsiteY2" fmla="*/ 5821527 h 5821527"/>
              <a:gd name="connsiteX3" fmla="*/ 0 w 4620510"/>
              <a:gd name="connsiteY3" fmla="*/ 5821527 h 5821527"/>
              <a:gd name="connsiteX4" fmla="*/ 2616040 w 4620510"/>
              <a:gd name="connsiteY4" fmla="*/ 1082 h 5821527"/>
              <a:gd name="connsiteX0" fmla="*/ 2780776 w 4620510"/>
              <a:gd name="connsiteY0" fmla="*/ 1082 h 5821527"/>
              <a:gd name="connsiteX1" fmla="*/ 4620510 w 4620510"/>
              <a:gd name="connsiteY1" fmla="*/ 0 h 5821527"/>
              <a:gd name="connsiteX2" fmla="*/ 1692250 w 4620510"/>
              <a:gd name="connsiteY2" fmla="*/ 5821527 h 5821527"/>
              <a:gd name="connsiteX3" fmla="*/ 0 w 4620510"/>
              <a:gd name="connsiteY3" fmla="*/ 5821527 h 5821527"/>
              <a:gd name="connsiteX4" fmla="*/ 2780776 w 4620510"/>
              <a:gd name="connsiteY4" fmla="*/ 1082 h 5821527"/>
              <a:gd name="connsiteX0" fmla="*/ 2780776 w 4526375"/>
              <a:gd name="connsiteY0" fmla="*/ 11473 h 5831918"/>
              <a:gd name="connsiteX1" fmla="*/ 4526375 w 4526375"/>
              <a:gd name="connsiteY1" fmla="*/ 0 h 5831918"/>
              <a:gd name="connsiteX2" fmla="*/ 1692250 w 4526375"/>
              <a:gd name="connsiteY2" fmla="*/ 5831918 h 5831918"/>
              <a:gd name="connsiteX3" fmla="*/ 0 w 4526375"/>
              <a:gd name="connsiteY3" fmla="*/ 5831918 h 5831918"/>
              <a:gd name="connsiteX4" fmla="*/ 2780776 w 4526375"/>
              <a:gd name="connsiteY4" fmla="*/ 11473 h 5831918"/>
              <a:gd name="connsiteX0" fmla="*/ 2780776 w 4526375"/>
              <a:gd name="connsiteY0" fmla="*/ 0 h 5820445"/>
              <a:gd name="connsiteX1" fmla="*/ 4526375 w 4526375"/>
              <a:gd name="connsiteY1" fmla="*/ 9309 h 5820445"/>
              <a:gd name="connsiteX2" fmla="*/ 1692250 w 4526375"/>
              <a:gd name="connsiteY2" fmla="*/ 5820445 h 5820445"/>
              <a:gd name="connsiteX3" fmla="*/ 0 w 4526375"/>
              <a:gd name="connsiteY3" fmla="*/ 5820445 h 5820445"/>
              <a:gd name="connsiteX4" fmla="*/ 2780776 w 4526375"/>
              <a:gd name="connsiteY4" fmla="*/ 0 h 5820445"/>
              <a:gd name="connsiteX0" fmla="*/ 2780776 w 4526375"/>
              <a:gd name="connsiteY0" fmla="*/ 6278 h 5811136"/>
              <a:gd name="connsiteX1" fmla="*/ 4526375 w 4526375"/>
              <a:gd name="connsiteY1" fmla="*/ 0 h 5811136"/>
              <a:gd name="connsiteX2" fmla="*/ 1692250 w 4526375"/>
              <a:gd name="connsiteY2" fmla="*/ 5811136 h 5811136"/>
              <a:gd name="connsiteX3" fmla="*/ 0 w 4526375"/>
              <a:gd name="connsiteY3" fmla="*/ 5811136 h 5811136"/>
              <a:gd name="connsiteX4" fmla="*/ 2780776 w 4526375"/>
              <a:gd name="connsiteY4" fmla="*/ 6278 h 5811136"/>
              <a:gd name="connsiteX0" fmla="*/ 2828323 w 4526375"/>
              <a:gd name="connsiteY0" fmla="*/ 0 h 5814189"/>
              <a:gd name="connsiteX1" fmla="*/ 4526375 w 4526375"/>
              <a:gd name="connsiteY1" fmla="*/ 3053 h 5814189"/>
              <a:gd name="connsiteX2" fmla="*/ 1692250 w 4526375"/>
              <a:gd name="connsiteY2" fmla="*/ 5814189 h 5814189"/>
              <a:gd name="connsiteX3" fmla="*/ 0 w 4526375"/>
              <a:gd name="connsiteY3" fmla="*/ 5814189 h 5814189"/>
              <a:gd name="connsiteX4" fmla="*/ 2828323 w 4526375"/>
              <a:gd name="connsiteY4" fmla="*/ 0 h 5814189"/>
              <a:gd name="connsiteX0" fmla="*/ 2828323 w 4526375"/>
              <a:gd name="connsiteY0" fmla="*/ 1048 h 5811136"/>
              <a:gd name="connsiteX1" fmla="*/ 4526375 w 4526375"/>
              <a:gd name="connsiteY1" fmla="*/ 0 h 5811136"/>
              <a:gd name="connsiteX2" fmla="*/ 1692250 w 4526375"/>
              <a:gd name="connsiteY2" fmla="*/ 5811136 h 5811136"/>
              <a:gd name="connsiteX3" fmla="*/ 0 w 4526375"/>
              <a:gd name="connsiteY3" fmla="*/ 5811136 h 5811136"/>
              <a:gd name="connsiteX4" fmla="*/ 2828323 w 4526375"/>
              <a:gd name="connsiteY4" fmla="*/ 1048 h 5811136"/>
              <a:gd name="connsiteX0" fmla="*/ 2207366 w 4526375"/>
              <a:gd name="connsiteY0" fmla="*/ 10475 h 5811136"/>
              <a:gd name="connsiteX1" fmla="*/ 4526375 w 4526375"/>
              <a:gd name="connsiteY1" fmla="*/ 0 h 5811136"/>
              <a:gd name="connsiteX2" fmla="*/ 1692250 w 4526375"/>
              <a:gd name="connsiteY2" fmla="*/ 5811136 h 5811136"/>
              <a:gd name="connsiteX3" fmla="*/ 0 w 4526375"/>
              <a:gd name="connsiteY3" fmla="*/ 5811136 h 5811136"/>
              <a:gd name="connsiteX4" fmla="*/ 2207366 w 4526375"/>
              <a:gd name="connsiteY4" fmla="*/ 10475 h 5811136"/>
              <a:gd name="connsiteX0" fmla="*/ 2197638 w 4526375"/>
              <a:gd name="connsiteY0" fmla="*/ 4125 h 5811136"/>
              <a:gd name="connsiteX1" fmla="*/ 4526375 w 4526375"/>
              <a:gd name="connsiteY1" fmla="*/ 0 h 5811136"/>
              <a:gd name="connsiteX2" fmla="*/ 1692250 w 4526375"/>
              <a:gd name="connsiteY2" fmla="*/ 5811136 h 5811136"/>
              <a:gd name="connsiteX3" fmla="*/ 0 w 4526375"/>
              <a:gd name="connsiteY3" fmla="*/ 5811136 h 5811136"/>
              <a:gd name="connsiteX4" fmla="*/ 2197638 w 4526375"/>
              <a:gd name="connsiteY4" fmla="*/ 4125 h 5811136"/>
              <a:gd name="connsiteX0" fmla="*/ 2187911 w 4526375"/>
              <a:gd name="connsiteY0" fmla="*/ 0 h 5813361"/>
              <a:gd name="connsiteX1" fmla="*/ 4526375 w 4526375"/>
              <a:gd name="connsiteY1" fmla="*/ 2225 h 5813361"/>
              <a:gd name="connsiteX2" fmla="*/ 1692250 w 4526375"/>
              <a:gd name="connsiteY2" fmla="*/ 5813361 h 5813361"/>
              <a:gd name="connsiteX3" fmla="*/ 0 w 4526375"/>
              <a:gd name="connsiteY3" fmla="*/ 5813361 h 5813361"/>
              <a:gd name="connsiteX4" fmla="*/ 2187911 w 4526375"/>
              <a:gd name="connsiteY4" fmla="*/ 0 h 5813361"/>
              <a:gd name="connsiteX0" fmla="*/ 2158728 w 4526375"/>
              <a:gd name="connsiteY0" fmla="*/ 0 h 5813361"/>
              <a:gd name="connsiteX1" fmla="*/ 4526375 w 4526375"/>
              <a:gd name="connsiteY1" fmla="*/ 2225 h 5813361"/>
              <a:gd name="connsiteX2" fmla="*/ 1692250 w 4526375"/>
              <a:gd name="connsiteY2" fmla="*/ 5813361 h 5813361"/>
              <a:gd name="connsiteX3" fmla="*/ 0 w 4526375"/>
              <a:gd name="connsiteY3" fmla="*/ 5813361 h 5813361"/>
              <a:gd name="connsiteX4" fmla="*/ 2158728 w 4526375"/>
              <a:gd name="connsiteY4" fmla="*/ 0 h 5813361"/>
              <a:gd name="connsiteX0" fmla="*/ 2771564 w 5139211"/>
              <a:gd name="connsiteY0" fmla="*/ 0 h 5819711"/>
              <a:gd name="connsiteX1" fmla="*/ 5139211 w 5139211"/>
              <a:gd name="connsiteY1" fmla="*/ 2225 h 5819711"/>
              <a:gd name="connsiteX2" fmla="*/ 2305086 w 5139211"/>
              <a:gd name="connsiteY2" fmla="*/ 5813361 h 5819711"/>
              <a:gd name="connsiteX3" fmla="*/ 0 w 5139211"/>
              <a:gd name="connsiteY3" fmla="*/ 5819711 h 5819711"/>
              <a:gd name="connsiteX4" fmla="*/ 2771564 w 5139211"/>
              <a:gd name="connsiteY4" fmla="*/ 0 h 5819711"/>
              <a:gd name="connsiteX0" fmla="*/ 2771564 w 5139211"/>
              <a:gd name="connsiteY0" fmla="*/ 0 h 5815517"/>
              <a:gd name="connsiteX1" fmla="*/ 5139211 w 5139211"/>
              <a:gd name="connsiteY1" fmla="*/ 2225 h 5815517"/>
              <a:gd name="connsiteX2" fmla="*/ 2305086 w 5139211"/>
              <a:gd name="connsiteY2" fmla="*/ 5813361 h 5815517"/>
              <a:gd name="connsiteX3" fmla="*/ 0 w 5139211"/>
              <a:gd name="connsiteY3" fmla="*/ 5815517 h 5815517"/>
              <a:gd name="connsiteX4" fmla="*/ 2771564 w 5139211"/>
              <a:gd name="connsiteY4" fmla="*/ 0 h 5815517"/>
              <a:gd name="connsiteX0" fmla="*/ 2791575 w 5159222"/>
              <a:gd name="connsiteY0" fmla="*/ 0 h 5815517"/>
              <a:gd name="connsiteX1" fmla="*/ 5159222 w 5159222"/>
              <a:gd name="connsiteY1" fmla="*/ 2225 h 5815517"/>
              <a:gd name="connsiteX2" fmla="*/ 2325097 w 5159222"/>
              <a:gd name="connsiteY2" fmla="*/ 5813361 h 5815517"/>
              <a:gd name="connsiteX3" fmla="*/ 0 w 5159222"/>
              <a:gd name="connsiteY3" fmla="*/ 5815517 h 5815517"/>
              <a:gd name="connsiteX4" fmla="*/ 2791575 w 5159222"/>
              <a:gd name="connsiteY4" fmla="*/ 0 h 58155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159222" h="5815517">
                <a:moveTo>
                  <a:pt x="2791575" y="0"/>
                </a:moveTo>
                <a:lnTo>
                  <a:pt x="5159222" y="2225"/>
                </a:lnTo>
                <a:lnTo>
                  <a:pt x="2325097" y="5813361"/>
                </a:lnTo>
                <a:lnTo>
                  <a:pt x="0" y="5815517"/>
                </a:lnTo>
                <a:lnTo>
                  <a:pt x="2791575" y="0"/>
                </a:lnTo>
                <a:close/>
              </a:path>
            </a:pathLst>
          </a:custGeom>
          <a:solidFill>
            <a:srgbClr val="0046B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Rectangle 4">
            <a:extLst>
              <a:ext uri="{FF2B5EF4-FFF2-40B4-BE49-F238E27FC236}">
                <a16:creationId xmlns:a16="http://schemas.microsoft.com/office/drawing/2014/main" id="{D0458E8F-964A-5639-72CF-6C4EEB16DF6F}"/>
              </a:ext>
            </a:extLst>
          </p:cNvPr>
          <p:cNvSpPr/>
          <p:nvPr userDrawn="1"/>
        </p:nvSpPr>
        <p:spPr>
          <a:xfrm rot="10800000">
            <a:off x="3547625" y="-17149552"/>
            <a:ext cx="3367864" cy="5815517"/>
          </a:xfrm>
          <a:custGeom>
            <a:avLst/>
            <a:gdLst>
              <a:gd name="connsiteX0" fmla="*/ 0 w 2505206"/>
              <a:gd name="connsiteY0" fmla="*/ 0 h 5824603"/>
              <a:gd name="connsiteX1" fmla="*/ 2505206 w 2505206"/>
              <a:gd name="connsiteY1" fmla="*/ 0 h 5824603"/>
              <a:gd name="connsiteX2" fmla="*/ 2505206 w 2505206"/>
              <a:gd name="connsiteY2" fmla="*/ 5824603 h 5824603"/>
              <a:gd name="connsiteX3" fmla="*/ 0 w 2505206"/>
              <a:gd name="connsiteY3" fmla="*/ 5824603 h 5824603"/>
              <a:gd name="connsiteX4" fmla="*/ 0 w 2505206"/>
              <a:gd name="connsiteY4" fmla="*/ 0 h 5824603"/>
              <a:gd name="connsiteX0" fmla="*/ 0 w 3535109"/>
              <a:gd name="connsiteY0" fmla="*/ 0 h 5824603"/>
              <a:gd name="connsiteX1" fmla="*/ 3535109 w 3535109"/>
              <a:gd name="connsiteY1" fmla="*/ 0 h 5824603"/>
              <a:gd name="connsiteX2" fmla="*/ 2505206 w 3535109"/>
              <a:gd name="connsiteY2" fmla="*/ 5824603 h 5824603"/>
              <a:gd name="connsiteX3" fmla="*/ 0 w 3535109"/>
              <a:gd name="connsiteY3" fmla="*/ 5824603 h 5824603"/>
              <a:gd name="connsiteX4" fmla="*/ 0 w 3535109"/>
              <a:gd name="connsiteY4" fmla="*/ 0 h 5824603"/>
              <a:gd name="connsiteX0" fmla="*/ 1126156 w 3535109"/>
              <a:gd name="connsiteY0" fmla="*/ 0 h 5834229"/>
              <a:gd name="connsiteX1" fmla="*/ 3535109 w 3535109"/>
              <a:gd name="connsiteY1" fmla="*/ 9626 h 5834229"/>
              <a:gd name="connsiteX2" fmla="*/ 2505206 w 3535109"/>
              <a:gd name="connsiteY2" fmla="*/ 5834229 h 5834229"/>
              <a:gd name="connsiteX3" fmla="*/ 0 w 3535109"/>
              <a:gd name="connsiteY3" fmla="*/ 5834229 h 5834229"/>
              <a:gd name="connsiteX4" fmla="*/ 1126156 w 3535109"/>
              <a:gd name="connsiteY4" fmla="*/ 0 h 5834229"/>
              <a:gd name="connsiteX0" fmla="*/ 1103854 w 3535109"/>
              <a:gd name="connsiteY0" fmla="*/ 20110 h 5824603"/>
              <a:gd name="connsiteX1" fmla="*/ 3535109 w 3535109"/>
              <a:gd name="connsiteY1" fmla="*/ 0 h 5824603"/>
              <a:gd name="connsiteX2" fmla="*/ 2505206 w 3535109"/>
              <a:gd name="connsiteY2" fmla="*/ 5824603 h 5824603"/>
              <a:gd name="connsiteX3" fmla="*/ 0 w 3535109"/>
              <a:gd name="connsiteY3" fmla="*/ 5824603 h 5824603"/>
              <a:gd name="connsiteX4" fmla="*/ 1103854 w 3535109"/>
              <a:gd name="connsiteY4" fmla="*/ 20110 h 5824603"/>
              <a:gd name="connsiteX0" fmla="*/ 1111288 w 3535109"/>
              <a:gd name="connsiteY0" fmla="*/ 0 h 5826795"/>
              <a:gd name="connsiteX1" fmla="*/ 3535109 w 3535109"/>
              <a:gd name="connsiteY1" fmla="*/ 2192 h 5826795"/>
              <a:gd name="connsiteX2" fmla="*/ 2505206 w 3535109"/>
              <a:gd name="connsiteY2" fmla="*/ 5826795 h 5826795"/>
              <a:gd name="connsiteX3" fmla="*/ 0 w 3535109"/>
              <a:gd name="connsiteY3" fmla="*/ 5826795 h 5826795"/>
              <a:gd name="connsiteX4" fmla="*/ 1111288 w 3535109"/>
              <a:gd name="connsiteY4" fmla="*/ 0 h 5826795"/>
              <a:gd name="connsiteX0" fmla="*/ 1111288 w 4940163"/>
              <a:gd name="connsiteY0" fmla="*/ 0 h 5826795"/>
              <a:gd name="connsiteX1" fmla="*/ 4940163 w 4940163"/>
              <a:gd name="connsiteY1" fmla="*/ 2192 h 5826795"/>
              <a:gd name="connsiteX2" fmla="*/ 2505206 w 4940163"/>
              <a:gd name="connsiteY2" fmla="*/ 5826795 h 5826795"/>
              <a:gd name="connsiteX3" fmla="*/ 0 w 4940163"/>
              <a:gd name="connsiteY3" fmla="*/ 5826795 h 5826795"/>
              <a:gd name="connsiteX4" fmla="*/ 1111288 w 4940163"/>
              <a:gd name="connsiteY4" fmla="*/ 0 h 5826795"/>
              <a:gd name="connsiteX0" fmla="*/ 2486605 w 4940163"/>
              <a:gd name="connsiteY0" fmla="*/ 0 h 5826795"/>
              <a:gd name="connsiteX1" fmla="*/ 4940163 w 4940163"/>
              <a:gd name="connsiteY1" fmla="*/ 2192 h 5826795"/>
              <a:gd name="connsiteX2" fmla="*/ 2505206 w 4940163"/>
              <a:gd name="connsiteY2" fmla="*/ 5826795 h 5826795"/>
              <a:gd name="connsiteX3" fmla="*/ 0 w 4940163"/>
              <a:gd name="connsiteY3" fmla="*/ 5826795 h 5826795"/>
              <a:gd name="connsiteX4" fmla="*/ 2486605 w 4940163"/>
              <a:gd name="connsiteY4" fmla="*/ 0 h 5826795"/>
              <a:gd name="connsiteX0" fmla="*/ 2486605 w 4940163"/>
              <a:gd name="connsiteY0" fmla="*/ 0 h 5826795"/>
              <a:gd name="connsiteX1" fmla="*/ 4940163 w 4940163"/>
              <a:gd name="connsiteY1" fmla="*/ 2192 h 5826795"/>
              <a:gd name="connsiteX2" fmla="*/ 2001457 w 4940163"/>
              <a:gd name="connsiteY2" fmla="*/ 5826795 h 5826795"/>
              <a:gd name="connsiteX3" fmla="*/ 0 w 4940163"/>
              <a:gd name="connsiteY3" fmla="*/ 5826795 h 5826795"/>
              <a:gd name="connsiteX4" fmla="*/ 2486605 w 4940163"/>
              <a:gd name="connsiteY4" fmla="*/ 0 h 5826795"/>
              <a:gd name="connsiteX0" fmla="*/ 2486605 w 4478393"/>
              <a:gd name="connsiteY0" fmla="*/ 10165 h 5836960"/>
              <a:gd name="connsiteX1" fmla="*/ 4478393 w 4478393"/>
              <a:gd name="connsiteY1" fmla="*/ 0 h 5836960"/>
              <a:gd name="connsiteX2" fmla="*/ 2001457 w 4478393"/>
              <a:gd name="connsiteY2" fmla="*/ 5836960 h 5836960"/>
              <a:gd name="connsiteX3" fmla="*/ 0 w 4478393"/>
              <a:gd name="connsiteY3" fmla="*/ 5836960 h 5836960"/>
              <a:gd name="connsiteX4" fmla="*/ 2486605 w 4478393"/>
              <a:gd name="connsiteY4" fmla="*/ 10165 h 5836960"/>
              <a:gd name="connsiteX0" fmla="*/ 2486605 w 4422421"/>
              <a:gd name="connsiteY0" fmla="*/ 10165 h 5836960"/>
              <a:gd name="connsiteX1" fmla="*/ 4422421 w 4422421"/>
              <a:gd name="connsiteY1" fmla="*/ 0 h 5836960"/>
              <a:gd name="connsiteX2" fmla="*/ 2001457 w 4422421"/>
              <a:gd name="connsiteY2" fmla="*/ 5836960 h 5836960"/>
              <a:gd name="connsiteX3" fmla="*/ 0 w 4422421"/>
              <a:gd name="connsiteY3" fmla="*/ 5836960 h 5836960"/>
              <a:gd name="connsiteX4" fmla="*/ 2486605 w 4422421"/>
              <a:gd name="connsiteY4" fmla="*/ 10165 h 5836960"/>
              <a:gd name="connsiteX0" fmla="*/ 2486605 w 4478393"/>
              <a:gd name="connsiteY0" fmla="*/ 0 h 5826795"/>
              <a:gd name="connsiteX1" fmla="*/ 4478393 w 4478393"/>
              <a:gd name="connsiteY1" fmla="*/ 14549 h 5826795"/>
              <a:gd name="connsiteX2" fmla="*/ 2001457 w 4478393"/>
              <a:gd name="connsiteY2" fmla="*/ 5826795 h 5826795"/>
              <a:gd name="connsiteX3" fmla="*/ 0 w 4478393"/>
              <a:gd name="connsiteY3" fmla="*/ 5826795 h 5826795"/>
              <a:gd name="connsiteX4" fmla="*/ 2486605 w 4478393"/>
              <a:gd name="connsiteY4" fmla="*/ 0 h 5826795"/>
              <a:gd name="connsiteX0" fmla="*/ 2486605 w 4522645"/>
              <a:gd name="connsiteY0" fmla="*/ 1082 h 5827877"/>
              <a:gd name="connsiteX1" fmla="*/ 4522645 w 4522645"/>
              <a:gd name="connsiteY1" fmla="*/ 0 h 5827877"/>
              <a:gd name="connsiteX2" fmla="*/ 2001457 w 4522645"/>
              <a:gd name="connsiteY2" fmla="*/ 5827877 h 5827877"/>
              <a:gd name="connsiteX3" fmla="*/ 0 w 4522645"/>
              <a:gd name="connsiteY3" fmla="*/ 5827877 h 5827877"/>
              <a:gd name="connsiteX4" fmla="*/ 2486605 w 4522645"/>
              <a:gd name="connsiteY4" fmla="*/ 1082 h 5827877"/>
              <a:gd name="connsiteX0" fmla="*/ 2486605 w 4491075"/>
              <a:gd name="connsiteY0" fmla="*/ 1082 h 5827877"/>
              <a:gd name="connsiteX1" fmla="*/ 4491075 w 4491075"/>
              <a:gd name="connsiteY1" fmla="*/ 0 h 5827877"/>
              <a:gd name="connsiteX2" fmla="*/ 2001457 w 4491075"/>
              <a:gd name="connsiteY2" fmla="*/ 5827877 h 5827877"/>
              <a:gd name="connsiteX3" fmla="*/ 0 w 4491075"/>
              <a:gd name="connsiteY3" fmla="*/ 5827877 h 5827877"/>
              <a:gd name="connsiteX4" fmla="*/ 2486605 w 4491075"/>
              <a:gd name="connsiteY4" fmla="*/ 1082 h 5827877"/>
              <a:gd name="connsiteX0" fmla="*/ 2616040 w 4620510"/>
              <a:gd name="connsiteY0" fmla="*/ 1082 h 5827877"/>
              <a:gd name="connsiteX1" fmla="*/ 4620510 w 4620510"/>
              <a:gd name="connsiteY1" fmla="*/ 0 h 5827877"/>
              <a:gd name="connsiteX2" fmla="*/ 2130892 w 4620510"/>
              <a:gd name="connsiteY2" fmla="*/ 5827877 h 5827877"/>
              <a:gd name="connsiteX3" fmla="*/ 0 w 4620510"/>
              <a:gd name="connsiteY3" fmla="*/ 5821527 h 5827877"/>
              <a:gd name="connsiteX4" fmla="*/ 2616040 w 4620510"/>
              <a:gd name="connsiteY4" fmla="*/ 1082 h 5827877"/>
              <a:gd name="connsiteX0" fmla="*/ 2616040 w 4620510"/>
              <a:gd name="connsiteY0" fmla="*/ 1082 h 5821527"/>
              <a:gd name="connsiteX1" fmla="*/ 4620510 w 4620510"/>
              <a:gd name="connsiteY1" fmla="*/ 0 h 5821527"/>
              <a:gd name="connsiteX2" fmla="*/ 1828876 w 4620510"/>
              <a:gd name="connsiteY2" fmla="*/ 5821527 h 5821527"/>
              <a:gd name="connsiteX3" fmla="*/ 0 w 4620510"/>
              <a:gd name="connsiteY3" fmla="*/ 5821527 h 5821527"/>
              <a:gd name="connsiteX4" fmla="*/ 2616040 w 4620510"/>
              <a:gd name="connsiteY4" fmla="*/ 1082 h 5821527"/>
              <a:gd name="connsiteX0" fmla="*/ 2616040 w 4620510"/>
              <a:gd name="connsiteY0" fmla="*/ 1082 h 5821527"/>
              <a:gd name="connsiteX1" fmla="*/ 4620510 w 4620510"/>
              <a:gd name="connsiteY1" fmla="*/ 0 h 5821527"/>
              <a:gd name="connsiteX2" fmla="*/ 1641914 w 4620510"/>
              <a:gd name="connsiteY2" fmla="*/ 5821527 h 5821527"/>
              <a:gd name="connsiteX3" fmla="*/ 0 w 4620510"/>
              <a:gd name="connsiteY3" fmla="*/ 5821527 h 5821527"/>
              <a:gd name="connsiteX4" fmla="*/ 2616040 w 4620510"/>
              <a:gd name="connsiteY4" fmla="*/ 1082 h 5821527"/>
              <a:gd name="connsiteX0" fmla="*/ 2616040 w 4620510"/>
              <a:gd name="connsiteY0" fmla="*/ 1082 h 5821527"/>
              <a:gd name="connsiteX1" fmla="*/ 4620510 w 4620510"/>
              <a:gd name="connsiteY1" fmla="*/ 0 h 5821527"/>
              <a:gd name="connsiteX2" fmla="*/ 1699441 w 4620510"/>
              <a:gd name="connsiteY2" fmla="*/ 5808827 h 5821527"/>
              <a:gd name="connsiteX3" fmla="*/ 0 w 4620510"/>
              <a:gd name="connsiteY3" fmla="*/ 5821527 h 5821527"/>
              <a:gd name="connsiteX4" fmla="*/ 2616040 w 4620510"/>
              <a:gd name="connsiteY4" fmla="*/ 1082 h 5821527"/>
              <a:gd name="connsiteX0" fmla="*/ 2616040 w 4620510"/>
              <a:gd name="connsiteY0" fmla="*/ 1082 h 5821527"/>
              <a:gd name="connsiteX1" fmla="*/ 4620510 w 4620510"/>
              <a:gd name="connsiteY1" fmla="*/ 0 h 5821527"/>
              <a:gd name="connsiteX2" fmla="*/ 1692250 w 4620510"/>
              <a:gd name="connsiteY2" fmla="*/ 5821527 h 5821527"/>
              <a:gd name="connsiteX3" fmla="*/ 0 w 4620510"/>
              <a:gd name="connsiteY3" fmla="*/ 5821527 h 5821527"/>
              <a:gd name="connsiteX4" fmla="*/ 2616040 w 4620510"/>
              <a:gd name="connsiteY4" fmla="*/ 1082 h 5821527"/>
              <a:gd name="connsiteX0" fmla="*/ 2780776 w 4620510"/>
              <a:gd name="connsiteY0" fmla="*/ 1082 h 5821527"/>
              <a:gd name="connsiteX1" fmla="*/ 4620510 w 4620510"/>
              <a:gd name="connsiteY1" fmla="*/ 0 h 5821527"/>
              <a:gd name="connsiteX2" fmla="*/ 1692250 w 4620510"/>
              <a:gd name="connsiteY2" fmla="*/ 5821527 h 5821527"/>
              <a:gd name="connsiteX3" fmla="*/ 0 w 4620510"/>
              <a:gd name="connsiteY3" fmla="*/ 5821527 h 5821527"/>
              <a:gd name="connsiteX4" fmla="*/ 2780776 w 4620510"/>
              <a:gd name="connsiteY4" fmla="*/ 1082 h 5821527"/>
              <a:gd name="connsiteX0" fmla="*/ 2780776 w 4526375"/>
              <a:gd name="connsiteY0" fmla="*/ 11473 h 5831918"/>
              <a:gd name="connsiteX1" fmla="*/ 4526375 w 4526375"/>
              <a:gd name="connsiteY1" fmla="*/ 0 h 5831918"/>
              <a:gd name="connsiteX2" fmla="*/ 1692250 w 4526375"/>
              <a:gd name="connsiteY2" fmla="*/ 5831918 h 5831918"/>
              <a:gd name="connsiteX3" fmla="*/ 0 w 4526375"/>
              <a:gd name="connsiteY3" fmla="*/ 5831918 h 5831918"/>
              <a:gd name="connsiteX4" fmla="*/ 2780776 w 4526375"/>
              <a:gd name="connsiteY4" fmla="*/ 11473 h 5831918"/>
              <a:gd name="connsiteX0" fmla="*/ 2780776 w 4526375"/>
              <a:gd name="connsiteY0" fmla="*/ 0 h 5820445"/>
              <a:gd name="connsiteX1" fmla="*/ 4526375 w 4526375"/>
              <a:gd name="connsiteY1" fmla="*/ 9309 h 5820445"/>
              <a:gd name="connsiteX2" fmla="*/ 1692250 w 4526375"/>
              <a:gd name="connsiteY2" fmla="*/ 5820445 h 5820445"/>
              <a:gd name="connsiteX3" fmla="*/ 0 w 4526375"/>
              <a:gd name="connsiteY3" fmla="*/ 5820445 h 5820445"/>
              <a:gd name="connsiteX4" fmla="*/ 2780776 w 4526375"/>
              <a:gd name="connsiteY4" fmla="*/ 0 h 5820445"/>
              <a:gd name="connsiteX0" fmla="*/ 2780776 w 4526375"/>
              <a:gd name="connsiteY0" fmla="*/ 6278 h 5811136"/>
              <a:gd name="connsiteX1" fmla="*/ 4526375 w 4526375"/>
              <a:gd name="connsiteY1" fmla="*/ 0 h 5811136"/>
              <a:gd name="connsiteX2" fmla="*/ 1692250 w 4526375"/>
              <a:gd name="connsiteY2" fmla="*/ 5811136 h 5811136"/>
              <a:gd name="connsiteX3" fmla="*/ 0 w 4526375"/>
              <a:gd name="connsiteY3" fmla="*/ 5811136 h 5811136"/>
              <a:gd name="connsiteX4" fmla="*/ 2780776 w 4526375"/>
              <a:gd name="connsiteY4" fmla="*/ 6278 h 5811136"/>
              <a:gd name="connsiteX0" fmla="*/ 2828323 w 4526375"/>
              <a:gd name="connsiteY0" fmla="*/ 0 h 5814189"/>
              <a:gd name="connsiteX1" fmla="*/ 4526375 w 4526375"/>
              <a:gd name="connsiteY1" fmla="*/ 3053 h 5814189"/>
              <a:gd name="connsiteX2" fmla="*/ 1692250 w 4526375"/>
              <a:gd name="connsiteY2" fmla="*/ 5814189 h 5814189"/>
              <a:gd name="connsiteX3" fmla="*/ 0 w 4526375"/>
              <a:gd name="connsiteY3" fmla="*/ 5814189 h 5814189"/>
              <a:gd name="connsiteX4" fmla="*/ 2828323 w 4526375"/>
              <a:gd name="connsiteY4" fmla="*/ 0 h 5814189"/>
              <a:gd name="connsiteX0" fmla="*/ 2828323 w 4526375"/>
              <a:gd name="connsiteY0" fmla="*/ 1048 h 5811136"/>
              <a:gd name="connsiteX1" fmla="*/ 4526375 w 4526375"/>
              <a:gd name="connsiteY1" fmla="*/ 0 h 5811136"/>
              <a:gd name="connsiteX2" fmla="*/ 1692250 w 4526375"/>
              <a:gd name="connsiteY2" fmla="*/ 5811136 h 5811136"/>
              <a:gd name="connsiteX3" fmla="*/ 0 w 4526375"/>
              <a:gd name="connsiteY3" fmla="*/ 5811136 h 5811136"/>
              <a:gd name="connsiteX4" fmla="*/ 2828323 w 4526375"/>
              <a:gd name="connsiteY4" fmla="*/ 1048 h 5811136"/>
              <a:gd name="connsiteX0" fmla="*/ 2207366 w 4526375"/>
              <a:gd name="connsiteY0" fmla="*/ 10475 h 5811136"/>
              <a:gd name="connsiteX1" fmla="*/ 4526375 w 4526375"/>
              <a:gd name="connsiteY1" fmla="*/ 0 h 5811136"/>
              <a:gd name="connsiteX2" fmla="*/ 1692250 w 4526375"/>
              <a:gd name="connsiteY2" fmla="*/ 5811136 h 5811136"/>
              <a:gd name="connsiteX3" fmla="*/ 0 w 4526375"/>
              <a:gd name="connsiteY3" fmla="*/ 5811136 h 5811136"/>
              <a:gd name="connsiteX4" fmla="*/ 2207366 w 4526375"/>
              <a:gd name="connsiteY4" fmla="*/ 10475 h 5811136"/>
              <a:gd name="connsiteX0" fmla="*/ 2197638 w 4526375"/>
              <a:gd name="connsiteY0" fmla="*/ 4125 h 5811136"/>
              <a:gd name="connsiteX1" fmla="*/ 4526375 w 4526375"/>
              <a:gd name="connsiteY1" fmla="*/ 0 h 5811136"/>
              <a:gd name="connsiteX2" fmla="*/ 1692250 w 4526375"/>
              <a:gd name="connsiteY2" fmla="*/ 5811136 h 5811136"/>
              <a:gd name="connsiteX3" fmla="*/ 0 w 4526375"/>
              <a:gd name="connsiteY3" fmla="*/ 5811136 h 5811136"/>
              <a:gd name="connsiteX4" fmla="*/ 2197638 w 4526375"/>
              <a:gd name="connsiteY4" fmla="*/ 4125 h 5811136"/>
              <a:gd name="connsiteX0" fmla="*/ 2187911 w 4526375"/>
              <a:gd name="connsiteY0" fmla="*/ 0 h 5813361"/>
              <a:gd name="connsiteX1" fmla="*/ 4526375 w 4526375"/>
              <a:gd name="connsiteY1" fmla="*/ 2225 h 5813361"/>
              <a:gd name="connsiteX2" fmla="*/ 1692250 w 4526375"/>
              <a:gd name="connsiteY2" fmla="*/ 5813361 h 5813361"/>
              <a:gd name="connsiteX3" fmla="*/ 0 w 4526375"/>
              <a:gd name="connsiteY3" fmla="*/ 5813361 h 5813361"/>
              <a:gd name="connsiteX4" fmla="*/ 2187911 w 4526375"/>
              <a:gd name="connsiteY4" fmla="*/ 0 h 5813361"/>
              <a:gd name="connsiteX0" fmla="*/ 2158728 w 4526375"/>
              <a:gd name="connsiteY0" fmla="*/ 0 h 5813361"/>
              <a:gd name="connsiteX1" fmla="*/ 4526375 w 4526375"/>
              <a:gd name="connsiteY1" fmla="*/ 2225 h 5813361"/>
              <a:gd name="connsiteX2" fmla="*/ 1692250 w 4526375"/>
              <a:gd name="connsiteY2" fmla="*/ 5813361 h 5813361"/>
              <a:gd name="connsiteX3" fmla="*/ 0 w 4526375"/>
              <a:gd name="connsiteY3" fmla="*/ 5813361 h 5813361"/>
              <a:gd name="connsiteX4" fmla="*/ 2158728 w 4526375"/>
              <a:gd name="connsiteY4" fmla="*/ 0 h 5813361"/>
              <a:gd name="connsiteX0" fmla="*/ 2771564 w 5139211"/>
              <a:gd name="connsiteY0" fmla="*/ 0 h 5819711"/>
              <a:gd name="connsiteX1" fmla="*/ 5139211 w 5139211"/>
              <a:gd name="connsiteY1" fmla="*/ 2225 h 5819711"/>
              <a:gd name="connsiteX2" fmla="*/ 2305086 w 5139211"/>
              <a:gd name="connsiteY2" fmla="*/ 5813361 h 5819711"/>
              <a:gd name="connsiteX3" fmla="*/ 0 w 5139211"/>
              <a:gd name="connsiteY3" fmla="*/ 5819711 h 5819711"/>
              <a:gd name="connsiteX4" fmla="*/ 2771564 w 5139211"/>
              <a:gd name="connsiteY4" fmla="*/ 0 h 5819711"/>
              <a:gd name="connsiteX0" fmla="*/ 2771564 w 5139211"/>
              <a:gd name="connsiteY0" fmla="*/ 0 h 5815517"/>
              <a:gd name="connsiteX1" fmla="*/ 5139211 w 5139211"/>
              <a:gd name="connsiteY1" fmla="*/ 2225 h 5815517"/>
              <a:gd name="connsiteX2" fmla="*/ 2305086 w 5139211"/>
              <a:gd name="connsiteY2" fmla="*/ 5813361 h 5815517"/>
              <a:gd name="connsiteX3" fmla="*/ 0 w 5139211"/>
              <a:gd name="connsiteY3" fmla="*/ 5815517 h 5815517"/>
              <a:gd name="connsiteX4" fmla="*/ 2771564 w 5139211"/>
              <a:gd name="connsiteY4" fmla="*/ 0 h 5815517"/>
              <a:gd name="connsiteX0" fmla="*/ 2791575 w 5159222"/>
              <a:gd name="connsiteY0" fmla="*/ 0 h 5815517"/>
              <a:gd name="connsiteX1" fmla="*/ 5159222 w 5159222"/>
              <a:gd name="connsiteY1" fmla="*/ 2225 h 5815517"/>
              <a:gd name="connsiteX2" fmla="*/ 2325097 w 5159222"/>
              <a:gd name="connsiteY2" fmla="*/ 5813361 h 5815517"/>
              <a:gd name="connsiteX3" fmla="*/ 0 w 5159222"/>
              <a:gd name="connsiteY3" fmla="*/ 5815517 h 5815517"/>
              <a:gd name="connsiteX4" fmla="*/ 2791575 w 5159222"/>
              <a:gd name="connsiteY4" fmla="*/ 0 h 58155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159222" h="5815517">
                <a:moveTo>
                  <a:pt x="2791575" y="0"/>
                </a:moveTo>
                <a:lnTo>
                  <a:pt x="5159222" y="2225"/>
                </a:lnTo>
                <a:lnTo>
                  <a:pt x="2325097" y="5813361"/>
                </a:lnTo>
                <a:lnTo>
                  <a:pt x="0" y="5815517"/>
                </a:lnTo>
                <a:lnTo>
                  <a:pt x="2791575" y="0"/>
                </a:lnTo>
                <a:close/>
              </a:path>
            </a:pathLst>
          </a:custGeom>
          <a:solidFill>
            <a:srgbClr val="D454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" name="Rectangle 4">
            <a:extLst>
              <a:ext uri="{FF2B5EF4-FFF2-40B4-BE49-F238E27FC236}">
                <a16:creationId xmlns:a16="http://schemas.microsoft.com/office/drawing/2014/main" id="{67121815-7830-97C1-D185-94E433B88EAA}"/>
              </a:ext>
            </a:extLst>
          </p:cNvPr>
          <p:cNvSpPr/>
          <p:nvPr userDrawn="1"/>
        </p:nvSpPr>
        <p:spPr>
          <a:xfrm rot="10800000">
            <a:off x="5559305" y="-17149552"/>
            <a:ext cx="3367864" cy="5815517"/>
          </a:xfrm>
          <a:custGeom>
            <a:avLst/>
            <a:gdLst>
              <a:gd name="connsiteX0" fmla="*/ 0 w 2505206"/>
              <a:gd name="connsiteY0" fmla="*/ 0 h 5824603"/>
              <a:gd name="connsiteX1" fmla="*/ 2505206 w 2505206"/>
              <a:gd name="connsiteY1" fmla="*/ 0 h 5824603"/>
              <a:gd name="connsiteX2" fmla="*/ 2505206 w 2505206"/>
              <a:gd name="connsiteY2" fmla="*/ 5824603 h 5824603"/>
              <a:gd name="connsiteX3" fmla="*/ 0 w 2505206"/>
              <a:gd name="connsiteY3" fmla="*/ 5824603 h 5824603"/>
              <a:gd name="connsiteX4" fmla="*/ 0 w 2505206"/>
              <a:gd name="connsiteY4" fmla="*/ 0 h 5824603"/>
              <a:gd name="connsiteX0" fmla="*/ 0 w 3535109"/>
              <a:gd name="connsiteY0" fmla="*/ 0 h 5824603"/>
              <a:gd name="connsiteX1" fmla="*/ 3535109 w 3535109"/>
              <a:gd name="connsiteY1" fmla="*/ 0 h 5824603"/>
              <a:gd name="connsiteX2" fmla="*/ 2505206 w 3535109"/>
              <a:gd name="connsiteY2" fmla="*/ 5824603 h 5824603"/>
              <a:gd name="connsiteX3" fmla="*/ 0 w 3535109"/>
              <a:gd name="connsiteY3" fmla="*/ 5824603 h 5824603"/>
              <a:gd name="connsiteX4" fmla="*/ 0 w 3535109"/>
              <a:gd name="connsiteY4" fmla="*/ 0 h 5824603"/>
              <a:gd name="connsiteX0" fmla="*/ 1126156 w 3535109"/>
              <a:gd name="connsiteY0" fmla="*/ 0 h 5834229"/>
              <a:gd name="connsiteX1" fmla="*/ 3535109 w 3535109"/>
              <a:gd name="connsiteY1" fmla="*/ 9626 h 5834229"/>
              <a:gd name="connsiteX2" fmla="*/ 2505206 w 3535109"/>
              <a:gd name="connsiteY2" fmla="*/ 5834229 h 5834229"/>
              <a:gd name="connsiteX3" fmla="*/ 0 w 3535109"/>
              <a:gd name="connsiteY3" fmla="*/ 5834229 h 5834229"/>
              <a:gd name="connsiteX4" fmla="*/ 1126156 w 3535109"/>
              <a:gd name="connsiteY4" fmla="*/ 0 h 5834229"/>
              <a:gd name="connsiteX0" fmla="*/ 1103854 w 3535109"/>
              <a:gd name="connsiteY0" fmla="*/ 20110 h 5824603"/>
              <a:gd name="connsiteX1" fmla="*/ 3535109 w 3535109"/>
              <a:gd name="connsiteY1" fmla="*/ 0 h 5824603"/>
              <a:gd name="connsiteX2" fmla="*/ 2505206 w 3535109"/>
              <a:gd name="connsiteY2" fmla="*/ 5824603 h 5824603"/>
              <a:gd name="connsiteX3" fmla="*/ 0 w 3535109"/>
              <a:gd name="connsiteY3" fmla="*/ 5824603 h 5824603"/>
              <a:gd name="connsiteX4" fmla="*/ 1103854 w 3535109"/>
              <a:gd name="connsiteY4" fmla="*/ 20110 h 5824603"/>
              <a:gd name="connsiteX0" fmla="*/ 1111288 w 3535109"/>
              <a:gd name="connsiteY0" fmla="*/ 0 h 5826795"/>
              <a:gd name="connsiteX1" fmla="*/ 3535109 w 3535109"/>
              <a:gd name="connsiteY1" fmla="*/ 2192 h 5826795"/>
              <a:gd name="connsiteX2" fmla="*/ 2505206 w 3535109"/>
              <a:gd name="connsiteY2" fmla="*/ 5826795 h 5826795"/>
              <a:gd name="connsiteX3" fmla="*/ 0 w 3535109"/>
              <a:gd name="connsiteY3" fmla="*/ 5826795 h 5826795"/>
              <a:gd name="connsiteX4" fmla="*/ 1111288 w 3535109"/>
              <a:gd name="connsiteY4" fmla="*/ 0 h 5826795"/>
              <a:gd name="connsiteX0" fmla="*/ 1111288 w 4940163"/>
              <a:gd name="connsiteY0" fmla="*/ 0 h 5826795"/>
              <a:gd name="connsiteX1" fmla="*/ 4940163 w 4940163"/>
              <a:gd name="connsiteY1" fmla="*/ 2192 h 5826795"/>
              <a:gd name="connsiteX2" fmla="*/ 2505206 w 4940163"/>
              <a:gd name="connsiteY2" fmla="*/ 5826795 h 5826795"/>
              <a:gd name="connsiteX3" fmla="*/ 0 w 4940163"/>
              <a:gd name="connsiteY3" fmla="*/ 5826795 h 5826795"/>
              <a:gd name="connsiteX4" fmla="*/ 1111288 w 4940163"/>
              <a:gd name="connsiteY4" fmla="*/ 0 h 5826795"/>
              <a:gd name="connsiteX0" fmla="*/ 2486605 w 4940163"/>
              <a:gd name="connsiteY0" fmla="*/ 0 h 5826795"/>
              <a:gd name="connsiteX1" fmla="*/ 4940163 w 4940163"/>
              <a:gd name="connsiteY1" fmla="*/ 2192 h 5826795"/>
              <a:gd name="connsiteX2" fmla="*/ 2505206 w 4940163"/>
              <a:gd name="connsiteY2" fmla="*/ 5826795 h 5826795"/>
              <a:gd name="connsiteX3" fmla="*/ 0 w 4940163"/>
              <a:gd name="connsiteY3" fmla="*/ 5826795 h 5826795"/>
              <a:gd name="connsiteX4" fmla="*/ 2486605 w 4940163"/>
              <a:gd name="connsiteY4" fmla="*/ 0 h 5826795"/>
              <a:gd name="connsiteX0" fmla="*/ 2486605 w 4940163"/>
              <a:gd name="connsiteY0" fmla="*/ 0 h 5826795"/>
              <a:gd name="connsiteX1" fmla="*/ 4940163 w 4940163"/>
              <a:gd name="connsiteY1" fmla="*/ 2192 h 5826795"/>
              <a:gd name="connsiteX2" fmla="*/ 2001457 w 4940163"/>
              <a:gd name="connsiteY2" fmla="*/ 5826795 h 5826795"/>
              <a:gd name="connsiteX3" fmla="*/ 0 w 4940163"/>
              <a:gd name="connsiteY3" fmla="*/ 5826795 h 5826795"/>
              <a:gd name="connsiteX4" fmla="*/ 2486605 w 4940163"/>
              <a:gd name="connsiteY4" fmla="*/ 0 h 5826795"/>
              <a:gd name="connsiteX0" fmla="*/ 2486605 w 4478393"/>
              <a:gd name="connsiteY0" fmla="*/ 10165 h 5836960"/>
              <a:gd name="connsiteX1" fmla="*/ 4478393 w 4478393"/>
              <a:gd name="connsiteY1" fmla="*/ 0 h 5836960"/>
              <a:gd name="connsiteX2" fmla="*/ 2001457 w 4478393"/>
              <a:gd name="connsiteY2" fmla="*/ 5836960 h 5836960"/>
              <a:gd name="connsiteX3" fmla="*/ 0 w 4478393"/>
              <a:gd name="connsiteY3" fmla="*/ 5836960 h 5836960"/>
              <a:gd name="connsiteX4" fmla="*/ 2486605 w 4478393"/>
              <a:gd name="connsiteY4" fmla="*/ 10165 h 5836960"/>
              <a:gd name="connsiteX0" fmla="*/ 2486605 w 4422421"/>
              <a:gd name="connsiteY0" fmla="*/ 10165 h 5836960"/>
              <a:gd name="connsiteX1" fmla="*/ 4422421 w 4422421"/>
              <a:gd name="connsiteY1" fmla="*/ 0 h 5836960"/>
              <a:gd name="connsiteX2" fmla="*/ 2001457 w 4422421"/>
              <a:gd name="connsiteY2" fmla="*/ 5836960 h 5836960"/>
              <a:gd name="connsiteX3" fmla="*/ 0 w 4422421"/>
              <a:gd name="connsiteY3" fmla="*/ 5836960 h 5836960"/>
              <a:gd name="connsiteX4" fmla="*/ 2486605 w 4422421"/>
              <a:gd name="connsiteY4" fmla="*/ 10165 h 5836960"/>
              <a:gd name="connsiteX0" fmla="*/ 2486605 w 4478393"/>
              <a:gd name="connsiteY0" fmla="*/ 0 h 5826795"/>
              <a:gd name="connsiteX1" fmla="*/ 4478393 w 4478393"/>
              <a:gd name="connsiteY1" fmla="*/ 14549 h 5826795"/>
              <a:gd name="connsiteX2" fmla="*/ 2001457 w 4478393"/>
              <a:gd name="connsiteY2" fmla="*/ 5826795 h 5826795"/>
              <a:gd name="connsiteX3" fmla="*/ 0 w 4478393"/>
              <a:gd name="connsiteY3" fmla="*/ 5826795 h 5826795"/>
              <a:gd name="connsiteX4" fmla="*/ 2486605 w 4478393"/>
              <a:gd name="connsiteY4" fmla="*/ 0 h 5826795"/>
              <a:gd name="connsiteX0" fmla="*/ 2486605 w 4522645"/>
              <a:gd name="connsiteY0" fmla="*/ 1082 h 5827877"/>
              <a:gd name="connsiteX1" fmla="*/ 4522645 w 4522645"/>
              <a:gd name="connsiteY1" fmla="*/ 0 h 5827877"/>
              <a:gd name="connsiteX2" fmla="*/ 2001457 w 4522645"/>
              <a:gd name="connsiteY2" fmla="*/ 5827877 h 5827877"/>
              <a:gd name="connsiteX3" fmla="*/ 0 w 4522645"/>
              <a:gd name="connsiteY3" fmla="*/ 5827877 h 5827877"/>
              <a:gd name="connsiteX4" fmla="*/ 2486605 w 4522645"/>
              <a:gd name="connsiteY4" fmla="*/ 1082 h 5827877"/>
              <a:gd name="connsiteX0" fmla="*/ 2486605 w 4491075"/>
              <a:gd name="connsiteY0" fmla="*/ 1082 h 5827877"/>
              <a:gd name="connsiteX1" fmla="*/ 4491075 w 4491075"/>
              <a:gd name="connsiteY1" fmla="*/ 0 h 5827877"/>
              <a:gd name="connsiteX2" fmla="*/ 2001457 w 4491075"/>
              <a:gd name="connsiteY2" fmla="*/ 5827877 h 5827877"/>
              <a:gd name="connsiteX3" fmla="*/ 0 w 4491075"/>
              <a:gd name="connsiteY3" fmla="*/ 5827877 h 5827877"/>
              <a:gd name="connsiteX4" fmla="*/ 2486605 w 4491075"/>
              <a:gd name="connsiteY4" fmla="*/ 1082 h 5827877"/>
              <a:gd name="connsiteX0" fmla="*/ 2616040 w 4620510"/>
              <a:gd name="connsiteY0" fmla="*/ 1082 h 5827877"/>
              <a:gd name="connsiteX1" fmla="*/ 4620510 w 4620510"/>
              <a:gd name="connsiteY1" fmla="*/ 0 h 5827877"/>
              <a:gd name="connsiteX2" fmla="*/ 2130892 w 4620510"/>
              <a:gd name="connsiteY2" fmla="*/ 5827877 h 5827877"/>
              <a:gd name="connsiteX3" fmla="*/ 0 w 4620510"/>
              <a:gd name="connsiteY3" fmla="*/ 5821527 h 5827877"/>
              <a:gd name="connsiteX4" fmla="*/ 2616040 w 4620510"/>
              <a:gd name="connsiteY4" fmla="*/ 1082 h 5827877"/>
              <a:gd name="connsiteX0" fmla="*/ 2616040 w 4620510"/>
              <a:gd name="connsiteY0" fmla="*/ 1082 h 5821527"/>
              <a:gd name="connsiteX1" fmla="*/ 4620510 w 4620510"/>
              <a:gd name="connsiteY1" fmla="*/ 0 h 5821527"/>
              <a:gd name="connsiteX2" fmla="*/ 1828876 w 4620510"/>
              <a:gd name="connsiteY2" fmla="*/ 5821527 h 5821527"/>
              <a:gd name="connsiteX3" fmla="*/ 0 w 4620510"/>
              <a:gd name="connsiteY3" fmla="*/ 5821527 h 5821527"/>
              <a:gd name="connsiteX4" fmla="*/ 2616040 w 4620510"/>
              <a:gd name="connsiteY4" fmla="*/ 1082 h 5821527"/>
              <a:gd name="connsiteX0" fmla="*/ 2616040 w 4620510"/>
              <a:gd name="connsiteY0" fmla="*/ 1082 h 5821527"/>
              <a:gd name="connsiteX1" fmla="*/ 4620510 w 4620510"/>
              <a:gd name="connsiteY1" fmla="*/ 0 h 5821527"/>
              <a:gd name="connsiteX2" fmla="*/ 1641914 w 4620510"/>
              <a:gd name="connsiteY2" fmla="*/ 5821527 h 5821527"/>
              <a:gd name="connsiteX3" fmla="*/ 0 w 4620510"/>
              <a:gd name="connsiteY3" fmla="*/ 5821527 h 5821527"/>
              <a:gd name="connsiteX4" fmla="*/ 2616040 w 4620510"/>
              <a:gd name="connsiteY4" fmla="*/ 1082 h 5821527"/>
              <a:gd name="connsiteX0" fmla="*/ 2616040 w 4620510"/>
              <a:gd name="connsiteY0" fmla="*/ 1082 h 5821527"/>
              <a:gd name="connsiteX1" fmla="*/ 4620510 w 4620510"/>
              <a:gd name="connsiteY1" fmla="*/ 0 h 5821527"/>
              <a:gd name="connsiteX2" fmla="*/ 1699441 w 4620510"/>
              <a:gd name="connsiteY2" fmla="*/ 5808827 h 5821527"/>
              <a:gd name="connsiteX3" fmla="*/ 0 w 4620510"/>
              <a:gd name="connsiteY3" fmla="*/ 5821527 h 5821527"/>
              <a:gd name="connsiteX4" fmla="*/ 2616040 w 4620510"/>
              <a:gd name="connsiteY4" fmla="*/ 1082 h 5821527"/>
              <a:gd name="connsiteX0" fmla="*/ 2616040 w 4620510"/>
              <a:gd name="connsiteY0" fmla="*/ 1082 h 5821527"/>
              <a:gd name="connsiteX1" fmla="*/ 4620510 w 4620510"/>
              <a:gd name="connsiteY1" fmla="*/ 0 h 5821527"/>
              <a:gd name="connsiteX2" fmla="*/ 1692250 w 4620510"/>
              <a:gd name="connsiteY2" fmla="*/ 5821527 h 5821527"/>
              <a:gd name="connsiteX3" fmla="*/ 0 w 4620510"/>
              <a:gd name="connsiteY3" fmla="*/ 5821527 h 5821527"/>
              <a:gd name="connsiteX4" fmla="*/ 2616040 w 4620510"/>
              <a:gd name="connsiteY4" fmla="*/ 1082 h 5821527"/>
              <a:gd name="connsiteX0" fmla="*/ 2780776 w 4620510"/>
              <a:gd name="connsiteY0" fmla="*/ 1082 h 5821527"/>
              <a:gd name="connsiteX1" fmla="*/ 4620510 w 4620510"/>
              <a:gd name="connsiteY1" fmla="*/ 0 h 5821527"/>
              <a:gd name="connsiteX2" fmla="*/ 1692250 w 4620510"/>
              <a:gd name="connsiteY2" fmla="*/ 5821527 h 5821527"/>
              <a:gd name="connsiteX3" fmla="*/ 0 w 4620510"/>
              <a:gd name="connsiteY3" fmla="*/ 5821527 h 5821527"/>
              <a:gd name="connsiteX4" fmla="*/ 2780776 w 4620510"/>
              <a:gd name="connsiteY4" fmla="*/ 1082 h 5821527"/>
              <a:gd name="connsiteX0" fmla="*/ 2780776 w 4526375"/>
              <a:gd name="connsiteY0" fmla="*/ 11473 h 5831918"/>
              <a:gd name="connsiteX1" fmla="*/ 4526375 w 4526375"/>
              <a:gd name="connsiteY1" fmla="*/ 0 h 5831918"/>
              <a:gd name="connsiteX2" fmla="*/ 1692250 w 4526375"/>
              <a:gd name="connsiteY2" fmla="*/ 5831918 h 5831918"/>
              <a:gd name="connsiteX3" fmla="*/ 0 w 4526375"/>
              <a:gd name="connsiteY3" fmla="*/ 5831918 h 5831918"/>
              <a:gd name="connsiteX4" fmla="*/ 2780776 w 4526375"/>
              <a:gd name="connsiteY4" fmla="*/ 11473 h 5831918"/>
              <a:gd name="connsiteX0" fmla="*/ 2780776 w 4526375"/>
              <a:gd name="connsiteY0" fmla="*/ 0 h 5820445"/>
              <a:gd name="connsiteX1" fmla="*/ 4526375 w 4526375"/>
              <a:gd name="connsiteY1" fmla="*/ 9309 h 5820445"/>
              <a:gd name="connsiteX2" fmla="*/ 1692250 w 4526375"/>
              <a:gd name="connsiteY2" fmla="*/ 5820445 h 5820445"/>
              <a:gd name="connsiteX3" fmla="*/ 0 w 4526375"/>
              <a:gd name="connsiteY3" fmla="*/ 5820445 h 5820445"/>
              <a:gd name="connsiteX4" fmla="*/ 2780776 w 4526375"/>
              <a:gd name="connsiteY4" fmla="*/ 0 h 5820445"/>
              <a:gd name="connsiteX0" fmla="*/ 2780776 w 4526375"/>
              <a:gd name="connsiteY0" fmla="*/ 6278 h 5811136"/>
              <a:gd name="connsiteX1" fmla="*/ 4526375 w 4526375"/>
              <a:gd name="connsiteY1" fmla="*/ 0 h 5811136"/>
              <a:gd name="connsiteX2" fmla="*/ 1692250 w 4526375"/>
              <a:gd name="connsiteY2" fmla="*/ 5811136 h 5811136"/>
              <a:gd name="connsiteX3" fmla="*/ 0 w 4526375"/>
              <a:gd name="connsiteY3" fmla="*/ 5811136 h 5811136"/>
              <a:gd name="connsiteX4" fmla="*/ 2780776 w 4526375"/>
              <a:gd name="connsiteY4" fmla="*/ 6278 h 5811136"/>
              <a:gd name="connsiteX0" fmla="*/ 2828323 w 4526375"/>
              <a:gd name="connsiteY0" fmla="*/ 0 h 5814189"/>
              <a:gd name="connsiteX1" fmla="*/ 4526375 w 4526375"/>
              <a:gd name="connsiteY1" fmla="*/ 3053 h 5814189"/>
              <a:gd name="connsiteX2" fmla="*/ 1692250 w 4526375"/>
              <a:gd name="connsiteY2" fmla="*/ 5814189 h 5814189"/>
              <a:gd name="connsiteX3" fmla="*/ 0 w 4526375"/>
              <a:gd name="connsiteY3" fmla="*/ 5814189 h 5814189"/>
              <a:gd name="connsiteX4" fmla="*/ 2828323 w 4526375"/>
              <a:gd name="connsiteY4" fmla="*/ 0 h 5814189"/>
              <a:gd name="connsiteX0" fmla="*/ 2828323 w 4526375"/>
              <a:gd name="connsiteY0" fmla="*/ 1048 h 5811136"/>
              <a:gd name="connsiteX1" fmla="*/ 4526375 w 4526375"/>
              <a:gd name="connsiteY1" fmla="*/ 0 h 5811136"/>
              <a:gd name="connsiteX2" fmla="*/ 1692250 w 4526375"/>
              <a:gd name="connsiteY2" fmla="*/ 5811136 h 5811136"/>
              <a:gd name="connsiteX3" fmla="*/ 0 w 4526375"/>
              <a:gd name="connsiteY3" fmla="*/ 5811136 h 5811136"/>
              <a:gd name="connsiteX4" fmla="*/ 2828323 w 4526375"/>
              <a:gd name="connsiteY4" fmla="*/ 1048 h 5811136"/>
              <a:gd name="connsiteX0" fmla="*/ 2207366 w 4526375"/>
              <a:gd name="connsiteY0" fmla="*/ 10475 h 5811136"/>
              <a:gd name="connsiteX1" fmla="*/ 4526375 w 4526375"/>
              <a:gd name="connsiteY1" fmla="*/ 0 h 5811136"/>
              <a:gd name="connsiteX2" fmla="*/ 1692250 w 4526375"/>
              <a:gd name="connsiteY2" fmla="*/ 5811136 h 5811136"/>
              <a:gd name="connsiteX3" fmla="*/ 0 w 4526375"/>
              <a:gd name="connsiteY3" fmla="*/ 5811136 h 5811136"/>
              <a:gd name="connsiteX4" fmla="*/ 2207366 w 4526375"/>
              <a:gd name="connsiteY4" fmla="*/ 10475 h 5811136"/>
              <a:gd name="connsiteX0" fmla="*/ 2197638 w 4526375"/>
              <a:gd name="connsiteY0" fmla="*/ 4125 h 5811136"/>
              <a:gd name="connsiteX1" fmla="*/ 4526375 w 4526375"/>
              <a:gd name="connsiteY1" fmla="*/ 0 h 5811136"/>
              <a:gd name="connsiteX2" fmla="*/ 1692250 w 4526375"/>
              <a:gd name="connsiteY2" fmla="*/ 5811136 h 5811136"/>
              <a:gd name="connsiteX3" fmla="*/ 0 w 4526375"/>
              <a:gd name="connsiteY3" fmla="*/ 5811136 h 5811136"/>
              <a:gd name="connsiteX4" fmla="*/ 2197638 w 4526375"/>
              <a:gd name="connsiteY4" fmla="*/ 4125 h 5811136"/>
              <a:gd name="connsiteX0" fmla="*/ 2187911 w 4526375"/>
              <a:gd name="connsiteY0" fmla="*/ 0 h 5813361"/>
              <a:gd name="connsiteX1" fmla="*/ 4526375 w 4526375"/>
              <a:gd name="connsiteY1" fmla="*/ 2225 h 5813361"/>
              <a:gd name="connsiteX2" fmla="*/ 1692250 w 4526375"/>
              <a:gd name="connsiteY2" fmla="*/ 5813361 h 5813361"/>
              <a:gd name="connsiteX3" fmla="*/ 0 w 4526375"/>
              <a:gd name="connsiteY3" fmla="*/ 5813361 h 5813361"/>
              <a:gd name="connsiteX4" fmla="*/ 2187911 w 4526375"/>
              <a:gd name="connsiteY4" fmla="*/ 0 h 5813361"/>
              <a:gd name="connsiteX0" fmla="*/ 2158728 w 4526375"/>
              <a:gd name="connsiteY0" fmla="*/ 0 h 5813361"/>
              <a:gd name="connsiteX1" fmla="*/ 4526375 w 4526375"/>
              <a:gd name="connsiteY1" fmla="*/ 2225 h 5813361"/>
              <a:gd name="connsiteX2" fmla="*/ 1692250 w 4526375"/>
              <a:gd name="connsiteY2" fmla="*/ 5813361 h 5813361"/>
              <a:gd name="connsiteX3" fmla="*/ 0 w 4526375"/>
              <a:gd name="connsiteY3" fmla="*/ 5813361 h 5813361"/>
              <a:gd name="connsiteX4" fmla="*/ 2158728 w 4526375"/>
              <a:gd name="connsiteY4" fmla="*/ 0 h 5813361"/>
              <a:gd name="connsiteX0" fmla="*/ 2771564 w 5139211"/>
              <a:gd name="connsiteY0" fmla="*/ 0 h 5819711"/>
              <a:gd name="connsiteX1" fmla="*/ 5139211 w 5139211"/>
              <a:gd name="connsiteY1" fmla="*/ 2225 h 5819711"/>
              <a:gd name="connsiteX2" fmla="*/ 2305086 w 5139211"/>
              <a:gd name="connsiteY2" fmla="*/ 5813361 h 5819711"/>
              <a:gd name="connsiteX3" fmla="*/ 0 w 5139211"/>
              <a:gd name="connsiteY3" fmla="*/ 5819711 h 5819711"/>
              <a:gd name="connsiteX4" fmla="*/ 2771564 w 5139211"/>
              <a:gd name="connsiteY4" fmla="*/ 0 h 5819711"/>
              <a:gd name="connsiteX0" fmla="*/ 2771564 w 5139211"/>
              <a:gd name="connsiteY0" fmla="*/ 0 h 5815517"/>
              <a:gd name="connsiteX1" fmla="*/ 5139211 w 5139211"/>
              <a:gd name="connsiteY1" fmla="*/ 2225 h 5815517"/>
              <a:gd name="connsiteX2" fmla="*/ 2305086 w 5139211"/>
              <a:gd name="connsiteY2" fmla="*/ 5813361 h 5815517"/>
              <a:gd name="connsiteX3" fmla="*/ 0 w 5139211"/>
              <a:gd name="connsiteY3" fmla="*/ 5815517 h 5815517"/>
              <a:gd name="connsiteX4" fmla="*/ 2771564 w 5139211"/>
              <a:gd name="connsiteY4" fmla="*/ 0 h 5815517"/>
              <a:gd name="connsiteX0" fmla="*/ 2791575 w 5159222"/>
              <a:gd name="connsiteY0" fmla="*/ 0 h 5815517"/>
              <a:gd name="connsiteX1" fmla="*/ 5159222 w 5159222"/>
              <a:gd name="connsiteY1" fmla="*/ 2225 h 5815517"/>
              <a:gd name="connsiteX2" fmla="*/ 2325097 w 5159222"/>
              <a:gd name="connsiteY2" fmla="*/ 5813361 h 5815517"/>
              <a:gd name="connsiteX3" fmla="*/ 0 w 5159222"/>
              <a:gd name="connsiteY3" fmla="*/ 5815517 h 5815517"/>
              <a:gd name="connsiteX4" fmla="*/ 2791575 w 5159222"/>
              <a:gd name="connsiteY4" fmla="*/ 0 h 58155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159222" h="5815517">
                <a:moveTo>
                  <a:pt x="2791575" y="0"/>
                </a:moveTo>
                <a:lnTo>
                  <a:pt x="5159222" y="2225"/>
                </a:lnTo>
                <a:lnTo>
                  <a:pt x="2325097" y="5813361"/>
                </a:lnTo>
                <a:lnTo>
                  <a:pt x="0" y="5815517"/>
                </a:lnTo>
                <a:lnTo>
                  <a:pt x="2791575" y="0"/>
                </a:lnTo>
                <a:close/>
              </a:path>
            </a:pathLst>
          </a:custGeom>
          <a:solidFill>
            <a:srgbClr val="B6C8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3" name="Graphic 52">
            <a:extLst>
              <a:ext uri="{FF2B5EF4-FFF2-40B4-BE49-F238E27FC236}">
                <a16:creationId xmlns:a16="http://schemas.microsoft.com/office/drawing/2014/main" id="{938BC0C9-96EC-1326-CE6B-54CA4006F7E2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76076" y="529779"/>
            <a:ext cx="3357276" cy="250630"/>
          </a:xfrm>
          <a:prstGeom prst="rect">
            <a:avLst/>
          </a:prstGeom>
        </p:spPr>
      </p:pic>
      <p:pic>
        <p:nvPicPr>
          <p:cNvPr id="54" name="Graphic 53">
            <a:extLst>
              <a:ext uri="{FF2B5EF4-FFF2-40B4-BE49-F238E27FC236}">
                <a16:creationId xmlns:a16="http://schemas.microsoft.com/office/drawing/2014/main" id="{A4FA8EBB-EACB-3866-C10B-045D01AADA24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093023" y="5922334"/>
            <a:ext cx="1747558" cy="646357"/>
          </a:xfrm>
          <a:prstGeom prst="rect">
            <a:avLst/>
          </a:prstGeom>
        </p:spPr>
      </p:pic>
      <p:sp>
        <p:nvSpPr>
          <p:cNvPr id="55" name="Rectangle 4">
            <a:extLst>
              <a:ext uri="{FF2B5EF4-FFF2-40B4-BE49-F238E27FC236}">
                <a16:creationId xmlns:a16="http://schemas.microsoft.com/office/drawing/2014/main" id="{948CA124-645C-1147-4FD1-0ABAE8A7C8A9}"/>
              </a:ext>
            </a:extLst>
          </p:cNvPr>
          <p:cNvSpPr/>
          <p:nvPr userDrawn="1"/>
        </p:nvSpPr>
        <p:spPr>
          <a:xfrm rot="10800000">
            <a:off x="415636" y="2647948"/>
            <a:ext cx="1191228" cy="1889127"/>
          </a:xfrm>
          <a:custGeom>
            <a:avLst/>
            <a:gdLst>
              <a:gd name="connsiteX0" fmla="*/ 0 w 2505206"/>
              <a:gd name="connsiteY0" fmla="*/ 0 h 5824603"/>
              <a:gd name="connsiteX1" fmla="*/ 2505206 w 2505206"/>
              <a:gd name="connsiteY1" fmla="*/ 0 h 5824603"/>
              <a:gd name="connsiteX2" fmla="*/ 2505206 w 2505206"/>
              <a:gd name="connsiteY2" fmla="*/ 5824603 h 5824603"/>
              <a:gd name="connsiteX3" fmla="*/ 0 w 2505206"/>
              <a:gd name="connsiteY3" fmla="*/ 5824603 h 5824603"/>
              <a:gd name="connsiteX4" fmla="*/ 0 w 2505206"/>
              <a:gd name="connsiteY4" fmla="*/ 0 h 5824603"/>
              <a:gd name="connsiteX0" fmla="*/ 0 w 3535109"/>
              <a:gd name="connsiteY0" fmla="*/ 0 h 5824603"/>
              <a:gd name="connsiteX1" fmla="*/ 3535109 w 3535109"/>
              <a:gd name="connsiteY1" fmla="*/ 0 h 5824603"/>
              <a:gd name="connsiteX2" fmla="*/ 2505206 w 3535109"/>
              <a:gd name="connsiteY2" fmla="*/ 5824603 h 5824603"/>
              <a:gd name="connsiteX3" fmla="*/ 0 w 3535109"/>
              <a:gd name="connsiteY3" fmla="*/ 5824603 h 5824603"/>
              <a:gd name="connsiteX4" fmla="*/ 0 w 3535109"/>
              <a:gd name="connsiteY4" fmla="*/ 0 h 5824603"/>
              <a:gd name="connsiteX0" fmla="*/ 1126156 w 3535109"/>
              <a:gd name="connsiteY0" fmla="*/ 0 h 5834229"/>
              <a:gd name="connsiteX1" fmla="*/ 3535109 w 3535109"/>
              <a:gd name="connsiteY1" fmla="*/ 9626 h 5834229"/>
              <a:gd name="connsiteX2" fmla="*/ 2505206 w 3535109"/>
              <a:gd name="connsiteY2" fmla="*/ 5834229 h 5834229"/>
              <a:gd name="connsiteX3" fmla="*/ 0 w 3535109"/>
              <a:gd name="connsiteY3" fmla="*/ 5834229 h 5834229"/>
              <a:gd name="connsiteX4" fmla="*/ 1126156 w 3535109"/>
              <a:gd name="connsiteY4" fmla="*/ 0 h 5834229"/>
              <a:gd name="connsiteX0" fmla="*/ 1103854 w 3535109"/>
              <a:gd name="connsiteY0" fmla="*/ 20110 h 5824603"/>
              <a:gd name="connsiteX1" fmla="*/ 3535109 w 3535109"/>
              <a:gd name="connsiteY1" fmla="*/ 0 h 5824603"/>
              <a:gd name="connsiteX2" fmla="*/ 2505206 w 3535109"/>
              <a:gd name="connsiteY2" fmla="*/ 5824603 h 5824603"/>
              <a:gd name="connsiteX3" fmla="*/ 0 w 3535109"/>
              <a:gd name="connsiteY3" fmla="*/ 5824603 h 5824603"/>
              <a:gd name="connsiteX4" fmla="*/ 1103854 w 3535109"/>
              <a:gd name="connsiteY4" fmla="*/ 20110 h 5824603"/>
              <a:gd name="connsiteX0" fmla="*/ 1111288 w 3535109"/>
              <a:gd name="connsiteY0" fmla="*/ 0 h 5826795"/>
              <a:gd name="connsiteX1" fmla="*/ 3535109 w 3535109"/>
              <a:gd name="connsiteY1" fmla="*/ 2192 h 5826795"/>
              <a:gd name="connsiteX2" fmla="*/ 2505206 w 3535109"/>
              <a:gd name="connsiteY2" fmla="*/ 5826795 h 5826795"/>
              <a:gd name="connsiteX3" fmla="*/ 0 w 3535109"/>
              <a:gd name="connsiteY3" fmla="*/ 5826795 h 5826795"/>
              <a:gd name="connsiteX4" fmla="*/ 1111288 w 3535109"/>
              <a:gd name="connsiteY4" fmla="*/ 0 h 5826795"/>
              <a:gd name="connsiteX0" fmla="*/ 1111288 w 4940163"/>
              <a:gd name="connsiteY0" fmla="*/ 0 h 5826795"/>
              <a:gd name="connsiteX1" fmla="*/ 4940163 w 4940163"/>
              <a:gd name="connsiteY1" fmla="*/ 2192 h 5826795"/>
              <a:gd name="connsiteX2" fmla="*/ 2505206 w 4940163"/>
              <a:gd name="connsiteY2" fmla="*/ 5826795 h 5826795"/>
              <a:gd name="connsiteX3" fmla="*/ 0 w 4940163"/>
              <a:gd name="connsiteY3" fmla="*/ 5826795 h 5826795"/>
              <a:gd name="connsiteX4" fmla="*/ 1111288 w 4940163"/>
              <a:gd name="connsiteY4" fmla="*/ 0 h 5826795"/>
              <a:gd name="connsiteX0" fmla="*/ 2486605 w 4940163"/>
              <a:gd name="connsiteY0" fmla="*/ 0 h 5826795"/>
              <a:gd name="connsiteX1" fmla="*/ 4940163 w 4940163"/>
              <a:gd name="connsiteY1" fmla="*/ 2192 h 5826795"/>
              <a:gd name="connsiteX2" fmla="*/ 2505206 w 4940163"/>
              <a:gd name="connsiteY2" fmla="*/ 5826795 h 5826795"/>
              <a:gd name="connsiteX3" fmla="*/ 0 w 4940163"/>
              <a:gd name="connsiteY3" fmla="*/ 5826795 h 5826795"/>
              <a:gd name="connsiteX4" fmla="*/ 2486605 w 4940163"/>
              <a:gd name="connsiteY4" fmla="*/ 0 h 5826795"/>
              <a:gd name="connsiteX0" fmla="*/ 2486605 w 4940163"/>
              <a:gd name="connsiteY0" fmla="*/ 0 h 5826795"/>
              <a:gd name="connsiteX1" fmla="*/ 4940163 w 4940163"/>
              <a:gd name="connsiteY1" fmla="*/ 2192 h 5826795"/>
              <a:gd name="connsiteX2" fmla="*/ 2001457 w 4940163"/>
              <a:gd name="connsiteY2" fmla="*/ 5826795 h 5826795"/>
              <a:gd name="connsiteX3" fmla="*/ 0 w 4940163"/>
              <a:gd name="connsiteY3" fmla="*/ 5826795 h 5826795"/>
              <a:gd name="connsiteX4" fmla="*/ 2486605 w 4940163"/>
              <a:gd name="connsiteY4" fmla="*/ 0 h 5826795"/>
              <a:gd name="connsiteX0" fmla="*/ 2486605 w 4478393"/>
              <a:gd name="connsiteY0" fmla="*/ 10165 h 5836960"/>
              <a:gd name="connsiteX1" fmla="*/ 4478393 w 4478393"/>
              <a:gd name="connsiteY1" fmla="*/ 0 h 5836960"/>
              <a:gd name="connsiteX2" fmla="*/ 2001457 w 4478393"/>
              <a:gd name="connsiteY2" fmla="*/ 5836960 h 5836960"/>
              <a:gd name="connsiteX3" fmla="*/ 0 w 4478393"/>
              <a:gd name="connsiteY3" fmla="*/ 5836960 h 5836960"/>
              <a:gd name="connsiteX4" fmla="*/ 2486605 w 4478393"/>
              <a:gd name="connsiteY4" fmla="*/ 10165 h 5836960"/>
              <a:gd name="connsiteX0" fmla="*/ 2486605 w 4422421"/>
              <a:gd name="connsiteY0" fmla="*/ 10165 h 5836960"/>
              <a:gd name="connsiteX1" fmla="*/ 4422421 w 4422421"/>
              <a:gd name="connsiteY1" fmla="*/ 0 h 5836960"/>
              <a:gd name="connsiteX2" fmla="*/ 2001457 w 4422421"/>
              <a:gd name="connsiteY2" fmla="*/ 5836960 h 5836960"/>
              <a:gd name="connsiteX3" fmla="*/ 0 w 4422421"/>
              <a:gd name="connsiteY3" fmla="*/ 5836960 h 5836960"/>
              <a:gd name="connsiteX4" fmla="*/ 2486605 w 4422421"/>
              <a:gd name="connsiteY4" fmla="*/ 10165 h 5836960"/>
              <a:gd name="connsiteX0" fmla="*/ 2486605 w 4478393"/>
              <a:gd name="connsiteY0" fmla="*/ 0 h 5826795"/>
              <a:gd name="connsiteX1" fmla="*/ 4478393 w 4478393"/>
              <a:gd name="connsiteY1" fmla="*/ 14549 h 5826795"/>
              <a:gd name="connsiteX2" fmla="*/ 2001457 w 4478393"/>
              <a:gd name="connsiteY2" fmla="*/ 5826795 h 5826795"/>
              <a:gd name="connsiteX3" fmla="*/ 0 w 4478393"/>
              <a:gd name="connsiteY3" fmla="*/ 5826795 h 5826795"/>
              <a:gd name="connsiteX4" fmla="*/ 2486605 w 4478393"/>
              <a:gd name="connsiteY4" fmla="*/ 0 h 5826795"/>
              <a:gd name="connsiteX0" fmla="*/ 2486605 w 4522645"/>
              <a:gd name="connsiteY0" fmla="*/ 1082 h 5827877"/>
              <a:gd name="connsiteX1" fmla="*/ 4522645 w 4522645"/>
              <a:gd name="connsiteY1" fmla="*/ 0 h 5827877"/>
              <a:gd name="connsiteX2" fmla="*/ 2001457 w 4522645"/>
              <a:gd name="connsiteY2" fmla="*/ 5827877 h 5827877"/>
              <a:gd name="connsiteX3" fmla="*/ 0 w 4522645"/>
              <a:gd name="connsiteY3" fmla="*/ 5827877 h 5827877"/>
              <a:gd name="connsiteX4" fmla="*/ 2486605 w 4522645"/>
              <a:gd name="connsiteY4" fmla="*/ 1082 h 5827877"/>
              <a:gd name="connsiteX0" fmla="*/ 2486605 w 4491075"/>
              <a:gd name="connsiteY0" fmla="*/ 1082 h 5827877"/>
              <a:gd name="connsiteX1" fmla="*/ 4491075 w 4491075"/>
              <a:gd name="connsiteY1" fmla="*/ 0 h 5827877"/>
              <a:gd name="connsiteX2" fmla="*/ 2001457 w 4491075"/>
              <a:gd name="connsiteY2" fmla="*/ 5827877 h 5827877"/>
              <a:gd name="connsiteX3" fmla="*/ 0 w 4491075"/>
              <a:gd name="connsiteY3" fmla="*/ 5827877 h 5827877"/>
              <a:gd name="connsiteX4" fmla="*/ 2486605 w 4491075"/>
              <a:gd name="connsiteY4" fmla="*/ 1082 h 5827877"/>
              <a:gd name="connsiteX0" fmla="*/ 2616040 w 4620510"/>
              <a:gd name="connsiteY0" fmla="*/ 1082 h 5827877"/>
              <a:gd name="connsiteX1" fmla="*/ 4620510 w 4620510"/>
              <a:gd name="connsiteY1" fmla="*/ 0 h 5827877"/>
              <a:gd name="connsiteX2" fmla="*/ 2130892 w 4620510"/>
              <a:gd name="connsiteY2" fmla="*/ 5827877 h 5827877"/>
              <a:gd name="connsiteX3" fmla="*/ 0 w 4620510"/>
              <a:gd name="connsiteY3" fmla="*/ 5821527 h 5827877"/>
              <a:gd name="connsiteX4" fmla="*/ 2616040 w 4620510"/>
              <a:gd name="connsiteY4" fmla="*/ 1082 h 5827877"/>
              <a:gd name="connsiteX0" fmla="*/ 2616040 w 4620510"/>
              <a:gd name="connsiteY0" fmla="*/ 1082 h 5821527"/>
              <a:gd name="connsiteX1" fmla="*/ 4620510 w 4620510"/>
              <a:gd name="connsiteY1" fmla="*/ 0 h 5821527"/>
              <a:gd name="connsiteX2" fmla="*/ 1828876 w 4620510"/>
              <a:gd name="connsiteY2" fmla="*/ 5821527 h 5821527"/>
              <a:gd name="connsiteX3" fmla="*/ 0 w 4620510"/>
              <a:gd name="connsiteY3" fmla="*/ 5821527 h 5821527"/>
              <a:gd name="connsiteX4" fmla="*/ 2616040 w 4620510"/>
              <a:gd name="connsiteY4" fmla="*/ 1082 h 5821527"/>
              <a:gd name="connsiteX0" fmla="*/ 2616040 w 4620510"/>
              <a:gd name="connsiteY0" fmla="*/ 1082 h 5821527"/>
              <a:gd name="connsiteX1" fmla="*/ 4620510 w 4620510"/>
              <a:gd name="connsiteY1" fmla="*/ 0 h 5821527"/>
              <a:gd name="connsiteX2" fmla="*/ 1641914 w 4620510"/>
              <a:gd name="connsiteY2" fmla="*/ 5821527 h 5821527"/>
              <a:gd name="connsiteX3" fmla="*/ 0 w 4620510"/>
              <a:gd name="connsiteY3" fmla="*/ 5821527 h 5821527"/>
              <a:gd name="connsiteX4" fmla="*/ 2616040 w 4620510"/>
              <a:gd name="connsiteY4" fmla="*/ 1082 h 5821527"/>
              <a:gd name="connsiteX0" fmla="*/ 2616040 w 4620510"/>
              <a:gd name="connsiteY0" fmla="*/ 1082 h 5821527"/>
              <a:gd name="connsiteX1" fmla="*/ 4620510 w 4620510"/>
              <a:gd name="connsiteY1" fmla="*/ 0 h 5821527"/>
              <a:gd name="connsiteX2" fmla="*/ 1699441 w 4620510"/>
              <a:gd name="connsiteY2" fmla="*/ 5808827 h 5821527"/>
              <a:gd name="connsiteX3" fmla="*/ 0 w 4620510"/>
              <a:gd name="connsiteY3" fmla="*/ 5821527 h 5821527"/>
              <a:gd name="connsiteX4" fmla="*/ 2616040 w 4620510"/>
              <a:gd name="connsiteY4" fmla="*/ 1082 h 5821527"/>
              <a:gd name="connsiteX0" fmla="*/ 2616040 w 4620510"/>
              <a:gd name="connsiteY0" fmla="*/ 1082 h 5821527"/>
              <a:gd name="connsiteX1" fmla="*/ 4620510 w 4620510"/>
              <a:gd name="connsiteY1" fmla="*/ 0 h 5821527"/>
              <a:gd name="connsiteX2" fmla="*/ 1692250 w 4620510"/>
              <a:gd name="connsiteY2" fmla="*/ 5821527 h 5821527"/>
              <a:gd name="connsiteX3" fmla="*/ 0 w 4620510"/>
              <a:gd name="connsiteY3" fmla="*/ 5821527 h 5821527"/>
              <a:gd name="connsiteX4" fmla="*/ 2616040 w 4620510"/>
              <a:gd name="connsiteY4" fmla="*/ 1082 h 5821527"/>
              <a:gd name="connsiteX0" fmla="*/ 2780776 w 4620510"/>
              <a:gd name="connsiteY0" fmla="*/ 1082 h 5821527"/>
              <a:gd name="connsiteX1" fmla="*/ 4620510 w 4620510"/>
              <a:gd name="connsiteY1" fmla="*/ 0 h 5821527"/>
              <a:gd name="connsiteX2" fmla="*/ 1692250 w 4620510"/>
              <a:gd name="connsiteY2" fmla="*/ 5821527 h 5821527"/>
              <a:gd name="connsiteX3" fmla="*/ 0 w 4620510"/>
              <a:gd name="connsiteY3" fmla="*/ 5821527 h 5821527"/>
              <a:gd name="connsiteX4" fmla="*/ 2780776 w 4620510"/>
              <a:gd name="connsiteY4" fmla="*/ 1082 h 5821527"/>
              <a:gd name="connsiteX0" fmla="*/ 2780776 w 4526375"/>
              <a:gd name="connsiteY0" fmla="*/ 11473 h 5831918"/>
              <a:gd name="connsiteX1" fmla="*/ 4526375 w 4526375"/>
              <a:gd name="connsiteY1" fmla="*/ 0 h 5831918"/>
              <a:gd name="connsiteX2" fmla="*/ 1692250 w 4526375"/>
              <a:gd name="connsiteY2" fmla="*/ 5831918 h 5831918"/>
              <a:gd name="connsiteX3" fmla="*/ 0 w 4526375"/>
              <a:gd name="connsiteY3" fmla="*/ 5831918 h 5831918"/>
              <a:gd name="connsiteX4" fmla="*/ 2780776 w 4526375"/>
              <a:gd name="connsiteY4" fmla="*/ 11473 h 5831918"/>
              <a:gd name="connsiteX0" fmla="*/ 2780776 w 4526375"/>
              <a:gd name="connsiteY0" fmla="*/ 0 h 5820445"/>
              <a:gd name="connsiteX1" fmla="*/ 4526375 w 4526375"/>
              <a:gd name="connsiteY1" fmla="*/ 9309 h 5820445"/>
              <a:gd name="connsiteX2" fmla="*/ 1692250 w 4526375"/>
              <a:gd name="connsiteY2" fmla="*/ 5820445 h 5820445"/>
              <a:gd name="connsiteX3" fmla="*/ 0 w 4526375"/>
              <a:gd name="connsiteY3" fmla="*/ 5820445 h 5820445"/>
              <a:gd name="connsiteX4" fmla="*/ 2780776 w 4526375"/>
              <a:gd name="connsiteY4" fmla="*/ 0 h 5820445"/>
              <a:gd name="connsiteX0" fmla="*/ 2780776 w 4526375"/>
              <a:gd name="connsiteY0" fmla="*/ 6278 h 5811136"/>
              <a:gd name="connsiteX1" fmla="*/ 4526375 w 4526375"/>
              <a:gd name="connsiteY1" fmla="*/ 0 h 5811136"/>
              <a:gd name="connsiteX2" fmla="*/ 1692250 w 4526375"/>
              <a:gd name="connsiteY2" fmla="*/ 5811136 h 5811136"/>
              <a:gd name="connsiteX3" fmla="*/ 0 w 4526375"/>
              <a:gd name="connsiteY3" fmla="*/ 5811136 h 5811136"/>
              <a:gd name="connsiteX4" fmla="*/ 2780776 w 4526375"/>
              <a:gd name="connsiteY4" fmla="*/ 6278 h 5811136"/>
              <a:gd name="connsiteX0" fmla="*/ 2828323 w 4526375"/>
              <a:gd name="connsiteY0" fmla="*/ 0 h 5814189"/>
              <a:gd name="connsiteX1" fmla="*/ 4526375 w 4526375"/>
              <a:gd name="connsiteY1" fmla="*/ 3053 h 5814189"/>
              <a:gd name="connsiteX2" fmla="*/ 1692250 w 4526375"/>
              <a:gd name="connsiteY2" fmla="*/ 5814189 h 5814189"/>
              <a:gd name="connsiteX3" fmla="*/ 0 w 4526375"/>
              <a:gd name="connsiteY3" fmla="*/ 5814189 h 5814189"/>
              <a:gd name="connsiteX4" fmla="*/ 2828323 w 4526375"/>
              <a:gd name="connsiteY4" fmla="*/ 0 h 5814189"/>
              <a:gd name="connsiteX0" fmla="*/ 2828323 w 4526375"/>
              <a:gd name="connsiteY0" fmla="*/ 1048 h 5811136"/>
              <a:gd name="connsiteX1" fmla="*/ 4526375 w 4526375"/>
              <a:gd name="connsiteY1" fmla="*/ 0 h 5811136"/>
              <a:gd name="connsiteX2" fmla="*/ 1692250 w 4526375"/>
              <a:gd name="connsiteY2" fmla="*/ 5811136 h 5811136"/>
              <a:gd name="connsiteX3" fmla="*/ 0 w 4526375"/>
              <a:gd name="connsiteY3" fmla="*/ 5811136 h 5811136"/>
              <a:gd name="connsiteX4" fmla="*/ 2828323 w 4526375"/>
              <a:gd name="connsiteY4" fmla="*/ 1048 h 5811136"/>
              <a:gd name="connsiteX0" fmla="*/ 2207366 w 4526375"/>
              <a:gd name="connsiteY0" fmla="*/ 10475 h 5811136"/>
              <a:gd name="connsiteX1" fmla="*/ 4526375 w 4526375"/>
              <a:gd name="connsiteY1" fmla="*/ 0 h 5811136"/>
              <a:gd name="connsiteX2" fmla="*/ 1692250 w 4526375"/>
              <a:gd name="connsiteY2" fmla="*/ 5811136 h 5811136"/>
              <a:gd name="connsiteX3" fmla="*/ 0 w 4526375"/>
              <a:gd name="connsiteY3" fmla="*/ 5811136 h 5811136"/>
              <a:gd name="connsiteX4" fmla="*/ 2207366 w 4526375"/>
              <a:gd name="connsiteY4" fmla="*/ 10475 h 5811136"/>
              <a:gd name="connsiteX0" fmla="*/ 2197638 w 4526375"/>
              <a:gd name="connsiteY0" fmla="*/ 4125 h 5811136"/>
              <a:gd name="connsiteX1" fmla="*/ 4526375 w 4526375"/>
              <a:gd name="connsiteY1" fmla="*/ 0 h 5811136"/>
              <a:gd name="connsiteX2" fmla="*/ 1692250 w 4526375"/>
              <a:gd name="connsiteY2" fmla="*/ 5811136 h 5811136"/>
              <a:gd name="connsiteX3" fmla="*/ 0 w 4526375"/>
              <a:gd name="connsiteY3" fmla="*/ 5811136 h 5811136"/>
              <a:gd name="connsiteX4" fmla="*/ 2197638 w 4526375"/>
              <a:gd name="connsiteY4" fmla="*/ 4125 h 5811136"/>
              <a:gd name="connsiteX0" fmla="*/ 2187911 w 4526375"/>
              <a:gd name="connsiteY0" fmla="*/ 0 h 5813361"/>
              <a:gd name="connsiteX1" fmla="*/ 4526375 w 4526375"/>
              <a:gd name="connsiteY1" fmla="*/ 2225 h 5813361"/>
              <a:gd name="connsiteX2" fmla="*/ 1692250 w 4526375"/>
              <a:gd name="connsiteY2" fmla="*/ 5813361 h 5813361"/>
              <a:gd name="connsiteX3" fmla="*/ 0 w 4526375"/>
              <a:gd name="connsiteY3" fmla="*/ 5813361 h 5813361"/>
              <a:gd name="connsiteX4" fmla="*/ 2187911 w 4526375"/>
              <a:gd name="connsiteY4" fmla="*/ 0 h 5813361"/>
              <a:gd name="connsiteX0" fmla="*/ 2158728 w 4526375"/>
              <a:gd name="connsiteY0" fmla="*/ 0 h 5813361"/>
              <a:gd name="connsiteX1" fmla="*/ 4526375 w 4526375"/>
              <a:gd name="connsiteY1" fmla="*/ 2225 h 5813361"/>
              <a:gd name="connsiteX2" fmla="*/ 1692250 w 4526375"/>
              <a:gd name="connsiteY2" fmla="*/ 5813361 h 5813361"/>
              <a:gd name="connsiteX3" fmla="*/ 0 w 4526375"/>
              <a:gd name="connsiteY3" fmla="*/ 5813361 h 5813361"/>
              <a:gd name="connsiteX4" fmla="*/ 2158728 w 4526375"/>
              <a:gd name="connsiteY4" fmla="*/ 0 h 5813361"/>
              <a:gd name="connsiteX0" fmla="*/ 2771564 w 5139211"/>
              <a:gd name="connsiteY0" fmla="*/ 0 h 5819711"/>
              <a:gd name="connsiteX1" fmla="*/ 5139211 w 5139211"/>
              <a:gd name="connsiteY1" fmla="*/ 2225 h 5819711"/>
              <a:gd name="connsiteX2" fmla="*/ 2305086 w 5139211"/>
              <a:gd name="connsiteY2" fmla="*/ 5813361 h 5819711"/>
              <a:gd name="connsiteX3" fmla="*/ 0 w 5139211"/>
              <a:gd name="connsiteY3" fmla="*/ 5819711 h 5819711"/>
              <a:gd name="connsiteX4" fmla="*/ 2771564 w 5139211"/>
              <a:gd name="connsiteY4" fmla="*/ 0 h 5819711"/>
              <a:gd name="connsiteX0" fmla="*/ 2771564 w 5139211"/>
              <a:gd name="connsiteY0" fmla="*/ 0 h 5815517"/>
              <a:gd name="connsiteX1" fmla="*/ 5139211 w 5139211"/>
              <a:gd name="connsiteY1" fmla="*/ 2225 h 5815517"/>
              <a:gd name="connsiteX2" fmla="*/ 2305086 w 5139211"/>
              <a:gd name="connsiteY2" fmla="*/ 5813361 h 5815517"/>
              <a:gd name="connsiteX3" fmla="*/ 0 w 5139211"/>
              <a:gd name="connsiteY3" fmla="*/ 5815517 h 5815517"/>
              <a:gd name="connsiteX4" fmla="*/ 2771564 w 5139211"/>
              <a:gd name="connsiteY4" fmla="*/ 0 h 5815517"/>
              <a:gd name="connsiteX0" fmla="*/ 2791575 w 5159222"/>
              <a:gd name="connsiteY0" fmla="*/ 0 h 5815517"/>
              <a:gd name="connsiteX1" fmla="*/ 5159222 w 5159222"/>
              <a:gd name="connsiteY1" fmla="*/ 2225 h 5815517"/>
              <a:gd name="connsiteX2" fmla="*/ 2325097 w 5159222"/>
              <a:gd name="connsiteY2" fmla="*/ 5813361 h 5815517"/>
              <a:gd name="connsiteX3" fmla="*/ 0 w 5159222"/>
              <a:gd name="connsiteY3" fmla="*/ 5815517 h 5815517"/>
              <a:gd name="connsiteX4" fmla="*/ 2791575 w 5159222"/>
              <a:gd name="connsiteY4" fmla="*/ 0 h 58155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159222" h="5815517">
                <a:moveTo>
                  <a:pt x="2791575" y="0"/>
                </a:moveTo>
                <a:lnTo>
                  <a:pt x="5159222" y="2225"/>
                </a:lnTo>
                <a:lnTo>
                  <a:pt x="2325097" y="5813361"/>
                </a:lnTo>
                <a:lnTo>
                  <a:pt x="0" y="5815517"/>
                </a:lnTo>
                <a:lnTo>
                  <a:pt x="2791575" y="0"/>
                </a:lnTo>
                <a:close/>
              </a:path>
            </a:pathLst>
          </a:custGeom>
          <a:solidFill>
            <a:srgbClr val="10A98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231956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Rectangle 4">
            <a:extLst>
              <a:ext uri="{FF2B5EF4-FFF2-40B4-BE49-F238E27FC236}">
                <a16:creationId xmlns:a16="http://schemas.microsoft.com/office/drawing/2014/main" id="{15023EA1-4472-B0CB-D480-24D491514BE4}"/>
              </a:ext>
            </a:extLst>
          </p:cNvPr>
          <p:cNvSpPr/>
          <p:nvPr userDrawn="1"/>
        </p:nvSpPr>
        <p:spPr>
          <a:xfrm rot="10800000">
            <a:off x="6388859" y="-645851"/>
            <a:ext cx="5606988" cy="8113011"/>
          </a:xfrm>
          <a:custGeom>
            <a:avLst/>
            <a:gdLst>
              <a:gd name="connsiteX0" fmla="*/ 0 w 2505206"/>
              <a:gd name="connsiteY0" fmla="*/ 0 h 5824603"/>
              <a:gd name="connsiteX1" fmla="*/ 2505206 w 2505206"/>
              <a:gd name="connsiteY1" fmla="*/ 0 h 5824603"/>
              <a:gd name="connsiteX2" fmla="*/ 2505206 w 2505206"/>
              <a:gd name="connsiteY2" fmla="*/ 5824603 h 5824603"/>
              <a:gd name="connsiteX3" fmla="*/ 0 w 2505206"/>
              <a:gd name="connsiteY3" fmla="*/ 5824603 h 5824603"/>
              <a:gd name="connsiteX4" fmla="*/ 0 w 2505206"/>
              <a:gd name="connsiteY4" fmla="*/ 0 h 5824603"/>
              <a:gd name="connsiteX0" fmla="*/ 0 w 3535109"/>
              <a:gd name="connsiteY0" fmla="*/ 0 h 5824603"/>
              <a:gd name="connsiteX1" fmla="*/ 3535109 w 3535109"/>
              <a:gd name="connsiteY1" fmla="*/ 0 h 5824603"/>
              <a:gd name="connsiteX2" fmla="*/ 2505206 w 3535109"/>
              <a:gd name="connsiteY2" fmla="*/ 5824603 h 5824603"/>
              <a:gd name="connsiteX3" fmla="*/ 0 w 3535109"/>
              <a:gd name="connsiteY3" fmla="*/ 5824603 h 5824603"/>
              <a:gd name="connsiteX4" fmla="*/ 0 w 3535109"/>
              <a:gd name="connsiteY4" fmla="*/ 0 h 5824603"/>
              <a:gd name="connsiteX0" fmla="*/ 1126156 w 3535109"/>
              <a:gd name="connsiteY0" fmla="*/ 0 h 5834229"/>
              <a:gd name="connsiteX1" fmla="*/ 3535109 w 3535109"/>
              <a:gd name="connsiteY1" fmla="*/ 9626 h 5834229"/>
              <a:gd name="connsiteX2" fmla="*/ 2505206 w 3535109"/>
              <a:gd name="connsiteY2" fmla="*/ 5834229 h 5834229"/>
              <a:gd name="connsiteX3" fmla="*/ 0 w 3535109"/>
              <a:gd name="connsiteY3" fmla="*/ 5834229 h 5834229"/>
              <a:gd name="connsiteX4" fmla="*/ 1126156 w 3535109"/>
              <a:gd name="connsiteY4" fmla="*/ 0 h 5834229"/>
              <a:gd name="connsiteX0" fmla="*/ 1103854 w 3535109"/>
              <a:gd name="connsiteY0" fmla="*/ 20110 h 5824603"/>
              <a:gd name="connsiteX1" fmla="*/ 3535109 w 3535109"/>
              <a:gd name="connsiteY1" fmla="*/ 0 h 5824603"/>
              <a:gd name="connsiteX2" fmla="*/ 2505206 w 3535109"/>
              <a:gd name="connsiteY2" fmla="*/ 5824603 h 5824603"/>
              <a:gd name="connsiteX3" fmla="*/ 0 w 3535109"/>
              <a:gd name="connsiteY3" fmla="*/ 5824603 h 5824603"/>
              <a:gd name="connsiteX4" fmla="*/ 1103854 w 3535109"/>
              <a:gd name="connsiteY4" fmla="*/ 20110 h 5824603"/>
              <a:gd name="connsiteX0" fmla="*/ 1111288 w 3535109"/>
              <a:gd name="connsiteY0" fmla="*/ 0 h 5826795"/>
              <a:gd name="connsiteX1" fmla="*/ 3535109 w 3535109"/>
              <a:gd name="connsiteY1" fmla="*/ 2192 h 5826795"/>
              <a:gd name="connsiteX2" fmla="*/ 2505206 w 3535109"/>
              <a:gd name="connsiteY2" fmla="*/ 5826795 h 5826795"/>
              <a:gd name="connsiteX3" fmla="*/ 0 w 3535109"/>
              <a:gd name="connsiteY3" fmla="*/ 5826795 h 5826795"/>
              <a:gd name="connsiteX4" fmla="*/ 1111288 w 3535109"/>
              <a:gd name="connsiteY4" fmla="*/ 0 h 5826795"/>
              <a:gd name="connsiteX0" fmla="*/ 1111288 w 4940163"/>
              <a:gd name="connsiteY0" fmla="*/ 0 h 5826795"/>
              <a:gd name="connsiteX1" fmla="*/ 4940163 w 4940163"/>
              <a:gd name="connsiteY1" fmla="*/ 2192 h 5826795"/>
              <a:gd name="connsiteX2" fmla="*/ 2505206 w 4940163"/>
              <a:gd name="connsiteY2" fmla="*/ 5826795 h 5826795"/>
              <a:gd name="connsiteX3" fmla="*/ 0 w 4940163"/>
              <a:gd name="connsiteY3" fmla="*/ 5826795 h 5826795"/>
              <a:gd name="connsiteX4" fmla="*/ 1111288 w 4940163"/>
              <a:gd name="connsiteY4" fmla="*/ 0 h 5826795"/>
              <a:gd name="connsiteX0" fmla="*/ 2486605 w 4940163"/>
              <a:gd name="connsiteY0" fmla="*/ 0 h 5826795"/>
              <a:gd name="connsiteX1" fmla="*/ 4940163 w 4940163"/>
              <a:gd name="connsiteY1" fmla="*/ 2192 h 5826795"/>
              <a:gd name="connsiteX2" fmla="*/ 2505206 w 4940163"/>
              <a:gd name="connsiteY2" fmla="*/ 5826795 h 5826795"/>
              <a:gd name="connsiteX3" fmla="*/ 0 w 4940163"/>
              <a:gd name="connsiteY3" fmla="*/ 5826795 h 5826795"/>
              <a:gd name="connsiteX4" fmla="*/ 2486605 w 4940163"/>
              <a:gd name="connsiteY4" fmla="*/ 0 h 5826795"/>
              <a:gd name="connsiteX0" fmla="*/ 2486605 w 4940163"/>
              <a:gd name="connsiteY0" fmla="*/ 0 h 5826795"/>
              <a:gd name="connsiteX1" fmla="*/ 4940163 w 4940163"/>
              <a:gd name="connsiteY1" fmla="*/ 2192 h 5826795"/>
              <a:gd name="connsiteX2" fmla="*/ 2001457 w 4940163"/>
              <a:gd name="connsiteY2" fmla="*/ 5826795 h 5826795"/>
              <a:gd name="connsiteX3" fmla="*/ 0 w 4940163"/>
              <a:gd name="connsiteY3" fmla="*/ 5826795 h 5826795"/>
              <a:gd name="connsiteX4" fmla="*/ 2486605 w 4940163"/>
              <a:gd name="connsiteY4" fmla="*/ 0 h 5826795"/>
              <a:gd name="connsiteX0" fmla="*/ 2486605 w 4478393"/>
              <a:gd name="connsiteY0" fmla="*/ 10165 h 5836960"/>
              <a:gd name="connsiteX1" fmla="*/ 4478393 w 4478393"/>
              <a:gd name="connsiteY1" fmla="*/ 0 h 5836960"/>
              <a:gd name="connsiteX2" fmla="*/ 2001457 w 4478393"/>
              <a:gd name="connsiteY2" fmla="*/ 5836960 h 5836960"/>
              <a:gd name="connsiteX3" fmla="*/ 0 w 4478393"/>
              <a:gd name="connsiteY3" fmla="*/ 5836960 h 5836960"/>
              <a:gd name="connsiteX4" fmla="*/ 2486605 w 4478393"/>
              <a:gd name="connsiteY4" fmla="*/ 10165 h 5836960"/>
              <a:gd name="connsiteX0" fmla="*/ 2486605 w 4422421"/>
              <a:gd name="connsiteY0" fmla="*/ 10165 h 5836960"/>
              <a:gd name="connsiteX1" fmla="*/ 4422421 w 4422421"/>
              <a:gd name="connsiteY1" fmla="*/ 0 h 5836960"/>
              <a:gd name="connsiteX2" fmla="*/ 2001457 w 4422421"/>
              <a:gd name="connsiteY2" fmla="*/ 5836960 h 5836960"/>
              <a:gd name="connsiteX3" fmla="*/ 0 w 4422421"/>
              <a:gd name="connsiteY3" fmla="*/ 5836960 h 5836960"/>
              <a:gd name="connsiteX4" fmla="*/ 2486605 w 4422421"/>
              <a:gd name="connsiteY4" fmla="*/ 10165 h 5836960"/>
              <a:gd name="connsiteX0" fmla="*/ 2486605 w 4478393"/>
              <a:gd name="connsiteY0" fmla="*/ 0 h 5826795"/>
              <a:gd name="connsiteX1" fmla="*/ 4478393 w 4478393"/>
              <a:gd name="connsiteY1" fmla="*/ 14549 h 5826795"/>
              <a:gd name="connsiteX2" fmla="*/ 2001457 w 4478393"/>
              <a:gd name="connsiteY2" fmla="*/ 5826795 h 5826795"/>
              <a:gd name="connsiteX3" fmla="*/ 0 w 4478393"/>
              <a:gd name="connsiteY3" fmla="*/ 5826795 h 5826795"/>
              <a:gd name="connsiteX4" fmla="*/ 2486605 w 4478393"/>
              <a:gd name="connsiteY4" fmla="*/ 0 h 5826795"/>
              <a:gd name="connsiteX0" fmla="*/ 2486605 w 4522645"/>
              <a:gd name="connsiteY0" fmla="*/ 1082 h 5827877"/>
              <a:gd name="connsiteX1" fmla="*/ 4522645 w 4522645"/>
              <a:gd name="connsiteY1" fmla="*/ 0 h 5827877"/>
              <a:gd name="connsiteX2" fmla="*/ 2001457 w 4522645"/>
              <a:gd name="connsiteY2" fmla="*/ 5827877 h 5827877"/>
              <a:gd name="connsiteX3" fmla="*/ 0 w 4522645"/>
              <a:gd name="connsiteY3" fmla="*/ 5827877 h 5827877"/>
              <a:gd name="connsiteX4" fmla="*/ 2486605 w 4522645"/>
              <a:gd name="connsiteY4" fmla="*/ 1082 h 5827877"/>
              <a:gd name="connsiteX0" fmla="*/ 2486605 w 4491075"/>
              <a:gd name="connsiteY0" fmla="*/ 1082 h 5827877"/>
              <a:gd name="connsiteX1" fmla="*/ 4491075 w 4491075"/>
              <a:gd name="connsiteY1" fmla="*/ 0 h 5827877"/>
              <a:gd name="connsiteX2" fmla="*/ 2001457 w 4491075"/>
              <a:gd name="connsiteY2" fmla="*/ 5827877 h 5827877"/>
              <a:gd name="connsiteX3" fmla="*/ 0 w 4491075"/>
              <a:gd name="connsiteY3" fmla="*/ 5827877 h 5827877"/>
              <a:gd name="connsiteX4" fmla="*/ 2486605 w 4491075"/>
              <a:gd name="connsiteY4" fmla="*/ 1082 h 5827877"/>
              <a:gd name="connsiteX0" fmla="*/ 2616040 w 4620510"/>
              <a:gd name="connsiteY0" fmla="*/ 1082 h 5827877"/>
              <a:gd name="connsiteX1" fmla="*/ 4620510 w 4620510"/>
              <a:gd name="connsiteY1" fmla="*/ 0 h 5827877"/>
              <a:gd name="connsiteX2" fmla="*/ 2130892 w 4620510"/>
              <a:gd name="connsiteY2" fmla="*/ 5827877 h 5827877"/>
              <a:gd name="connsiteX3" fmla="*/ 0 w 4620510"/>
              <a:gd name="connsiteY3" fmla="*/ 5821527 h 5827877"/>
              <a:gd name="connsiteX4" fmla="*/ 2616040 w 4620510"/>
              <a:gd name="connsiteY4" fmla="*/ 1082 h 5827877"/>
              <a:gd name="connsiteX0" fmla="*/ 2616040 w 4620510"/>
              <a:gd name="connsiteY0" fmla="*/ 1082 h 5821527"/>
              <a:gd name="connsiteX1" fmla="*/ 4620510 w 4620510"/>
              <a:gd name="connsiteY1" fmla="*/ 0 h 5821527"/>
              <a:gd name="connsiteX2" fmla="*/ 1828876 w 4620510"/>
              <a:gd name="connsiteY2" fmla="*/ 5821527 h 5821527"/>
              <a:gd name="connsiteX3" fmla="*/ 0 w 4620510"/>
              <a:gd name="connsiteY3" fmla="*/ 5821527 h 5821527"/>
              <a:gd name="connsiteX4" fmla="*/ 2616040 w 4620510"/>
              <a:gd name="connsiteY4" fmla="*/ 1082 h 5821527"/>
              <a:gd name="connsiteX0" fmla="*/ 2616040 w 4620510"/>
              <a:gd name="connsiteY0" fmla="*/ 1082 h 5821527"/>
              <a:gd name="connsiteX1" fmla="*/ 4620510 w 4620510"/>
              <a:gd name="connsiteY1" fmla="*/ 0 h 5821527"/>
              <a:gd name="connsiteX2" fmla="*/ 1641914 w 4620510"/>
              <a:gd name="connsiteY2" fmla="*/ 5821527 h 5821527"/>
              <a:gd name="connsiteX3" fmla="*/ 0 w 4620510"/>
              <a:gd name="connsiteY3" fmla="*/ 5821527 h 5821527"/>
              <a:gd name="connsiteX4" fmla="*/ 2616040 w 4620510"/>
              <a:gd name="connsiteY4" fmla="*/ 1082 h 5821527"/>
              <a:gd name="connsiteX0" fmla="*/ 2616040 w 4620510"/>
              <a:gd name="connsiteY0" fmla="*/ 1082 h 5821527"/>
              <a:gd name="connsiteX1" fmla="*/ 4620510 w 4620510"/>
              <a:gd name="connsiteY1" fmla="*/ 0 h 5821527"/>
              <a:gd name="connsiteX2" fmla="*/ 1699441 w 4620510"/>
              <a:gd name="connsiteY2" fmla="*/ 5808827 h 5821527"/>
              <a:gd name="connsiteX3" fmla="*/ 0 w 4620510"/>
              <a:gd name="connsiteY3" fmla="*/ 5821527 h 5821527"/>
              <a:gd name="connsiteX4" fmla="*/ 2616040 w 4620510"/>
              <a:gd name="connsiteY4" fmla="*/ 1082 h 5821527"/>
              <a:gd name="connsiteX0" fmla="*/ 2616040 w 4620510"/>
              <a:gd name="connsiteY0" fmla="*/ 1082 h 5821527"/>
              <a:gd name="connsiteX1" fmla="*/ 4620510 w 4620510"/>
              <a:gd name="connsiteY1" fmla="*/ 0 h 5821527"/>
              <a:gd name="connsiteX2" fmla="*/ 1692250 w 4620510"/>
              <a:gd name="connsiteY2" fmla="*/ 5821527 h 5821527"/>
              <a:gd name="connsiteX3" fmla="*/ 0 w 4620510"/>
              <a:gd name="connsiteY3" fmla="*/ 5821527 h 5821527"/>
              <a:gd name="connsiteX4" fmla="*/ 2616040 w 4620510"/>
              <a:gd name="connsiteY4" fmla="*/ 1082 h 5821527"/>
              <a:gd name="connsiteX0" fmla="*/ 2780776 w 4620510"/>
              <a:gd name="connsiteY0" fmla="*/ 1082 h 5821527"/>
              <a:gd name="connsiteX1" fmla="*/ 4620510 w 4620510"/>
              <a:gd name="connsiteY1" fmla="*/ 0 h 5821527"/>
              <a:gd name="connsiteX2" fmla="*/ 1692250 w 4620510"/>
              <a:gd name="connsiteY2" fmla="*/ 5821527 h 5821527"/>
              <a:gd name="connsiteX3" fmla="*/ 0 w 4620510"/>
              <a:gd name="connsiteY3" fmla="*/ 5821527 h 5821527"/>
              <a:gd name="connsiteX4" fmla="*/ 2780776 w 4620510"/>
              <a:gd name="connsiteY4" fmla="*/ 1082 h 5821527"/>
              <a:gd name="connsiteX0" fmla="*/ 2780776 w 4526375"/>
              <a:gd name="connsiteY0" fmla="*/ 11473 h 5831918"/>
              <a:gd name="connsiteX1" fmla="*/ 4526375 w 4526375"/>
              <a:gd name="connsiteY1" fmla="*/ 0 h 5831918"/>
              <a:gd name="connsiteX2" fmla="*/ 1692250 w 4526375"/>
              <a:gd name="connsiteY2" fmla="*/ 5831918 h 5831918"/>
              <a:gd name="connsiteX3" fmla="*/ 0 w 4526375"/>
              <a:gd name="connsiteY3" fmla="*/ 5831918 h 5831918"/>
              <a:gd name="connsiteX4" fmla="*/ 2780776 w 4526375"/>
              <a:gd name="connsiteY4" fmla="*/ 11473 h 5831918"/>
              <a:gd name="connsiteX0" fmla="*/ 2780776 w 4526375"/>
              <a:gd name="connsiteY0" fmla="*/ 0 h 5820445"/>
              <a:gd name="connsiteX1" fmla="*/ 4526375 w 4526375"/>
              <a:gd name="connsiteY1" fmla="*/ 9309 h 5820445"/>
              <a:gd name="connsiteX2" fmla="*/ 1692250 w 4526375"/>
              <a:gd name="connsiteY2" fmla="*/ 5820445 h 5820445"/>
              <a:gd name="connsiteX3" fmla="*/ 0 w 4526375"/>
              <a:gd name="connsiteY3" fmla="*/ 5820445 h 5820445"/>
              <a:gd name="connsiteX4" fmla="*/ 2780776 w 4526375"/>
              <a:gd name="connsiteY4" fmla="*/ 0 h 5820445"/>
              <a:gd name="connsiteX0" fmla="*/ 2780776 w 4526375"/>
              <a:gd name="connsiteY0" fmla="*/ 6278 h 5811136"/>
              <a:gd name="connsiteX1" fmla="*/ 4526375 w 4526375"/>
              <a:gd name="connsiteY1" fmla="*/ 0 h 5811136"/>
              <a:gd name="connsiteX2" fmla="*/ 1692250 w 4526375"/>
              <a:gd name="connsiteY2" fmla="*/ 5811136 h 5811136"/>
              <a:gd name="connsiteX3" fmla="*/ 0 w 4526375"/>
              <a:gd name="connsiteY3" fmla="*/ 5811136 h 5811136"/>
              <a:gd name="connsiteX4" fmla="*/ 2780776 w 4526375"/>
              <a:gd name="connsiteY4" fmla="*/ 6278 h 5811136"/>
              <a:gd name="connsiteX0" fmla="*/ 2828323 w 4526375"/>
              <a:gd name="connsiteY0" fmla="*/ 0 h 5814189"/>
              <a:gd name="connsiteX1" fmla="*/ 4526375 w 4526375"/>
              <a:gd name="connsiteY1" fmla="*/ 3053 h 5814189"/>
              <a:gd name="connsiteX2" fmla="*/ 1692250 w 4526375"/>
              <a:gd name="connsiteY2" fmla="*/ 5814189 h 5814189"/>
              <a:gd name="connsiteX3" fmla="*/ 0 w 4526375"/>
              <a:gd name="connsiteY3" fmla="*/ 5814189 h 5814189"/>
              <a:gd name="connsiteX4" fmla="*/ 2828323 w 4526375"/>
              <a:gd name="connsiteY4" fmla="*/ 0 h 5814189"/>
              <a:gd name="connsiteX0" fmla="*/ 2828323 w 4526375"/>
              <a:gd name="connsiteY0" fmla="*/ 1048 h 5811136"/>
              <a:gd name="connsiteX1" fmla="*/ 4526375 w 4526375"/>
              <a:gd name="connsiteY1" fmla="*/ 0 h 5811136"/>
              <a:gd name="connsiteX2" fmla="*/ 1692250 w 4526375"/>
              <a:gd name="connsiteY2" fmla="*/ 5811136 h 5811136"/>
              <a:gd name="connsiteX3" fmla="*/ 0 w 4526375"/>
              <a:gd name="connsiteY3" fmla="*/ 5811136 h 5811136"/>
              <a:gd name="connsiteX4" fmla="*/ 2828323 w 4526375"/>
              <a:gd name="connsiteY4" fmla="*/ 1048 h 5811136"/>
              <a:gd name="connsiteX0" fmla="*/ 1712019 w 4526375"/>
              <a:gd name="connsiteY0" fmla="*/ 1048 h 5811136"/>
              <a:gd name="connsiteX1" fmla="*/ 4526375 w 4526375"/>
              <a:gd name="connsiteY1" fmla="*/ 0 h 5811136"/>
              <a:gd name="connsiteX2" fmla="*/ 1692250 w 4526375"/>
              <a:gd name="connsiteY2" fmla="*/ 5811136 h 5811136"/>
              <a:gd name="connsiteX3" fmla="*/ 0 w 4526375"/>
              <a:gd name="connsiteY3" fmla="*/ 5811136 h 5811136"/>
              <a:gd name="connsiteX4" fmla="*/ 1712019 w 4526375"/>
              <a:gd name="connsiteY4" fmla="*/ 1048 h 5811136"/>
              <a:gd name="connsiteX0" fmla="*/ 2828323 w 5642679"/>
              <a:gd name="connsiteY0" fmla="*/ 1048 h 5811136"/>
              <a:gd name="connsiteX1" fmla="*/ 5642679 w 5642679"/>
              <a:gd name="connsiteY1" fmla="*/ 0 h 5811136"/>
              <a:gd name="connsiteX2" fmla="*/ 2808554 w 5642679"/>
              <a:gd name="connsiteY2" fmla="*/ 5811136 h 5811136"/>
              <a:gd name="connsiteX3" fmla="*/ 0 w 5642679"/>
              <a:gd name="connsiteY3" fmla="*/ 5811136 h 5811136"/>
              <a:gd name="connsiteX4" fmla="*/ 2828323 w 5642679"/>
              <a:gd name="connsiteY4" fmla="*/ 1048 h 58111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642679" h="5811136">
                <a:moveTo>
                  <a:pt x="2828323" y="1048"/>
                </a:moveTo>
                <a:lnTo>
                  <a:pt x="5642679" y="0"/>
                </a:lnTo>
                <a:lnTo>
                  <a:pt x="2808554" y="5811136"/>
                </a:lnTo>
                <a:lnTo>
                  <a:pt x="0" y="5811136"/>
                </a:lnTo>
                <a:lnTo>
                  <a:pt x="2828323" y="1048"/>
                </a:lnTo>
                <a:close/>
              </a:path>
            </a:pathLst>
          </a:custGeom>
          <a:solidFill>
            <a:srgbClr val="02A988">
              <a:alpha val="75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E25674-EFEC-ACF2-AFCB-5DD8AA0667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116756" y="6356350"/>
            <a:ext cx="3489542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ECF6E4-E279-32C0-CD5F-B94A164AD3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382188" y="6362700"/>
            <a:ext cx="630763" cy="365125"/>
          </a:xfrm>
        </p:spPr>
        <p:txBody>
          <a:bodyPr/>
          <a:lstStyle>
            <a:lvl1pPr algn="l">
              <a:defRPr/>
            </a:lvl1pPr>
          </a:lstStyle>
          <a:p>
            <a:fld id="{7C8598A7-94B2-594C-8A98-02B4613DD734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10" name="Graphic 9">
            <a:extLst>
              <a:ext uri="{FF2B5EF4-FFF2-40B4-BE49-F238E27FC236}">
                <a16:creationId xmlns:a16="http://schemas.microsoft.com/office/drawing/2014/main" id="{FC628655-C9D2-22C7-DA49-4A374607DE00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76076" y="903863"/>
            <a:ext cx="3132871" cy="1086445"/>
          </a:xfrm>
          <a:prstGeom prst="rect">
            <a:avLst/>
          </a:prstGeom>
        </p:spPr>
      </p:pic>
      <p:sp>
        <p:nvSpPr>
          <p:cNvPr id="22" name="Rectangle 4">
            <a:extLst>
              <a:ext uri="{FF2B5EF4-FFF2-40B4-BE49-F238E27FC236}">
                <a16:creationId xmlns:a16="http://schemas.microsoft.com/office/drawing/2014/main" id="{C17991BB-08A5-369C-9C0B-E39CFB6D97E0}"/>
              </a:ext>
            </a:extLst>
          </p:cNvPr>
          <p:cNvSpPr/>
          <p:nvPr userDrawn="1"/>
        </p:nvSpPr>
        <p:spPr>
          <a:xfrm rot="10800000">
            <a:off x="3708947" y="-9614233"/>
            <a:ext cx="2954751" cy="5811136"/>
          </a:xfrm>
          <a:custGeom>
            <a:avLst/>
            <a:gdLst>
              <a:gd name="connsiteX0" fmla="*/ 0 w 2505206"/>
              <a:gd name="connsiteY0" fmla="*/ 0 h 5824603"/>
              <a:gd name="connsiteX1" fmla="*/ 2505206 w 2505206"/>
              <a:gd name="connsiteY1" fmla="*/ 0 h 5824603"/>
              <a:gd name="connsiteX2" fmla="*/ 2505206 w 2505206"/>
              <a:gd name="connsiteY2" fmla="*/ 5824603 h 5824603"/>
              <a:gd name="connsiteX3" fmla="*/ 0 w 2505206"/>
              <a:gd name="connsiteY3" fmla="*/ 5824603 h 5824603"/>
              <a:gd name="connsiteX4" fmla="*/ 0 w 2505206"/>
              <a:gd name="connsiteY4" fmla="*/ 0 h 5824603"/>
              <a:gd name="connsiteX0" fmla="*/ 0 w 3535109"/>
              <a:gd name="connsiteY0" fmla="*/ 0 h 5824603"/>
              <a:gd name="connsiteX1" fmla="*/ 3535109 w 3535109"/>
              <a:gd name="connsiteY1" fmla="*/ 0 h 5824603"/>
              <a:gd name="connsiteX2" fmla="*/ 2505206 w 3535109"/>
              <a:gd name="connsiteY2" fmla="*/ 5824603 h 5824603"/>
              <a:gd name="connsiteX3" fmla="*/ 0 w 3535109"/>
              <a:gd name="connsiteY3" fmla="*/ 5824603 h 5824603"/>
              <a:gd name="connsiteX4" fmla="*/ 0 w 3535109"/>
              <a:gd name="connsiteY4" fmla="*/ 0 h 5824603"/>
              <a:gd name="connsiteX0" fmla="*/ 1126156 w 3535109"/>
              <a:gd name="connsiteY0" fmla="*/ 0 h 5834229"/>
              <a:gd name="connsiteX1" fmla="*/ 3535109 w 3535109"/>
              <a:gd name="connsiteY1" fmla="*/ 9626 h 5834229"/>
              <a:gd name="connsiteX2" fmla="*/ 2505206 w 3535109"/>
              <a:gd name="connsiteY2" fmla="*/ 5834229 h 5834229"/>
              <a:gd name="connsiteX3" fmla="*/ 0 w 3535109"/>
              <a:gd name="connsiteY3" fmla="*/ 5834229 h 5834229"/>
              <a:gd name="connsiteX4" fmla="*/ 1126156 w 3535109"/>
              <a:gd name="connsiteY4" fmla="*/ 0 h 5834229"/>
              <a:gd name="connsiteX0" fmla="*/ 1103854 w 3535109"/>
              <a:gd name="connsiteY0" fmla="*/ 20110 h 5824603"/>
              <a:gd name="connsiteX1" fmla="*/ 3535109 w 3535109"/>
              <a:gd name="connsiteY1" fmla="*/ 0 h 5824603"/>
              <a:gd name="connsiteX2" fmla="*/ 2505206 w 3535109"/>
              <a:gd name="connsiteY2" fmla="*/ 5824603 h 5824603"/>
              <a:gd name="connsiteX3" fmla="*/ 0 w 3535109"/>
              <a:gd name="connsiteY3" fmla="*/ 5824603 h 5824603"/>
              <a:gd name="connsiteX4" fmla="*/ 1103854 w 3535109"/>
              <a:gd name="connsiteY4" fmla="*/ 20110 h 5824603"/>
              <a:gd name="connsiteX0" fmla="*/ 1111288 w 3535109"/>
              <a:gd name="connsiteY0" fmla="*/ 0 h 5826795"/>
              <a:gd name="connsiteX1" fmla="*/ 3535109 w 3535109"/>
              <a:gd name="connsiteY1" fmla="*/ 2192 h 5826795"/>
              <a:gd name="connsiteX2" fmla="*/ 2505206 w 3535109"/>
              <a:gd name="connsiteY2" fmla="*/ 5826795 h 5826795"/>
              <a:gd name="connsiteX3" fmla="*/ 0 w 3535109"/>
              <a:gd name="connsiteY3" fmla="*/ 5826795 h 5826795"/>
              <a:gd name="connsiteX4" fmla="*/ 1111288 w 3535109"/>
              <a:gd name="connsiteY4" fmla="*/ 0 h 5826795"/>
              <a:gd name="connsiteX0" fmla="*/ 1111288 w 4940163"/>
              <a:gd name="connsiteY0" fmla="*/ 0 h 5826795"/>
              <a:gd name="connsiteX1" fmla="*/ 4940163 w 4940163"/>
              <a:gd name="connsiteY1" fmla="*/ 2192 h 5826795"/>
              <a:gd name="connsiteX2" fmla="*/ 2505206 w 4940163"/>
              <a:gd name="connsiteY2" fmla="*/ 5826795 h 5826795"/>
              <a:gd name="connsiteX3" fmla="*/ 0 w 4940163"/>
              <a:gd name="connsiteY3" fmla="*/ 5826795 h 5826795"/>
              <a:gd name="connsiteX4" fmla="*/ 1111288 w 4940163"/>
              <a:gd name="connsiteY4" fmla="*/ 0 h 5826795"/>
              <a:gd name="connsiteX0" fmla="*/ 2486605 w 4940163"/>
              <a:gd name="connsiteY0" fmla="*/ 0 h 5826795"/>
              <a:gd name="connsiteX1" fmla="*/ 4940163 w 4940163"/>
              <a:gd name="connsiteY1" fmla="*/ 2192 h 5826795"/>
              <a:gd name="connsiteX2" fmla="*/ 2505206 w 4940163"/>
              <a:gd name="connsiteY2" fmla="*/ 5826795 h 5826795"/>
              <a:gd name="connsiteX3" fmla="*/ 0 w 4940163"/>
              <a:gd name="connsiteY3" fmla="*/ 5826795 h 5826795"/>
              <a:gd name="connsiteX4" fmla="*/ 2486605 w 4940163"/>
              <a:gd name="connsiteY4" fmla="*/ 0 h 5826795"/>
              <a:gd name="connsiteX0" fmla="*/ 2486605 w 4940163"/>
              <a:gd name="connsiteY0" fmla="*/ 0 h 5826795"/>
              <a:gd name="connsiteX1" fmla="*/ 4940163 w 4940163"/>
              <a:gd name="connsiteY1" fmla="*/ 2192 h 5826795"/>
              <a:gd name="connsiteX2" fmla="*/ 2001457 w 4940163"/>
              <a:gd name="connsiteY2" fmla="*/ 5826795 h 5826795"/>
              <a:gd name="connsiteX3" fmla="*/ 0 w 4940163"/>
              <a:gd name="connsiteY3" fmla="*/ 5826795 h 5826795"/>
              <a:gd name="connsiteX4" fmla="*/ 2486605 w 4940163"/>
              <a:gd name="connsiteY4" fmla="*/ 0 h 5826795"/>
              <a:gd name="connsiteX0" fmla="*/ 2486605 w 4478393"/>
              <a:gd name="connsiteY0" fmla="*/ 10165 h 5836960"/>
              <a:gd name="connsiteX1" fmla="*/ 4478393 w 4478393"/>
              <a:gd name="connsiteY1" fmla="*/ 0 h 5836960"/>
              <a:gd name="connsiteX2" fmla="*/ 2001457 w 4478393"/>
              <a:gd name="connsiteY2" fmla="*/ 5836960 h 5836960"/>
              <a:gd name="connsiteX3" fmla="*/ 0 w 4478393"/>
              <a:gd name="connsiteY3" fmla="*/ 5836960 h 5836960"/>
              <a:gd name="connsiteX4" fmla="*/ 2486605 w 4478393"/>
              <a:gd name="connsiteY4" fmla="*/ 10165 h 5836960"/>
              <a:gd name="connsiteX0" fmla="*/ 2486605 w 4422421"/>
              <a:gd name="connsiteY0" fmla="*/ 10165 h 5836960"/>
              <a:gd name="connsiteX1" fmla="*/ 4422421 w 4422421"/>
              <a:gd name="connsiteY1" fmla="*/ 0 h 5836960"/>
              <a:gd name="connsiteX2" fmla="*/ 2001457 w 4422421"/>
              <a:gd name="connsiteY2" fmla="*/ 5836960 h 5836960"/>
              <a:gd name="connsiteX3" fmla="*/ 0 w 4422421"/>
              <a:gd name="connsiteY3" fmla="*/ 5836960 h 5836960"/>
              <a:gd name="connsiteX4" fmla="*/ 2486605 w 4422421"/>
              <a:gd name="connsiteY4" fmla="*/ 10165 h 5836960"/>
              <a:gd name="connsiteX0" fmla="*/ 2486605 w 4478393"/>
              <a:gd name="connsiteY0" fmla="*/ 0 h 5826795"/>
              <a:gd name="connsiteX1" fmla="*/ 4478393 w 4478393"/>
              <a:gd name="connsiteY1" fmla="*/ 14549 h 5826795"/>
              <a:gd name="connsiteX2" fmla="*/ 2001457 w 4478393"/>
              <a:gd name="connsiteY2" fmla="*/ 5826795 h 5826795"/>
              <a:gd name="connsiteX3" fmla="*/ 0 w 4478393"/>
              <a:gd name="connsiteY3" fmla="*/ 5826795 h 5826795"/>
              <a:gd name="connsiteX4" fmla="*/ 2486605 w 4478393"/>
              <a:gd name="connsiteY4" fmla="*/ 0 h 5826795"/>
              <a:gd name="connsiteX0" fmla="*/ 2486605 w 4522645"/>
              <a:gd name="connsiteY0" fmla="*/ 1082 h 5827877"/>
              <a:gd name="connsiteX1" fmla="*/ 4522645 w 4522645"/>
              <a:gd name="connsiteY1" fmla="*/ 0 h 5827877"/>
              <a:gd name="connsiteX2" fmla="*/ 2001457 w 4522645"/>
              <a:gd name="connsiteY2" fmla="*/ 5827877 h 5827877"/>
              <a:gd name="connsiteX3" fmla="*/ 0 w 4522645"/>
              <a:gd name="connsiteY3" fmla="*/ 5827877 h 5827877"/>
              <a:gd name="connsiteX4" fmla="*/ 2486605 w 4522645"/>
              <a:gd name="connsiteY4" fmla="*/ 1082 h 5827877"/>
              <a:gd name="connsiteX0" fmla="*/ 2486605 w 4491075"/>
              <a:gd name="connsiteY0" fmla="*/ 1082 h 5827877"/>
              <a:gd name="connsiteX1" fmla="*/ 4491075 w 4491075"/>
              <a:gd name="connsiteY1" fmla="*/ 0 h 5827877"/>
              <a:gd name="connsiteX2" fmla="*/ 2001457 w 4491075"/>
              <a:gd name="connsiteY2" fmla="*/ 5827877 h 5827877"/>
              <a:gd name="connsiteX3" fmla="*/ 0 w 4491075"/>
              <a:gd name="connsiteY3" fmla="*/ 5827877 h 5827877"/>
              <a:gd name="connsiteX4" fmla="*/ 2486605 w 4491075"/>
              <a:gd name="connsiteY4" fmla="*/ 1082 h 5827877"/>
              <a:gd name="connsiteX0" fmla="*/ 2616040 w 4620510"/>
              <a:gd name="connsiteY0" fmla="*/ 1082 h 5827877"/>
              <a:gd name="connsiteX1" fmla="*/ 4620510 w 4620510"/>
              <a:gd name="connsiteY1" fmla="*/ 0 h 5827877"/>
              <a:gd name="connsiteX2" fmla="*/ 2130892 w 4620510"/>
              <a:gd name="connsiteY2" fmla="*/ 5827877 h 5827877"/>
              <a:gd name="connsiteX3" fmla="*/ 0 w 4620510"/>
              <a:gd name="connsiteY3" fmla="*/ 5821527 h 5827877"/>
              <a:gd name="connsiteX4" fmla="*/ 2616040 w 4620510"/>
              <a:gd name="connsiteY4" fmla="*/ 1082 h 5827877"/>
              <a:gd name="connsiteX0" fmla="*/ 2616040 w 4620510"/>
              <a:gd name="connsiteY0" fmla="*/ 1082 h 5821527"/>
              <a:gd name="connsiteX1" fmla="*/ 4620510 w 4620510"/>
              <a:gd name="connsiteY1" fmla="*/ 0 h 5821527"/>
              <a:gd name="connsiteX2" fmla="*/ 1828876 w 4620510"/>
              <a:gd name="connsiteY2" fmla="*/ 5821527 h 5821527"/>
              <a:gd name="connsiteX3" fmla="*/ 0 w 4620510"/>
              <a:gd name="connsiteY3" fmla="*/ 5821527 h 5821527"/>
              <a:gd name="connsiteX4" fmla="*/ 2616040 w 4620510"/>
              <a:gd name="connsiteY4" fmla="*/ 1082 h 5821527"/>
              <a:gd name="connsiteX0" fmla="*/ 2616040 w 4620510"/>
              <a:gd name="connsiteY0" fmla="*/ 1082 h 5821527"/>
              <a:gd name="connsiteX1" fmla="*/ 4620510 w 4620510"/>
              <a:gd name="connsiteY1" fmla="*/ 0 h 5821527"/>
              <a:gd name="connsiteX2" fmla="*/ 1641914 w 4620510"/>
              <a:gd name="connsiteY2" fmla="*/ 5821527 h 5821527"/>
              <a:gd name="connsiteX3" fmla="*/ 0 w 4620510"/>
              <a:gd name="connsiteY3" fmla="*/ 5821527 h 5821527"/>
              <a:gd name="connsiteX4" fmla="*/ 2616040 w 4620510"/>
              <a:gd name="connsiteY4" fmla="*/ 1082 h 5821527"/>
              <a:gd name="connsiteX0" fmla="*/ 2616040 w 4620510"/>
              <a:gd name="connsiteY0" fmla="*/ 1082 h 5821527"/>
              <a:gd name="connsiteX1" fmla="*/ 4620510 w 4620510"/>
              <a:gd name="connsiteY1" fmla="*/ 0 h 5821527"/>
              <a:gd name="connsiteX2" fmla="*/ 1699441 w 4620510"/>
              <a:gd name="connsiteY2" fmla="*/ 5808827 h 5821527"/>
              <a:gd name="connsiteX3" fmla="*/ 0 w 4620510"/>
              <a:gd name="connsiteY3" fmla="*/ 5821527 h 5821527"/>
              <a:gd name="connsiteX4" fmla="*/ 2616040 w 4620510"/>
              <a:gd name="connsiteY4" fmla="*/ 1082 h 5821527"/>
              <a:gd name="connsiteX0" fmla="*/ 2616040 w 4620510"/>
              <a:gd name="connsiteY0" fmla="*/ 1082 h 5821527"/>
              <a:gd name="connsiteX1" fmla="*/ 4620510 w 4620510"/>
              <a:gd name="connsiteY1" fmla="*/ 0 h 5821527"/>
              <a:gd name="connsiteX2" fmla="*/ 1692250 w 4620510"/>
              <a:gd name="connsiteY2" fmla="*/ 5821527 h 5821527"/>
              <a:gd name="connsiteX3" fmla="*/ 0 w 4620510"/>
              <a:gd name="connsiteY3" fmla="*/ 5821527 h 5821527"/>
              <a:gd name="connsiteX4" fmla="*/ 2616040 w 4620510"/>
              <a:gd name="connsiteY4" fmla="*/ 1082 h 5821527"/>
              <a:gd name="connsiteX0" fmla="*/ 2780776 w 4620510"/>
              <a:gd name="connsiteY0" fmla="*/ 1082 h 5821527"/>
              <a:gd name="connsiteX1" fmla="*/ 4620510 w 4620510"/>
              <a:gd name="connsiteY1" fmla="*/ 0 h 5821527"/>
              <a:gd name="connsiteX2" fmla="*/ 1692250 w 4620510"/>
              <a:gd name="connsiteY2" fmla="*/ 5821527 h 5821527"/>
              <a:gd name="connsiteX3" fmla="*/ 0 w 4620510"/>
              <a:gd name="connsiteY3" fmla="*/ 5821527 h 5821527"/>
              <a:gd name="connsiteX4" fmla="*/ 2780776 w 4620510"/>
              <a:gd name="connsiteY4" fmla="*/ 1082 h 5821527"/>
              <a:gd name="connsiteX0" fmla="*/ 2780776 w 4526375"/>
              <a:gd name="connsiteY0" fmla="*/ 11473 h 5831918"/>
              <a:gd name="connsiteX1" fmla="*/ 4526375 w 4526375"/>
              <a:gd name="connsiteY1" fmla="*/ 0 h 5831918"/>
              <a:gd name="connsiteX2" fmla="*/ 1692250 w 4526375"/>
              <a:gd name="connsiteY2" fmla="*/ 5831918 h 5831918"/>
              <a:gd name="connsiteX3" fmla="*/ 0 w 4526375"/>
              <a:gd name="connsiteY3" fmla="*/ 5831918 h 5831918"/>
              <a:gd name="connsiteX4" fmla="*/ 2780776 w 4526375"/>
              <a:gd name="connsiteY4" fmla="*/ 11473 h 5831918"/>
              <a:gd name="connsiteX0" fmla="*/ 2780776 w 4526375"/>
              <a:gd name="connsiteY0" fmla="*/ 0 h 5820445"/>
              <a:gd name="connsiteX1" fmla="*/ 4526375 w 4526375"/>
              <a:gd name="connsiteY1" fmla="*/ 9309 h 5820445"/>
              <a:gd name="connsiteX2" fmla="*/ 1692250 w 4526375"/>
              <a:gd name="connsiteY2" fmla="*/ 5820445 h 5820445"/>
              <a:gd name="connsiteX3" fmla="*/ 0 w 4526375"/>
              <a:gd name="connsiteY3" fmla="*/ 5820445 h 5820445"/>
              <a:gd name="connsiteX4" fmla="*/ 2780776 w 4526375"/>
              <a:gd name="connsiteY4" fmla="*/ 0 h 5820445"/>
              <a:gd name="connsiteX0" fmla="*/ 2780776 w 4526375"/>
              <a:gd name="connsiteY0" fmla="*/ 6278 h 5811136"/>
              <a:gd name="connsiteX1" fmla="*/ 4526375 w 4526375"/>
              <a:gd name="connsiteY1" fmla="*/ 0 h 5811136"/>
              <a:gd name="connsiteX2" fmla="*/ 1692250 w 4526375"/>
              <a:gd name="connsiteY2" fmla="*/ 5811136 h 5811136"/>
              <a:gd name="connsiteX3" fmla="*/ 0 w 4526375"/>
              <a:gd name="connsiteY3" fmla="*/ 5811136 h 5811136"/>
              <a:gd name="connsiteX4" fmla="*/ 2780776 w 4526375"/>
              <a:gd name="connsiteY4" fmla="*/ 6278 h 5811136"/>
              <a:gd name="connsiteX0" fmla="*/ 2828323 w 4526375"/>
              <a:gd name="connsiteY0" fmla="*/ 0 h 5814189"/>
              <a:gd name="connsiteX1" fmla="*/ 4526375 w 4526375"/>
              <a:gd name="connsiteY1" fmla="*/ 3053 h 5814189"/>
              <a:gd name="connsiteX2" fmla="*/ 1692250 w 4526375"/>
              <a:gd name="connsiteY2" fmla="*/ 5814189 h 5814189"/>
              <a:gd name="connsiteX3" fmla="*/ 0 w 4526375"/>
              <a:gd name="connsiteY3" fmla="*/ 5814189 h 5814189"/>
              <a:gd name="connsiteX4" fmla="*/ 2828323 w 4526375"/>
              <a:gd name="connsiteY4" fmla="*/ 0 h 5814189"/>
              <a:gd name="connsiteX0" fmla="*/ 2828323 w 4526375"/>
              <a:gd name="connsiteY0" fmla="*/ 1048 h 5811136"/>
              <a:gd name="connsiteX1" fmla="*/ 4526375 w 4526375"/>
              <a:gd name="connsiteY1" fmla="*/ 0 h 5811136"/>
              <a:gd name="connsiteX2" fmla="*/ 1692250 w 4526375"/>
              <a:gd name="connsiteY2" fmla="*/ 5811136 h 5811136"/>
              <a:gd name="connsiteX3" fmla="*/ 0 w 4526375"/>
              <a:gd name="connsiteY3" fmla="*/ 5811136 h 5811136"/>
              <a:gd name="connsiteX4" fmla="*/ 2828323 w 4526375"/>
              <a:gd name="connsiteY4" fmla="*/ 1048 h 58111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526375" h="5811136">
                <a:moveTo>
                  <a:pt x="2828323" y="1048"/>
                </a:moveTo>
                <a:lnTo>
                  <a:pt x="4526375" y="0"/>
                </a:lnTo>
                <a:lnTo>
                  <a:pt x="1692250" y="5811136"/>
                </a:lnTo>
                <a:lnTo>
                  <a:pt x="0" y="5811136"/>
                </a:lnTo>
                <a:lnTo>
                  <a:pt x="2828323" y="1048"/>
                </a:lnTo>
                <a:close/>
              </a:path>
            </a:pathLst>
          </a:custGeom>
          <a:solidFill>
            <a:srgbClr val="0046B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4">
            <a:extLst>
              <a:ext uri="{FF2B5EF4-FFF2-40B4-BE49-F238E27FC236}">
                <a16:creationId xmlns:a16="http://schemas.microsoft.com/office/drawing/2014/main" id="{21BB298B-0757-D46E-FDA7-D61F4EC5B04A}"/>
              </a:ext>
            </a:extLst>
          </p:cNvPr>
          <p:cNvSpPr/>
          <p:nvPr userDrawn="1"/>
        </p:nvSpPr>
        <p:spPr>
          <a:xfrm rot="10800000">
            <a:off x="5812067" y="-9614233"/>
            <a:ext cx="2954751" cy="5811136"/>
          </a:xfrm>
          <a:custGeom>
            <a:avLst/>
            <a:gdLst>
              <a:gd name="connsiteX0" fmla="*/ 0 w 2505206"/>
              <a:gd name="connsiteY0" fmla="*/ 0 h 5824603"/>
              <a:gd name="connsiteX1" fmla="*/ 2505206 w 2505206"/>
              <a:gd name="connsiteY1" fmla="*/ 0 h 5824603"/>
              <a:gd name="connsiteX2" fmla="*/ 2505206 w 2505206"/>
              <a:gd name="connsiteY2" fmla="*/ 5824603 h 5824603"/>
              <a:gd name="connsiteX3" fmla="*/ 0 w 2505206"/>
              <a:gd name="connsiteY3" fmla="*/ 5824603 h 5824603"/>
              <a:gd name="connsiteX4" fmla="*/ 0 w 2505206"/>
              <a:gd name="connsiteY4" fmla="*/ 0 h 5824603"/>
              <a:gd name="connsiteX0" fmla="*/ 0 w 3535109"/>
              <a:gd name="connsiteY0" fmla="*/ 0 h 5824603"/>
              <a:gd name="connsiteX1" fmla="*/ 3535109 w 3535109"/>
              <a:gd name="connsiteY1" fmla="*/ 0 h 5824603"/>
              <a:gd name="connsiteX2" fmla="*/ 2505206 w 3535109"/>
              <a:gd name="connsiteY2" fmla="*/ 5824603 h 5824603"/>
              <a:gd name="connsiteX3" fmla="*/ 0 w 3535109"/>
              <a:gd name="connsiteY3" fmla="*/ 5824603 h 5824603"/>
              <a:gd name="connsiteX4" fmla="*/ 0 w 3535109"/>
              <a:gd name="connsiteY4" fmla="*/ 0 h 5824603"/>
              <a:gd name="connsiteX0" fmla="*/ 1126156 w 3535109"/>
              <a:gd name="connsiteY0" fmla="*/ 0 h 5834229"/>
              <a:gd name="connsiteX1" fmla="*/ 3535109 w 3535109"/>
              <a:gd name="connsiteY1" fmla="*/ 9626 h 5834229"/>
              <a:gd name="connsiteX2" fmla="*/ 2505206 w 3535109"/>
              <a:gd name="connsiteY2" fmla="*/ 5834229 h 5834229"/>
              <a:gd name="connsiteX3" fmla="*/ 0 w 3535109"/>
              <a:gd name="connsiteY3" fmla="*/ 5834229 h 5834229"/>
              <a:gd name="connsiteX4" fmla="*/ 1126156 w 3535109"/>
              <a:gd name="connsiteY4" fmla="*/ 0 h 5834229"/>
              <a:gd name="connsiteX0" fmla="*/ 1103854 w 3535109"/>
              <a:gd name="connsiteY0" fmla="*/ 20110 h 5824603"/>
              <a:gd name="connsiteX1" fmla="*/ 3535109 w 3535109"/>
              <a:gd name="connsiteY1" fmla="*/ 0 h 5824603"/>
              <a:gd name="connsiteX2" fmla="*/ 2505206 w 3535109"/>
              <a:gd name="connsiteY2" fmla="*/ 5824603 h 5824603"/>
              <a:gd name="connsiteX3" fmla="*/ 0 w 3535109"/>
              <a:gd name="connsiteY3" fmla="*/ 5824603 h 5824603"/>
              <a:gd name="connsiteX4" fmla="*/ 1103854 w 3535109"/>
              <a:gd name="connsiteY4" fmla="*/ 20110 h 5824603"/>
              <a:gd name="connsiteX0" fmla="*/ 1111288 w 3535109"/>
              <a:gd name="connsiteY0" fmla="*/ 0 h 5826795"/>
              <a:gd name="connsiteX1" fmla="*/ 3535109 w 3535109"/>
              <a:gd name="connsiteY1" fmla="*/ 2192 h 5826795"/>
              <a:gd name="connsiteX2" fmla="*/ 2505206 w 3535109"/>
              <a:gd name="connsiteY2" fmla="*/ 5826795 h 5826795"/>
              <a:gd name="connsiteX3" fmla="*/ 0 w 3535109"/>
              <a:gd name="connsiteY3" fmla="*/ 5826795 h 5826795"/>
              <a:gd name="connsiteX4" fmla="*/ 1111288 w 3535109"/>
              <a:gd name="connsiteY4" fmla="*/ 0 h 5826795"/>
              <a:gd name="connsiteX0" fmla="*/ 1111288 w 4940163"/>
              <a:gd name="connsiteY0" fmla="*/ 0 h 5826795"/>
              <a:gd name="connsiteX1" fmla="*/ 4940163 w 4940163"/>
              <a:gd name="connsiteY1" fmla="*/ 2192 h 5826795"/>
              <a:gd name="connsiteX2" fmla="*/ 2505206 w 4940163"/>
              <a:gd name="connsiteY2" fmla="*/ 5826795 h 5826795"/>
              <a:gd name="connsiteX3" fmla="*/ 0 w 4940163"/>
              <a:gd name="connsiteY3" fmla="*/ 5826795 h 5826795"/>
              <a:gd name="connsiteX4" fmla="*/ 1111288 w 4940163"/>
              <a:gd name="connsiteY4" fmla="*/ 0 h 5826795"/>
              <a:gd name="connsiteX0" fmla="*/ 2486605 w 4940163"/>
              <a:gd name="connsiteY0" fmla="*/ 0 h 5826795"/>
              <a:gd name="connsiteX1" fmla="*/ 4940163 w 4940163"/>
              <a:gd name="connsiteY1" fmla="*/ 2192 h 5826795"/>
              <a:gd name="connsiteX2" fmla="*/ 2505206 w 4940163"/>
              <a:gd name="connsiteY2" fmla="*/ 5826795 h 5826795"/>
              <a:gd name="connsiteX3" fmla="*/ 0 w 4940163"/>
              <a:gd name="connsiteY3" fmla="*/ 5826795 h 5826795"/>
              <a:gd name="connsiteX4" fmla="*/ 2486605 w 4940163"/>
              <a:gd name="connsiteY4" fmla="*/ 0 h 5826795"/>
              <a:gd name="connsiteX0" fmla="*/ 2486605 w 4940163"/>
              <a:gd name="connsiteY0" fmla="*/ 0 h 5826795"/>
              <a:gd name="connsiteX1" fmla="*/ 4940163 w 4940163"/>
              <a:gd name="connsiteY1" fmla="*/ 2192 h 5826795"/>
              <a:gd name="connsiteX2" fmla="*/ 2001457 w 4940163"/>
              <a:gd name="connsiteY2" fmla="*/ 5826795 h 5826795"/>
              <a:gd name="connsiteX3" fmla="*/ 0 w 4940163"/>
              <a:gd name="connsiteY3" fmla="*/ 5826795 h 5826795"/>
              <a:gd name="connsiteX4" fmla="*/ 2486605 w 4940163"/>
              <a:gd name="connsiteY4" fmla="*/ 0 h 5826795"/>
              <a:gd name="connsiteX0" fmla="*/ 2486605 w 4478393"/>
              <a:gd name="connsiteY0" fmla="*/ 10165 h 5836960"/>
              <a:gd name="connsiteX1" fmla="*/ 4478393 w 4478393"/>
              <a:gd name="connsiteY1" fmla="*/ 0 h 5836960"/>
              <a:gd name="connsiteX2" fmla="*/ 2001457 w 4478393"/>
              <a:gd name="connsiteY2" fmla="*/ 5836960 h 5836960"/>
              <a:gd name="connsiteX3" fmla="*/ 0 w 4478393"/>
              <a:gd name="connsiteY3" fmla="*/ 5836960 h 5836960"/>
              <a:gd name="connsiteX4" fmla="*/ 2486605 w 4478393"/>
              <a:gd name="connsiteY4" fmla="*/ 10165 h 5836960"/>
              <a:gd name="connsiteX0" fmla="*/ 2486605 w 4422421"/>
              <a:gd name="connsiteY0" fmla="*/ 10165 h 5836960"/>
              <a:gd name="connsiteX1" fmla="*/ 4422421 w 4422421"/>
              <a:gd name="connsiteY1" fmla="*/ 0 h 5836960"/>
              <a:gd name="connsiteX2" fmla="*/ 2001457 w 4422421"/>
              <a:gd name="connsiteY2" fmla="*/ 5836960 h 5836960"/>
              <a:gd name="connsiteX3" fmla="*/ 0 w 4422421"/>
              <a:gd name="connsiteY3" fmla="*/ 5836960 h 5836960"/>
              <a:gd name="connsiteX4" fmla="*/ 2486605 w 4422421"/>
              <a:gd name="connsiteY4" fmla="*/ 10165 h 5836960"/>
              <a:gd name="connsiteX0" fmla="*/ 2486605 w 4478393"/>
              <a:gd name="connsiteY0" fmla="*/ 0 h 5826795"/>
              <a:gd name="connsiteX1" fmla="*/ 4478393 w 4478393"/>
              <a:gd name="connsiteY1" fmla="*/ 14549 h 5826795"/>
              <a:gd name="connsiteX2" fmla="*/ 2001457 w 4478393"/>
              <a:gd name="connsiteY2" fmla="*/ 5826795 h 5826795"/>
              <a:gd name="connsiteX3" fmla="*/ 0 w 4478393"/>
              <a:gd name="connsiteY3" fmla="*/ 5826795 h 5826795"/>
              <a:gd name="connsiteX4" fmla="*/ 2486605 w 4478393"/>
              <a:gd name="connsiteY4" fmla="*/ 0 h 5826795"/>
              <a:gd name="connsiteX0" fmla="*/ 2486605 w 4522645"/>
              <a:gd name="connsiteY0" fmla="*/ 1082 h 5827877"/>
              <a:gd name="connsiteX1" fmla="*/ 4522645 w 4522645"/>
              <a:gd name="connsiteY1" fmla="*/ 0 h 5827877"/>
              <a:gd name="connsiteX2" fmla="*/ 2001457 w 4522645"/>
              <a:gd name="connsiteY2" fmla="*/ 5827877 h 5827877"/>
              <a:gd name="connsiteX3" fmla="*/ 0 w 4522645"/>
              <a:gd name="connsiteY3" fmla="*/ 5827877 h 5827877"/>
              <a:gd name="connsiteX4" fmla="*/ 2486605 w 4522645"/>
              <a:gd name="connsiteY4" fmla="*/ 1082 h 5827877"/>
              <a:gd name="connsiteX0" fmla="*/ 2486605 w 4491075"/>
              <a:gd name="connsiteY0" fmla="*/ 1082 h 5827877"/>
              <a:gd name="connsiteX1" fmla="*/ 4491075 w 4491075"/>
              <a:gd name="connsiteY1" fmla="*/ 0 h 5827877"/>
              <a:gd name="connsiteX2" fmla="*/ 2001457 w 4491075"/>
              <a:gd name="connsiteY2" fmla="*/ 5827877 h 5827877"/>
              <a:gd name="connsiteX3" fmla="*/ 0 w 4491075"/>
              <a:gd name="connsiteY3" fmla="*/ 5827877 h 5827877"/>
              <a:gd name="connsiteX4" fmla="*/ 2486605 w 4491075"/>
              <a:gd name="connsiteY4" fmla="*/ 1082 h 5827877"/>
              <a:gd name="connsiteX0" fmla="*/ 2616040 w 4620510"/>
              <a:gd name="connsiteY0" fmla="*/ 1082 h 5827877"/>
              <a:gd name="connsiteX1" fmla="*/ 4620510 w 4620510"/>
              <a:gd name="connsiteY1" fmla="*/ 0 h 5827877"/>
              <a:gd name="connsiteX2" fmla="*/ 2130892 w 4620510"/>
              <a:gd name="connsiteY2" fmla="*/ 5827877 h 5827877"/>
              <a:gd name="connsiteX3" fmla="*/ 0 w 4620510"/>
              <a:gd name="connsiteY3" fmla="*/ 5821527 h 5827877"/>
              <a:gd name="connsiteX4" fmla="*/ 2616040 w 4620510"/>
              <a:gd name="connsiteY4" fmla="*/ 1082 h 5827877"/>
              <a:gd name="connsiteX0" fmla="*/ 2616040 w 4620510"/>
              <a:gd name="connsiteY0" fmla="*/ 1082 h 5821527"/>
              <a:gd name="connsiteX1" fmla="*/ 4620510 w 4620510"/>
              <a:gd name="connsiteY1" fmla="*/ 0 h 5821527"/>
              <a:gd name="connsiteX2" fmla="*/ 1828876 w 4620510"/>
              <a:gd name="connsiteY2" fmla="*/ 5821527 h 5821527"/>
              <a:gd name="connsiteX3" fmla="*/ 0 w 4620510"/>
              <a:gd name="connsiteY3" fmla="*/ 5821527 h 5821527"/>
              <a:gd name="connsiteX4" fmla="*/ 2616040 w 4620510"/>
              <a:gd name="connsiteY4" fmla="*/ 1082 h 5821527"/>
              <a:gd name="connsiteX0" fmla="*/ 2616040 w 4620510"/>
              <a:gd name="connsiteY0" fmla="*/ 1082 h 5821527"/>
              <a:gd name="connsiteX1" fmla="*/ 4620510 w 4620510"/>
              <a:gd name="connsiteY1" fmla="*/ 0 h 5821527"/>
              <a:gd name="connsiteX2" fmla="*/ 1641914 w 4620510"/>
              <a:gd name="connsiteY2" fmla="*/ 5821527 h 5821527"/>
              <a:gd name="connsiteX3" fmla="*/ 0 w 4620510"/>
              <a:gd name="connsiteY3" fmla="*/ 5821527 h 5821527"/>
              <a:gd name="connsiteX4" fmla="*/ 2616040 w 4620510"/>
              <a:gd name="connsiteY4" fmla="*/ 1082 h 5821527"/>
              <a:gd name="connsiteX0" fmla="*/ 2616040 w 4620510"/>
              <a:gd name="connsiteY0" fmla="*/ 1082 h 5821527"/>
              <a:gd name="connsiteX1" fmla="*/ 4620510 w 4620510"/>
              <a:gd name="connsiteY1" fmla="*/ 0 h 5821527"/>
              <a:gd name="connsiteX2" fmla="*/ 1699441 w 4620510"/>
              <a:gd name="connsiteY2" fmla="*/ 5808827 h 5821527"/>
              <a:gd name="connsiteX3" fmla="*/ 0 w 4620510"/>
              <a:gd name="connsiteY3" fmla="*/ 5821527 h 5821527"/>
              <a:gd name="connsiteX4" fmla="*/ 2616040 w 4620510"/>
              <a:gd name="connsiteY4" fmla="*/ 1082 h 5821527"/>
              <a:gd name="connsiteX0" fmla="*/ 2616040 w 4620510"/>
              <a:gd name="connsiteY0" fmla="*/ 1082 h 5821527"/>
              <a:gd name="connsiteX1" fmla="*/ 4620510 w 4620510"/>
              <a:gd name="connsiteY1" fmla="*/ 0 h 5821527"/>
              <a:gd name="connsiteX2" fmla="*/ 1692250 w 4620510"/>
              <a:gd name="connsiteY2" fmla="*/ 5821527 h 5821527"/>
              <a:gd name="connsiteX3" fmla="*/ 0 w 4620510"/>
              <a:gd name="connsiteY3" fmla="*/ 5821527 h 5821527"/>
              <a:gd name="connsiteX4" fmla="*/ 2616040 w 4620510"/>
              <a:gd name="connsiteY4" fmla="*/ 1082 h 5821527"/>
              <a:gd name="connsiteX0" fmla="*/ 2780776 w 4620510"/>
              <a:gd name="connsiteY0" fmla="*/ 1082 h 5821527"/>
              <a:gd name="connsiteX1" fmla="*/ 4620510 w 4620510"/>
              <a:gd name="connsiteY1" fmla="*/ 0 h 5821527"/>
              <a:gd name="connsiteX2" fmla="*/ 1692250 w 4620510"/>
              <a:gd name="connsiteY2" fmla="*/ 5821527 h 5821527"/>
              <a:gd name="connsiteX3" fmla="*/ 0 w 4620510"/>
              <a:gd name="connsiteY3" fmla="*/ 5821527 h 5821527"/>
              <a:gd name="connsiteX4" fmla="*/ 2780776 w 4620510"/>
              <a:gd name="connsiteY4" fmla="*/ 1082 h 5821527"/>
              <a:gd name="connsiteX0" fmla="*/ 2780776 w 4526375"/>
              <a:gd name="connsiteY0" fmla="*/ 11473 h 5831918"/>
              <a:gd name="connsiteX1" fmla="*/ 4526375 w 4526375"/>
              <a:gd name="connsiteY1" fmla="*/ 0 h 5831918"/>
              <a:gd name="connsiteX2" fmla="*/ 1692250 w 4526375"/>
              <a:gd name="connsiteY2" fmla="*/ 5831918 h 5831918"/>
              <a:gd name="connsiteX3" fmla="*/ 0 w 4526375"/>
              <a:gd name="connsiteY3" fmla="*/ 5831918 h 5831918"/>
              <a:gd name="connsiteX4" fmla="*/ 2780776 w 4526375"/>
              <a:gd name="connsiteY4" fmla="*/ 11473 h 5831918"/>
              <a:gd name="connsiteX0" fmla="*/ 2780776 w 4526375"/>
              <a:gd name="connsiteY0" fmla="*/ 0 h 5820445"/>
              <a:gd name="connsiteX1" fmla="*/ 4526375 w 4526375"/>
              <a:gd name="connsiteY1" fmla="*/ 9309 h 5820445"/>
              <a:gd name="connsiteX2" fmla="*/ 1692250 w 4526375"/>
              <a:gd name="connsiteY2" fmla="*/ 5820445 h 5820445"/>
              <a:gd name="connsiteX3" fmla="*/ 0 w 4526375"/>
              <a:gd name="connsiteY3" fmla="*/ 5820445 h 5820445"/>
              <a:gd name="connsiteX4" fmla="*/ 2780776 w 4526375"/>
              <a:gd name="connsiteY4" fmla="*/ 0 h 5820445"/>
              <a:gd name="connsiteX0" fmla="*/ 2780776 w 4526375"/>
              <a:gd name="connsiteY0" fmla="*/ 6278 h 5811136"/>
              <a:gd name="connsiteX1" fmla="*/ 4526375 w 4526375"/>
              <a:gd name="connsiteY1" fmla="*/ 0 h 5811136"/>
              <a:gd name="connsiteX2" fmla="*/ 1692250 w 4526375"/>
              <a:gd name="connsiteY2" fmla="*/ 5811136 h 5811136"/>
              <a:gd name="connsiteX3" fmla="*/ 0 w 4526375"/>
              <a:gd name="connsiteY3" fmla="*/ 5811136 h 5811136"/>
              <a:gd name="connsiteX4" fmla="*/ 2780776 w 4526375"/>
              <a:gd name="connsiteY4" fmla="*/ 6278 h 5811136"/>
              <a:gd name="connsiteX0" fmla="*/ 2828323 w 4526375"/>
              <a:gd name="connsiteY0" fmla="*/ 0 h 5814189"/>
              <a:gd name="connsiteX1" fmla="*/ 4526375 w 4526375"/>
              <a:gd name="connsiteY1" fmla="*/ 3053 h 5814189"/>
              <a:gd name="connsiteX2" fmla="*/ 1692250 w 4526375"/>
              <a:gd name="connsiteY2" fmla="*/ 5814189 h 5814189"/>
              <a:gd name="connsiteX3" fmla="*/ 0 w 4526375"/>
              <a:gd name="connsiteY3" fmla="*/ 5814189 h 5814189"/>
              <a:gd name="connsiteX4" fmla="*/ 2828323 w 4526375"/>
              <a:gd name="connsiteY4" fmla="*/ 0 h 5814189"/>
              <a:gd name="connsiteX0" fmla="*/ 2828323 w 4526375"/>
              <a:gd name="connsiteY0" fmla="*/ 1048 h 5811136"/>
              <a:gd name="connsiteX1" fmla="*/ 4526375 w 4526375"/>
              <a:gd name="connsiteY1" fmla="*/ 0 h 5811136"/>
              <a:gd name="connsiteX2" fmla="*/ 1692250 w 4526375"/>
              <a:gd name="connsiteY2" fmla="*/ 5811136 h 5811136"/>
              <a:gd name="connsiteX3" fmla="*/ 0 w 4526375"/>
              <a:gd name="connsiteY3" fmla="*/ 5811136 h 5811136"/>
              <a:gd name="connsiteX4" fmla="*/ 2828323 w 4526375"/>
              <a:gd name="connsiteY4" fmla="*/ 1048 h 58111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526375" h="5811136">
                <a:moveTo>
                  <a:pt x="2828323" y="1048"/>
                </a:moveTo>
                <a:lnTo>
                  <a:pt x="4526375" y="0"/>
                </a:lnTo>
                <a:lnTo>
                  <a:pt x="1692250" y="5811136"/>
                </a:lnTo>
                <a:lnTo>
                  <a:pt x="0" y="5811136"/>
                </a:lnTo>
                <a:lnTo>
                  <a:pt x="2828323" y="1048"/>
                </a:lnTo>
                <a:close/>
              </a:path>
            </a:pathLst>
          </a:custGeom>
          <a:solidFill>
            <a:srgbClr val="D454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4">
            <a:extLst>
              <a:ext uri="{FF2B5EF4-FFF2-40B4-BE49-F238E27FC236}">
                <a16:creationId xmlns:a16="http://schemas.microsoft.com/office/drawing/2014/main" id="{B8FF4B90-F2E1-93FC-01B2-A0A90AA0792D}"/>
              </a:ext>
            </a:extLst>
          </p:cNvPr>
          <p:cNvSpPr/>
          <p:nvPr userDrawn="1"/>
        </p:nvSpPr>
        <p:spPr>
          <a:xfrm rot="10800000">
            <a:off x="7869467" y="-9614233"/>
            <a:ext cx="2954751" cy="5811136"/>
          </a:xfrm>
          <a:custGeom>
            <a:avLst/>
            <a:gdLst>
              <a:gd name="connsiteX0" fmla="*/ 0 w 2505206"/>
              <a:gd name="connsiteY0" fmla="*/ 0 h 5824603"/>
              <a:gd name="connsiteX1" fmla="*/ 2505206 w 2505206"/>
              <a:gd name="connsiteY1" fmla="*/ 0 h 5824603"/>
              <a:gd name="connsiteX2" fmla="*/ 2505206 w 2505206"/>
              <a:gd name="connsiteY2" fmla="*/ 5824603 h 5824603"/>
              <a:gd name="connsiteX3" fmla="*/ 0 w 2505206"/>
              <a:gd name="connsiteY3" fmla="*/ 5824603 h 5824603"/>
              <a:gd name="connsiteX4" fmla="*/ 0 w 2505206"/>
              <a:gd name="connsiteY4" fmla="*/ 0 h 5824603"/>
              <a:gd name="connsiteX0" fmla="*/ 0 w 3535109"/>
              <a:gd name="connsiteY0" fmla="*/ 0 h 5824603"/>
              <a:gd name="connsiteX1" fmla="*/ 3535109 w 3535109"/>
              <a:gd name="connsiteY1" fmla="*/ 0 h 5824603"/>
              <a:gd name="connsiteX2" fmla="*/ 2505206 w 3535109"/>
              <a:gd name="connsiteY2" fmla="*/ 5824603 h 5824603"/>
              <a:gd name="connsiteX3" fmla="*/ 0 w 3535109"/>
              <a:gd name="connsiteY3" fmla="*/ 5824603 h 5824603"/>
              <a:gd name="connsiteX4" fmla="*/ 0 w 3535109"/>
              <a:gd name="connsiteY4" fmla="*/ 0 h 5824603"/>
              <a:gd name="connsiteX0" fmla="*/ 1126156 w 3535109"/>
              <a:gd name="connsiteY0" fmla="*/ 0 h 5834229"/>
              <a:gd name="connsiteX1" fmla="*/ 3535109 w 3535109"/>
              <a:gd name="connsiteY1" fmla="*/ 9626 h 5834229"/>
              <a:gd name="connsiteX2" fmla="*/ 2505206 w 3535109"/>
              <a:gd name="connsiteY2" fmla="*/ 5834229 h 5834229"/>
              <a:gd name="connsiteX3" fmla="*/ 0 w 3535109"/>
              <a:gd name="connsiteY3" fmla="*/ 5834229 h 5834229"/>
              <a:gd name="connsiteX4" fmla="*/ 1126156 w 3535109"/>
              <a:gd name="connsiteY4" fmla="*/ 0 h 5834229"/>
              <a:gd name="connsiteX0" fmla="*/ 1103854 w 3535109"/>
              <a:gd name="connsiteY0" fmla="*/ 20110 h 5824603"/>
              <a:gd name="connsiteX1" fmla="*/ 3535109 w 3535109"/>
              <a:gd name="connsiteY1" fmla="*/ 0 h 5824603"/>
              <a:gd name="connsiteX2" fmla="*/ 2505206 w 3535109"/>
              <a:gd name="connsiteY2" fmla="*/ 5824603 h 5824603"/>
              <a:gd name="connsiteX3" fmla="*/ 0 w 3535109"/>
              <a:gd name="connsiteY3" fmla="*/ 5824603 h 5824603"/>
              <a:gd name="connsiteX4" fmla="*/ 1103854 w 3535109"/>
              <a:gd name="connsiteY4" fmla="*/ 20110 h 5824603"/>
              <a:gd name="connsiteX0" fmla="*/ 1111288 w 3535109"/>
              <a:gd name="connsiteY0" fmla="*/ 0 h 5826795"/>
              <a:gd name="connsiteX1" fmla="*/ 3535109 w 3535109"/>
              <a:gd name="connsiteY1" fmla="*/ 2192 h 5826795"/>
              <a:gd name="connsiteX2" fmla="*/ 2505206 w 3535109"/>
              <a:gd name="connsiteY2" fmla="*/ 5826795 h 5826795"/>
              <a:gd name="connsiteX3" fmla="*/ 0 w 3535109"/>
              <a:gd name="connsiteY3" fmla="*/ 5826795 h 5826795"/>
              <a:gd name="connsiteX4" fmla="*/ 1111288 w 3535109"/>
              <a:gd name="connsiteY4" fmla="*/ 0 h 5826795"/>
              <a:gd name="connsiteX0" fmla="*/ 1111288 w 4940163"/>
              <a:gd name="connsiteY0" fmla="*/ 0 h 5826795"/>
              <a:gd name="connsiteX1" fmla="*/ 4940163 w 4940163"/>
              <a:gd name="connsiteY1" fmla="*/ 2192 h 5826795"/>
              <a:gd name="connsiteX2" fmla="*/ 2505206 w 4940163"/>
              <a:gd name="connsiteY2" fmla="*/ 5826795 h 5826795"/>
              <a:gd name="connsiteX3" fmla="*/ 0 w 4940163"/>
              <a:gd name="connsiteY3" fmla="*/ 5826795 h 5826795"/>
              <a:gd name="connsiteX4" fmla="*/ 1111288 w 4940163"/>
              <a:gd name="connsiteY4" fmla="*/ 0 h 5826795"/>
              <a:gd name="connsiteX0" fmla="*/ 2486605 w 4940163"/>
              <a:gd name="connsiteY0" fmla="*/ 0 h 5826795"/>
              <a:gd name="connsiteX1" fmla="*/ 4940163 w 4940163"/>
              <a:gd name="connsiteY1" fmla="*/ 2192 h 5826795"/>
              <a:gd name="connsiteX2" fmla="*/ 2505206 w 4940163"/>
              <a:gd name="connsiteY2" fmla="*/ 5826795 h 5826795"/>
              <a:gd name="connsiteX3" fmla="*/ 0 w 4940163"/>
              <a:gd name="connsiteY3" fmla="*/ 5826795 h 5826795"/>
              <a:gd name="connsiteX4" fmla="*/ 2486605 w 4940163"/>
              <a:gd name="connsiteY4" fmla="*/ 0 h 5826795"/>
              <a:gd name="connsiteX0" fmla="*/ 2486605 w 4940163"/>
              <a:gd name="connsiteY0" fmla="*/ 0 h 5826795"/>
              <a:gd name="connsiteX1" fmla="*/ 4940163 w 4940163"/>
              <a:gd name="connsiteY1" fmla="*/ 2192 h 5826795"/>
              <a:gd name="connsiteX2" fmla="*/ 2001457 w 4940163"/>
              <a:gd name="connsiteY2" fmla="*/ 5826795 h 5826795"/>
              <a:gd name="connsiteX3" fmla="*/ 0 w 4940163"/>
              <a:gd name="connsiteY3" fmla="*/ 5826795 h 5826795"/>
              <a:gd name="connsiteX4" fmla="*/ 2486605 w 4940163"/>
              <a:gd name="connsiteY4" fmla="*/ 0 h 5826795"/>
              <a:gd name="connsiteX0" fmla="*/ 2486605 w 4478393"/>
              <a:gd name="connsiteY0" fmla="*/ 10165 h 5836960"/>
              <a:gd name="connsiteX1" fmla="*/ 4478393 w 4478393"/>
              <a:gd name="connsiteY1" fmla="*/ 0 h 5836960"/>
              <a:gd name="connsiteX2" fmla="*/ 2001457 w 4478393"/>
              <a:gd name="connsiteY2" fmla="*/ 5836960 h 5836960"/>
              <a:gd name="connsiteX3" fmla="*/ 0 w 4478393"/>
              <a:gd name="connsiteY3" fmla="*/ 5836960 h 5836960"/>
              <a:gd name="connsiteX4" fmla="*/ 2486605 w 4478393"/>
              <a:gd name="connsiteY4" fmla="*/ 10165 h 5836960"/>
              <a:gd name="connsiteX0" fmla="*/ 2486605 w 4422421"/>
              <a:gd name="connsiteY0" fmla="*/ 10165 h 5836960"/>
              <a:gd name="connsiteX1" fmla="*/ 4422421 w 4422421"/>
              <a:gd name="connsiteY1" fmla="*/ 0 h 5836960"/>
              <a:gd name="connsiteX2" fmla="*/ 2001457 w 4422421"/>
              <a:gd name="connsiteY2" fmla="*/ 5836960 h 5836960"/>
              <a:gd name="connsiteX3" fmla="*/ 0 w 4422421"/>
              <a:gd name="connsiteY3" fmla="*/ 5836960 h 5836960"/>
              <a:gd name="connsiteX4" fmla="*/ 2486605 w 4422421"/>
              <a:gd name="connsiteY4" fmla="*/ 10165 h 5836960"/>
              <a:gd name="connsiteX0" fmla="*/ 2486605 w 4478393"/>
              <a:gd name="connsiteY0" fmla="*/ 0 h 5826795"/>
              <a:gd name="connsiteX1" fmla="*/ 4478393 w 4478393"/>
              <a:gd name="connsiteY1" fmla="*/ 14549 h 5826795"/>
              <a:gd name="connsiteX2" fmla="*/ 2001457 w 4478393"/>
              <a:gd name="connsiteY2" fmla="*/ 5826795 h 5826795"/>
              <a:gd name="connsiteX3" fmla="*/ 0 w 4478393"/>
              <a:gd name="connsiteY3" fmla="*/ 5826795 h 5826795"/>
              <a:gd name="connsiteX4" fmla="*/ 2486605 w 4478393"/>
              <a:gd name="connsiteY4" fmla="*/ 0 h 5826795"/>
              <a:gd name="connsiteX0" fmla="*/ 2486605 w 4522645"/>
              <a:gd name="connsiteY0" fmla="*/ 1082 h 5827877"/>
              <a:gd name="connsiteX1" fmla="*/ 4522645 w 4522645"/>
              <a:gd name="connsiteY1" fmla="*/ 0 h 5827877"/>
              <a:gd name="connsiteX2" fmla="*/ 2001457 w 4522645"/>
              <a:gd name="connsiteY2" fmla="*/ 5827877 h 5827877"/>
              <a:gd name="connsiteX3" fmla="*/ 0 w 4522645"/>
              <a:gd name="connsiteY3" fmla="*/ 5827877 h 5827877"/>
              <a:gd name="connsiteX4" fmla="*/ 2486605 w 4522645"/>
              <a:gd name="connsiteY4" fmla="*/ 1082 h 5827877"/>
              <a:gd name="connsiteX0" fmla="*/ 2486605 w 4491075"/>
              <a:gd name="connsiteY0" fmla="*/ 1082 h 5827877"/>
              <a:gd name="connsiteX1" fmla="*/ 4491075 w 4491075"/>
              <a:gd name="connsiteY1" fmla="*/ 0 h 5827877"/>
              <a:gd name="connsiteX2" fmla="*/ 2001457 w 4491075"/>
              <a:gd name="connsiteY2" fmla="*/ 5827877 h 5827877"/>
              <a:gd name="connsiteX3" fmla="*/ 0 w 4491075"/>
              <a:gd name="connsiteY3" fmla="*/ 5827877 h 5827877"/>
              <a:gd name="connsiteX4" fmla="*/ 2486605 w 4491075"/>
              <a:gd name="connsiteY4" fmla="*/ 1082 h 5827877"/>
              <a:gd name="connsiteX0" fmla="*/ 2616040 w 4620510"/>
              <a:gd name="connsiteY0" fmla="*/ 1082 h 5827877"/>
              <a:gd name="connsiteX1" fmla="*/ 4620510 w 4620510"/>
              <a:gd name="connsiteY1" fmla="*/ 0 h 5827877"/>
              <a:gd name="connsiteX2" fmla="*/ 2130892 w 4620510"/>
              <a:gd name="connsiteY2" fmla="*/ 5827877 h 5827877"/>
              <a:gd name="connsiteX3" fmla="*/ 0 w 4620510"/>
              <a:gd name="connsiteY3" fmla="*/ 5821527 h 5827877"/>
              <a:gd name="connsiteX4" fmla="*/ 2616040 w 4620510"/>
              <a:gd name="connsiteY4" fmla="*/ 1082 h 5827877"/>
              <a:gd name="connsiteX0" fmla="*/ 2616040 w 4620510"/>
              <a:gd name="connsiteY0" fmla="*/ 1082 h 5821527"/>
              <a:gd name="connsiteX1" fmla="*/ 4620510 w 4620510"/>
              <a:gd name="connsiteY1" fmla="*/ 0 h 5821527"/>
              <a:gd name="connsiteX2" fmla="*/ 1828876 w 4620510"/>
              <a:gd name="connsiteY2" fmla="*/ 5821527 h 5821527"/>
              <a:gd name="connsiteX3" fmla="*/ 0 w 4620510"/>
              <a:gd name="connsiteY3" fmla="*/ 5821527 h 5821527"/>
              <a:gd name="connsiteX4" fmla="*/ 2616040 w 4620510"/>
              <a:gd name="connsiteY4" fmla="*/ 1082 h 5821527"/>
              <a:gd name="connsiteX0" fmla="*/ 2616040 w 4620510"/>
              <a:gd name="connsiteY0" fmla="*/ 1082 h 5821527"/>
              <a:gd name="connsiteX1" fmla="*/ 4620510 w 4620510"/>
              <a:gd name="connsiteY1" fmla="*/ 0 h 5821527"/>
              <a:gd name="connsiteX2" fmla="*/ 1641914 w 4620510"/>
              <a:gd name="connsiteY2" fmla="*/ 5821527 h 5821527"/>
              <a:gd name="connsiteX3" fmla="*/ 0 w 4620510"/>
              <a:gd name="connsiteY3" fmla="*/ 5821527 h 5821527"/>
              <a:gd name="connsiteX4" fmla="*/ 2616040 w 4620510"/>
              <a:gd name="connsiteY4" fmla="*/ 1082 h 5821527"/>
              <a:gd name="connsiteX0" fmla="*/ 2616040 w 4620510"/>
              <a:gd name="connsiteY0" fmla="*/ 1082 h 5821527"/>
              <a:gd name="connsiteX1" fmla="*/ 4620510 w 4620510"/>
              <a:gd name="connsiteY1" fmla="*/ 0 h 5821527"/>
              <a:gd name="connsiteX2" fmla="*/ 1699441 w 4620510"/>
              <a:gd name="connsiteY2" fmla="*/ 5808827 h 5821527"/>
              <a:gd name="connsiteX3" fmla="*/ 0 w 4620510"/>
              <a:gd name="connsiteY3" fmla="*/ 5821527 h 5821527"/>
              <a:gd name="connsiteX4" fmla="*/ 2616040 w 4620510"/>
              <a:gd name="connsiteY4" fmla="*/ 1082 h 5821527"/>
              <a:gd name="connsiteX0" fmla="*/ 2616040 w 4620510"/>
              <a:gd name="connsiteY0" fmla="*/ 1082 h 5821527"/>
              <a:gd name="connsiteX1" fmla="*/ 4620510 w 4620510"/>
              <a:gd name="connsiteY1" fmla="*/ 0 h 5821527"/>
              <a:gd name="connsiteX2" fmla="*/ 1692250 w 4620510"/>
              <a:gd name="connsiteY2" fmla="*/ 5821527 h 5821527"/>
              <a:gd name="connsiteX3" fmla="*/ 0 w 4620510"/>
              <a:gd name="connsiteY3" fmla="*/ 5821527 h 5821527"/>
              <a:gd name="connsiteX4" fmla="*/ 2616040 w 4620510"/>
              <a:gd name="connsiteY4" fmla="*/ 1082 h 5821527"/>
              <a:gd name="connsiteX0" fmla="*/ 2780776 w 4620510"/>
              <a:gd name="connsiteY0" fmla="*/ 1082 h 5821527"/>
              <a:gd name="connsiteX1" fmla="*/ 4620510 w 4620510"/>
              <a:gd name="connsiteY1" fmla="*/ 0 h 5821527"/>
              <a:gd name="connsiteX2" fmla="*/ 1692250 w 4620510"/>
              <a:gd name="connsiteY2" fmla="*/ 5821527 h 5821527"/>
              <a:gd name="connsiteX3" fmla="*/ 0 w 4620510"/>
              <a:gd name="connsiteY3" fmla="*/ 5821527 h 5821527"/>
              <a:gd name="connsiteX4" fmla="*/ 2780776 w 4620510"/>
              <a:gd name="connsiteY4" fmla="*/ 1082 h 5821527"/>
              <a:gd name="connsiteX0" fmla="*/ 2780776 w 4526375"/>
              <a:gd name="connsiteY0" fmla="*/ 11473 h 5831918"/>
              <a:gd name="connsiteX1" fmla="*/ 4526375 w 4526375"/>
              <a:gd name="connsiteY1" fmla="*/ 0 h 5831918"/>
              <a:gd name="connsiteX2" fmla="*/ 1692250 w 4526375"/>
              <a:gd name="connsiteY2" fmla="*/ 5831918 h 5831918"/>
              <a:gd name="connsiteX3" fmla="*/ 0 w 4526375"/>
              <a:gd name="connsiteY3" fmla="*/ 5831918 h 5831918"/>
              <a:gd name="connsiteX4" fmla="*/ 2780776 w 4526375"/>
              <a:gd name="connsiteY4" fmla="*/ 11473 h 5831918"/>
              <a:gd name="connsiteX0" fmla="*/ 2780776 w 4526375"/>
              <a:gd name="connsiteY0" fmla="*/ 0 h 5820445"/>
              <a:gd name="connsiteX1" fmla="*/ 4526375 w 4526375"/>
              <a:gd name="connsiteY1" fmla="*/ 9309 h 5820445"/>
              <a:gd name="connsiteX2" fmla="*/ 1692250 w 4526375"/>
              <a:gd name="connsiteY2" fmla="*/ 5820445 h 5820445"/>
              <a:gd name="connsiteX3" fmla="*/ 0 w 4526375"/>
              <a:gd name="connsiteY3" fmla="*/ 5820445 h 5820445"/>
              <a:gd name="connsiteX4" fmla="*/ 2780776 w 4526375"/>
              <a:gd name="connsiteY4" fmla="*/ 0 h 5820445"/>
              <a:gd name="connsiteX0" fmla="*/ 2780776 w 4526375"/>
              <a:gd name="connsiteY0" fmla="*/ 6278 h 5811136"/>
              <a:gd name="connsiteX1" fmla="*/ 4526375 w 4526375"/>
              <a:gd name="connsiteY1" fmla="*/ 0 h 5811136"/>
              <a:gd name="connsiteX2" fmla="*/ 1692250 w 4526375"/>
              <a:gd name="connsiteY2" fmla="*/ 5811136 h 5811136"/>
              <a:gd name="connsiteX3" fmla="*/ 0 w 4526375"/>
              <a:gd name="connsiteY3" fmla="*/ 5811136 h 5811136"/>
              <a:gd name="connsiteX4" fmla="*/ 2780776 w 4526375"/>
              <a:gd name="connsiteY4" fmla="*/ 6278 h 5811136"/>
              <a:gd name="connsiteX0" fmla="*/ 2828323 w 4526375"/>
              <a:gd name="connsiteY0" fmla="*/ 0 h 5814189"/>
              <a:gd name="connsiteX1" fmla="*/ 4526375 w 4526375"/>
              <a:gd name="connsiteY1" fmla="*/ 3053 h 5814189"/>
              <a:gd name="connsiteX2" fmla="*/ 1692250 w 4526375"/>
              <a:gd name="connsiteY2" fmla="*/ 5814189 h 5814189"/>
              <a:gd name="connsiteX3" fmla="*/ 0 w 4526375"/>
              <a:gd name="connsiteY3" fmla="*/ 5814189 h 5814189"/>
              <a:gd name="connsiteX4" fmla="*/ 2828323 w 4526375"/>
              <a:gd name="connsiteY4" fmla="*/ 0 h 5814189"/>
              <a:gd name="connsiteX0" fmla="*/ 2828323 w 4526375"/>
              <a:gd name="connsiteY0" fmla="*/ 1048 h 5811136"/>
              <a:gd name="connsiteX1" fmla="*/ 4526375 w 4526375"/>
              <a:gd name="connsiteY1" fmla="*/ 0 h 5811136"/>
              <a:gd name="connsiteX2" fmla="*/ 1692250 w 4526375"/>
              <a:gd name="connsiteY2" fmla="*/ 5811136 h 5811136"/>
              <a:gd name="connsiteX3" fmla="*/ 0 w 4526375"/>
              <a:gd name="connsiteY3" fmla="*/ 5811136 h 5811136"/>
              <a:gd name="connsiteX4" fmla="*/ 2828323 w 4526375"/>
              <a:gd name="connsiteY4" fmla="*/ 1048 h 58111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526375" h="5811136">
                <a:moveTo>
                  <a:pt x="2828323" y="1048"/>
                </a:moveTo>
                <a:lnTo>
                  <a:pt x="4526375" y="0"/>
                </a:lnTo>
                <a:lnTo>
                  <a:pt x="1692250" y="5811136"/>
                </a:lnTo>
                <a:lnTo>
                  <a:pt x="0" y="5811136"/>
                </a:lnTo>
                <a:lnTo>
                  <a:pt x="2828323" y="1048"/>
                </a:lnTo>
                <a:close/>
              </a:path>
            </a:pathLst>
          </a:custGeom>
          <a:solidFill>
            <a:srgbClr val="B6C8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4">
            <a:extLst>
              <a:ext uri="{FF2B5EF4-FFF2-40B4-BE49-F238E27FC236}">
                <a16:creationId xmlns:a16="http://schemas.microsoft.com/office/drawing/2014/main" id="{1D318414-F9A4-ED80-E8E6-5223D43C2549}"/>
              </a:ext>
            </a:extLst>
          </p:cNvPr>
          <p:cNvSpPr/>
          <p:nvPr userDrawn="1"/>
        </p:nvSpPr>
        <p:spPr>
          <a:xfrm rot="10800000">
            <a:off x="1651547" y="-9614233"/>
            <a:ext cx="2954751" cy="5811136"/>
          </a:xfrm>
          <a:custGeom>
            <a:avLst/>
            <a:gdLst>
              <a:gd name="connsiteX0" fmla="*/ 0 w 2505206"/>
              <a:gd name="connsiteY0" fmla="*/ 0 h 5824603"/>
              <a:gd name="connsiteX1" fmla="*/ 2505206 w 2505206"/>
              <a:gd name="connsiteY1" fmla="*/ 0 h 5824603"/>
              <a:gd name="connsiteX2" fmla="*/ 2505206 w 2505206"/>
              <a:gd name="connsiteY2" fmla="*/ 5824603 h 5824603"/>
              <a:gd name="connsiteX3" fmla="*/ 0 w 2505206"/>
              <a:gd name="connsiteY3" fmla="*/ 5824603 h 5824603"/>
              <a:gd name="connsiteX4" fmla="*/ 0 w 2505206"/>
              <a:gd name="connsiteY4" fmla="*/ 0 h 5824603"/>
              <a:gd name="connsiteX0" fmla="*/ 0 w 3535109"/>
              <a:gd name="connsiteY0" fmla="*/ 0 h 5824603"/>
              <a:gd name="connsiteX1" fmla="*/ 3535109 w 3535109"/>
              <a:gd name="connsiteY1" fmla="*/ 0 h 5824603"/>
              <a:gd name="connsiteX2" fmla="*/ 2505206 w 3535109"/>
              <a:gd name="connsiteY2" fmla="*/ 5824603 h 5824603"/>
              <a:gd name="connsiteX3" fmla="*/ 0 w 3535109"/>
              <a:gd name="connsiteY3" fmla="*/ 5824603 h 5824603"/>
              <a:gd name="connsiteX4" fmla="*/ 0 w 3535109"/>
              <a:gd name="connsiteY4" fmla="*/ 0 h 5824603"/>
              <a:gd name="connsiteX0" fmla="*/ 1126156 w 3535109"/>
              <a:gd name="connsiteY0" fmla="*/ 0 h 5834229"/>
              <a:gd name="connsiteX1" fmla="*/ 3535109 w 3535109"/>
              <a:gd name="connsiteY1" fmla="*/ 9626 h 5834229"/>
              <a:gd name="connsiteX2" fmla="*/ 2505206 w 3535109"/>
              <a:gd name="connsiteY2" fmla="*/ 5834229 h 5834229"/>
              <a:gd name="connsiteX3" fmla="*/ 0 w 3535109"/>
              <a:gd name="connsiteY3" fmla="*/ 5834229 h 5834229"/>
              <a:gd name="connsiteX4" fmla="*/ 1126156 w 3535109"/>
              <a:gd name="connsiteY4" fmla="*/ 0 h 5834229"/>
              <a:gd name="connsiteX0" fmla="*/ 1103854 w 3535109"/>
              <a:gd name="connsiteY0" fmla="*/ 20110 h 5824603"/>
              <a:gd name="connsiteX1" fmla="*/ 3535109 w 3535109"/>
              <a:gd name="connsiteY1" fmla="*/ 0 h 5824603"/>
              <a:gd name="connsiteX2" fmla="*/ 2505206 w 3535109"/>
              <a:gd name="connsiteY2" fmla="*/ 5824603 h 5824603"/>
              <a:gd name="connsiteX3" fmla="*/ 0 w 3535109"/>
              <a:gd name="connsiteY3" fmla="*/ 5824603 h 5824603"/>
              <a:gd name="connsiteX4" fmla="*/ 1103854 w 3535109"/>
              <a:gd name="connsiteY4" fmla="*/ 20110 h 5824603"/>
              <a:gd name="connsiteX0" fmla="*/ 1111288 w 3535109"/>
              <a:gd name="connsiteY0" fmla="*/ 0 h 5826795"/>
              <a:gd name="connsiteX1" fmla="*/ 3535109 w 3535109"/>
              <a:gd name="connsiteY1" fmla="*/ 2192 h 5826795"/>
              <a:gd name="connsiteX2" fmla="*/ 2505206 w 3535109"/>
              <a:gd name="connsiteY2" fmla="*/ 5826795 h 5826795"/>
              <a:gd name="connsiteX3" fmla="*/ 0 w 3535109"/>
              <a:gd name="connsiteY3" fmla="*/ 5826795 h 5826795"/>
              <a:gd name="connsiteX4" fmla="*/ 1111288 w 3535109"/>
              <a:gd name="connsiteY4" fmla="*/ 0 h 5826795"/>
              <a:gd name="connsiteX0" fmla="*/ 1111288 w 4940163"/>
              <a:gd name="connsiteY0" fmla="*/ 0 h 5826795"/>
              <a:gd name="connsiteX1" fmla="*/ 4940163 w 4940163"/>
              <a:gd name="connsiteY1" fmla="*/ 2192 h 5826795"/>
              <a:gd name="connsiteX2" fmla="*/ 2505206 w 4940163"/>
              <a:gd name="connsiteY2" fmla="*/ 5826795 h 5826795"/>
              <a:gd name="connsiteX3" fmla="*/ 0 w 4940163"/>
              <a:gd name="connsiteY3" fmla="*/ 5826795 h 5826795"/>
              <a:gd name="connsiteX4" fmla="*/ 1111288 w 4940163"/>
              <a:gd name="connsiteY4" fmla="*/ 0 h 5826795"/>
              <a:gd name="connsiteX0" fmla="*/ 2486605 w 4940163"/>
              <a:gd name="connsiteY0" fmla="*/ 0 h 5826795"/>
              <a:gd name="connsiteX1" fmla="*/ 4940163 w 4940163"/>
              <a:gd name="connsiteY1" fmla="*/ 2192 h 5826795"/>
              <a:gd name="connsiteX2" fmla="*/ 2505206 w 4940163"/>
              <a:gd name="connsiteY2" fmla="*/ 5826795 h 5826795"/>
              <a:gd name="connsiteX3" fmla="*/ 0 w 4940163"/>
              <a:gd name="connsiteY3" fmla="*/ 5826795 h 5826795"/>
              <a:gd name="connsiteX4" fmla="*/ 2486605 w 4940163"/>
              <a:gd name="connsiteY4" fmla="*/ 0 h 5826795"/>
              <a:gd name="connsiteX0" fmla="*/ 2486605 w 4940163"/>
              <a:gd name="connsiteY0" fmla="*/ 0 h 5826795"/>
              <a:gd name="connsiteX1" fmla="*/ 4940163 w 4940163"/>
              <a:gd name="connsiteY1" fmla="*/ 2192 h 5826795"/>
              <a:gd name="connsiteX2" fmla="*/ 2001457 w 4940163"/>
              <a:gd name="connsiteY2" fmla="*/ 5826795 h 5826795"/>
              <a:gd name="connsiteX3" fmla="*/ 0 w 4940163"/>
              <a:gd name="connsiteY3" fmla="*/ 5826795 h 5826795"/>
              <a:gd name="connsiteX4" fmla="*/ 2486605 w 4940163"/>
              <a:gd name="connsiteY4" fmla="*/ 0 h 5826795"/>
              <a:gd name="connsiteX0" fmla="*/ 2486605 w 4478393"/>
              <a:gd name="connsiteY0" fmla="*/ 10165 h 5836960"/>
              <a:gd name="connsiteX1" fmla="*/ 4478393 w 4478393"/>
              <a:gd name="connsiteY1" fmla="*/ 0 h 5836960"/>
              <a:gd name="connsiteX2" fmla="*/ 2001457 w 4478393"/>
              <a:gd name="connsiteY2" fmla="*/ 5836960 h 5836960"/>
              <a:gd name="connsiteX3" fmla="*/ 0 w 4478393"/>
              <a:gd name="connsiteY3" fmla="*/ 5836960 h 5836960"/>
              <a:gd name="connsiteX4" fmla="*/ 2486605 w 4478393"/>
              <a:gd name="connsiteY4" fmla="*/ 10165 h 5836960"/>
              <a:gd name="connsiteX0" fmla="*/ 2486605 w 4422421"/>
              <a:gd name="connsiteY0" fmla="*/ 10165 h 5836960"/>
              <a:gd name="connsiteX1" fmla="*/ 4422421 w 4422421"/>
              <a:gd name="connsiteY1" fmla="*/ 0 h 5836960"/>
              <a:gd name="connsiteX2" fmla="*/ 2001457 w 4422421"/>
              <a:gd name="connsiteY2" fmla="*/ 5836960 h 5836960"/>
              <a:gd name="connsiteX3" fmla="*/ 0 w 4422421"/>
              <a:gd name="connsiteY3" fmla="*/ 5836960 h 5836960"/>
              <a:gd name="connsiteX4" fmla="*/ 2486605 w 4422421"/>
              <a:gd name="connsiteY4" fmla="*/ 10165 h 5836960"/>
              <a:gd name="connsiteX0" fmla="*/ 2486605 w 4478393"/>
              <a:gd name="connsiteY0" fmla="*/ 0 h 5826795"/>
              <a:gd name="connsiteX1" fmla="*/ 4478393 w 4478393"/>
              <a:gd name="connsiteY1" fmla="*/ 14549 h 5826795"/>
              <a:gd name="connsiteX2" fmla="*/ 2001457 w 4478393"/>
              <a:gd name="connsiteY2" fmla="*/ 5826795 h 5826795"/>
              <a:gd name="connsiteX3" fmla="*/ 0 w 4478393"/>
              <a:gd name="connsiteY3" fmla="*/ 5826795 h 5826795"/>
              <a:gd name="connsiteX4" fmla="*/ 2486605 w 4478393"/>
              <a:gd name="connsiteY4" fmla="*/ 0 h 5826795"/>
              <a:gd name="connsiteX0" fmla="*/ 2486605 w 4522645"/>
              <a:gd name="connsiteY0" fmla="*/ 1082 h 5827877"/>
              <a:gd name="connsiteX1" fmla="*/ 4522645 w 4522645"/>
              <a:gd name="connsiteY1" fmla="*/ 0 h 5827877"/>
              <a:gd name="connsiteX2" fmla="*/ 2001457 w 4522645"/>
              <a:gd name="connsiteY2" fmla="*/ 5827877 h 5827877"/>
              <a:gd name="connsiteX3" fmla="*/ 0 w 4522645"/>
              <a:gd name="connsiteY3" fmla="*/ 5827877 h 5827877"/>
              <a:gd name="connsiteX4" fmla="*/ 2486605 w 4522645"/>
              <a:gd name="connsiteY4" fmla="*/ 1082 h 5827877"/>
              <a:gd name="connsiteX0" fmla="*/ 2486605 w 4491075"/>
              <a:gd name="connsiteY0" fmla="*/ 1082 h 5827877"/>
              <a:gd name="connsiteX1" fmla="*/ 4491075 w 4491075"/>
              <a:gd name="connsiteY1" fmla="*/ 0 h 5827877"/>
              <a:gd name="connsiteX2" fmla="*/ 2001457 w 4491075"/>
              <a:gd name="connsiteY2" fmla="*/ 5827877 h 5827877"/>
              <a:gd name="connsiteX3" fmla="*/ 0 w 4491075"/>
              <a:gd name="connsiteY3" fmla="*/ 5827877 h 5827877"/>
              <a:gd name="connsiteX4" fmla="*/ 2486605 w 4491075"/>
              <a:gd name="connsiteY4" fmla="*/ 1082 h 5827877"/>
              <a:gd name="connsiteX0" fmla="*/ 2616040 w 4620510"/>
              <a:gd name="connsiteY0" fmla="*/ 1082 h 5827877"/>
              <a:gd name="connsiteX1" fmla="*/ 4620510 w 4620510"/>
              <a:gd name="connsiteY1" fmla="*/ 0 h 5827877"/>
              <a:gd name="connsiteX2" fmla="*/ 2130892 w 4620510"/>
              <a:gd name="connsiteY2" fmla="*/ 5827877 h 5827877"/>
              <a:gd name="connsiteX3" fmla="*/ 0 w 4620510"/>
              <a:gd name="connsiteY3" fmla="*/ 5821527 h 5827877"/>
              <a:gd name="connsiteX4" fmla="*/ 2616040 w 4620510"/>
              <a:gd name="connsiteY4" fmla="*/ 1082 h 5827877"/>
              <a:gd name="connsiteX0" fmla="*/ 2616040 w 4620510"/>
              <a:gd name="connsiteY0" fmla="*/ 1082 h 5821527"/>
              <a:gd name="connsiteX1" fmla="*/ 4620510 w 4620510"/>
              <a:gd name="connsiteY1" fmla="*/ 0 h 5821527"/>
              <a:gd name="connsiteX2" fmla="*/ 1828876 w 4620510"/>
              <a:gd name="connsiteY2" fmla="*/ 5821527 h 5821527"/>
              <a:gd name="connsiteX3" fmla="*/ 0 w 4620510"/>
              <a:gd name="connsiteY3" fmla="*/ 5821527 h 5821527"/>
              <a:gd name="connsiteX4" fmla="*/ 2616040 w 4620510"/>
              <a:gd name="connsiteY4" fmla="*/ 1082 h 5821527"/>
              <a:gd name="connsiteX0" fmla="*/ 2616040 w 4620510"/>
              <a:gd name="connsiteY0" fmla="*/ 1082 h 5821527"/>
              <a:gd name="connsiteX1" fmla="*/ 4620510 w 4620510"/>
              <a:gd name="connsiteY1" fmla="*/ 0 h 5821527"/>
              <a:gd name="connsiteX2" fmla="*/ 1641914 w 4620510"/>
              <a:gd name="connsiteY2" fmla="*/ 5821527 h 5821527"/>
              <a:gd name="connsiteX3" fmla="*/ 0 w 4620510"/>
              <a:gd name="connsiteY3" fmla="*/ 5821527 h 5821527"/>
              <a:gd name="connsiteX4" fmla="*/ 2616040 w 4620510"/>
              <a:gd name="connsiteY4" fmla="*/ 1082 h 5821527"/>
              <a:gd name="connsiteX0" fmla="*/ 2616040 w 4620510"/>
              <a:gd name="connsiteY0" fmla="*/ 1082 h 5821527"/>
              <a:gd name="connsiteX1" fmla="*/ 4620510 w 4620510"/>
              <a:gd name="connsiteY1" fmla="*/ 0 h 5821527"/>
              <a:gd name="connsiteX2" fmla="*/ 1699441 w 4620510"/>
              <a:gd name="connsiteY2" fmla="*/ 5808827 h 5821527"/>
              <a:gd name="connsiteX3" fmla="*/ 0 w 4620510"/>
              <a:gd name="connsiteY3" fmla="*/ 5821527 h 5821527"/>
              <a:gd name="connsiteX4" fmla="*/ 2616040 w 4620510"/>
              <a:gd name="connsiteY4" fmla="*/ 1082 h 5821527"/>
              <a:gd name="connsiteX0" fmla="*/ 2616040 w 4620510"/>
              <a:gd name="connsiteY0" fmla="*/ 1082 h 5821527"/>
              <a:gd name="connsiteX1" fmla="*/ 4620510 w 4620510"/>
              <a:gd name="connsiteY1" fmla="*/ 0 h 5821527"/>
              <a:gd name="connsiteX2" fmla="*/ 1692250 w 4620510"/>
              <a:gd name="connsiteY2" fmla="*/ 5821527 h 5821527"/>
              <a:gd name="connsiteX3" fmla="*/ 0 w 4620510"/>
              <a:gd name="connsiteY3" fmla="*/ 5821527 h 5821527"/>
              <a:gd name="connsiteX4" fmla="*/ 2616040 w 4620510"/>
              <a:gd name="connsiteY4" fmla="*/ 1082 h 5821527"/>
              <a:gd name="connsiteX0" fmla="*/ 2780776 w 4620510"/>
              <a:gd name="connsiteY0" fmla="*/ 1082 h 5821527"/>
              <a:gd name="connsiteX1" fmla="*/ 4620510 w 4620510"/>
              <a:gd name="connsiteY1" fmla="*/ 0 h 5821527"/>
              <a:gd name="connsiteX2" fmla="*/ 1692250 w 4620510"/>
              <a:gd name="connsiteY2" fmla="*/ 5821527 h 5821527"/>
              <a:gd name="connsiteX3" fmla="*/ 0 w 4620510"/>
              <a:gd name="connsiteY3" fmla="*/ 5821527 h 5821527"/>
              <a:gd name="connsiteX4" fmla="*/ 2780776 w 4620510"/>
              <a:gd name="connsiteY4" fmla="*/ 1082 h 5821527"/>
              <a:gd name="connsiteX0" fmla="*/ 2780776 w 4526375"/>
              <a:gd name="connsiteY0" fmla="*/ 11473 h 5831918"/>
              <a:gd name="connsiteX1" fmla="*/ 4526375 w 4526375"/>
              <a:gd name="connsiteY1" fmla="*/ 0 h 5831918"/>
              <a:gd name="connsiteX2" fmla="*/ 1692250 w 4526375"/>
              <a:gd name="connsiteY2" fmla="*/ 5831918 h 5831918"/>
              <a:gd name="connsiteX3" fmla="*/ 0 w 4526375"/>
              <a:gd name="connsiteY3" fmla="*/ 5831918 h 5831918"/>
              <a:gd name="connsiteX4" fmla="*/ 2780776 w 4526375"/>
              <a:gd name="connsiteY4" fmla="*/ 11473 h 5831918"/>
              <a:gd name="connsiteX0" fmla="*/ 2780776 w 4526375"/>
              <a:gd name="connsiteY0" fmla="*/ 0 h 5820445"/>
              <a:gd name="connsiteX1" fmla="*/ 4526375 w 4526375"/>
              <a:gd name="connsiteY1" fmla="*/ 9309 h 5820445"/>
              <a:gd name="connsiteX2" fmla="*/ 1692250 w 4526375"/>
              <a:gd name="connsiteY2" fmla="*/ 5820445 h 5820445"/>
              <a:gd name="connsiteX3" fmla="*/ 0 w 4526375"/>
              <a:gd name="connsiteY3" fmla="*/ 5820445 h 5820445"/>
              <a:gd name="connsiteX4" fmla="*/ 2780776 w 4526375"/>
              <a:gd name="connsiteY4" fmla="*/ 0 h 5820445"/>
              <a:gd name="connsiteX0" fmla="*/ 2780776 w 4526375"/>
              <a:gd name="connsiteY0" fmla="*/ 6278 h 5811136"/>
              <a:gd name="connsiteX1" fmla="*/ 4526375 w 4526375"/>
              <a:gd name="connsiteY1" fmla="*/ 0 h 5811136"/>
              <a:gd name="connsiteX2" fmla="*/ 1692250 w 4526375"/>
              <a:gd name="connsiteY2" fmla="*/ 5811136 h 5811136"/>
              <a:gd name="connsiteX3" fmla="*/ 0 w 4526375"/>
              <a:gd name="connsiteY3" fmla="*/ 5811136 h 5811136"/>
              <a:gd name="connsiteX4" fmla="*/ 2780776 w 4526375"/>
              <a:gd name="connsiteY4" fmla="*/ 6278 h 5811136"/>
              <a:gd name="connsiteX0" fmla="*/ 2828323 w 4526375"/>
              <a:gd name="connsiteY0" fmla="*/ 0 h 5814189"/>
              <a:gd name="connsiteX1" fmla="*/ 4526375 w 4526375"/>
              <a:gd name="connsiteY1" fmla="*/ 3053 h 5814189"/>
              <a:gd name="connsiteX2" fmla="*/ 1692250 w 4526375"/>
              <a:gd name="connsiteY2" fmla="*/ 5814189 h 5814189"/>
              <a:gd name="connsiteX3" fmla="*/ 0 w 4526375"/>
              <a:gd name="connsiteY3" fmla="*/ 5814189 h 5814189"/>
              <a:gd name="connsiteX4" fmla="*/ 2828323 w 4526375"/>
              <a:gd name="connsiteY4" fmla="*/ 0 h 5814189"/>
              <a:gd name="connsiteX0" fmla="*/ 2828323 w 4526375"/>
              <a:gd name="connsiteY0" fmla="*/ 1048 h 5811136"/>
              <a:gd name="connsiteX1" fmla="*/ 4526375 w 4526375"/>
              <a:gd name="connsiteY1" fmla="*/ 0 h 5811136"/>
              <a:gd name="connsiteX2" fmla="*/ 1692250 w 4526375"/>
              <a:gd name="connsiteY2" fmla="*/ 5811136 h 5811136"/>
              <a:gd name="connsiteX3" fmla="*/ 0 w 4526375"/>
              <a:gd name="connsiteY3" fmla="*/ 5811136 h 5811136"/>
              <a:gd name="connsiteX4" fmla="*/ 2828323 w 4526375"/>
              <a:gd name="connsiteY4" fmla="*/ 1048 h 58111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526375" h="5811136">
                <a:moveTo>
                  <a:pt x="2828323" y="1048"/>
                </a:moveTo>
                <a:lnTo>
                  <a:pt x="4526375" y="0"/>
                </a:lnTo>
                <a:lnTo>
                  <a:pt x="1692250" y="5811136"/>
                </a:lnTo>
                <a:lnTo>
                  <a:pt x="0" y="5811136"/>
                </a:lnTo>
                <a:lnTo>
                  <a:pt x="2828323" y="1048"/>
                </a:lnTo>
                <a:close/>
              </a:path>
            </a:pathLst>
          </a:custGeom>
          <a:solidFill>
            <a:srgbClr val="02A98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4">
            <a:extLst>
              <a:ext uri="{FF2B5EF4-FFF2-40B4-BE49-F238E27FC236}">
                <a16:creationId xmlns:a16="http://schemas.microsoft.com/office/drawing/2014/main" id="{A51A247D-8158-8655-EE56-02B7DE3C7BFE}"/>
              </a:ext>
            </a:extLst>
          </p:cNvPr>
          <p:cNvSpPr/>
          <p:nvPr userDrawn="1"/>
        </p:nvSpPr>
        <p:spPr>
          <a:xfrm rot="10800000">
            <a:off x="-2670295" y="-17149552"/>
            <a:ext cx="3367864" cy="5815517"/>
          </a:xfrm>
          <a:custGeom>
            <a:avLst/>
            <a:gdLst>
              <a:gd name="connsiteX0" fmla="*/ 0 w 2505206"/>
              <a:gd name="connsiteY0" fmla="*/ 0 h 5824603"/>
              <a:gd name="connsiteX1" fmla="*/ 2505206 w 2505206"/>
              <a:gd name="connsiteY1" fmla="*/ 0 h 5824603"/>
              <a:gd name="connsiteX2" fmla="*/ 2505206 w 2505206"/>
              <a:gd name="connsiteY2" fmla="*/ 5824603 h 5824603"/>
              <a:gd name="connsiteX3" fmla="*/ 0 w 2505206"/>
              <a:gd name="connsiteY3" fmla="*/ 5824603 h 5824603"/>
              <a:gd name="connsiteX4" fmla="*/ 0 w 2505206"/>
              <a:gd name="connsiteY4" fmla="*/ 0 h 5824603"/>
              <a:gd name="connsiteX0" fmla="*/ 0 w 3535109"/>
              <a:gd name="connsiteY0" fmla="*/ 0 h 5824603"/>
              <a:gd name="connsiteX1" fmla="*/ 3535109 w 3535109"/>
              <a:gd name="connsiteY1" fmla="*/ 0 h 5824603"/>
              <a:gd name="connsiteX2" fmla="*/ 2505206 w 3535109"/>
              <a:gd name="connsiteY2" fmla="*/ 5824603 h 5824603"/>
              <a:gd name="connsiteX3" fmla="*/ 0 w 3535109"/>
              <a:gd name="connsiteY3" fmla="*/ 5824603 h 5824603"/>
              <a:gd name="connsiteX4" fmla="*/ 0 w 3535109"/>
              <a:gd name="connsiteY4" fmla="*/ 0 h 5824603"/>
              <a:gd name="connsiteX0" fmla="*/ 1126156 w 3535109"/>
              <a:gd name="connsiteY0" fmla="*/ 0 h 5834229"/>
              <a:gd name="connsiteX1" fmla="*/ 3535109 w 3535109"/>
              <a:gd name="connsiteY1" fmla="*/ 9626 h 5834229"/>
              <a:gd name="connsiteX2" fmla="*/ 2505206 w 3535109"/>
              <a:gd name="connsiteY2" fmla="*/ 5834229 h 5834229"/>
              <a:gd name="connsiteX3" fmla="*/ 0 w 3535109"/>
              <a:gd name="connsiteY3" fmla="*/ 5834229 h 5834229"/>
              <a:gd name="connsiteX4" fmla="*/ 1126156 w 3535109"/>
              <a:gd name="connsiteY4" fmla="*/ 0 h 5834229"/>
              <a:gd name="connsiteX0" fmla="*/ 1103854 w 3535109"/>
              <a:gd name="connsiteY0" fmla="*/ 20110 h 5824603"/>
              <a:gd name="connsiteX1" fmla="*/ 3535109 w 3535109"/>
              <a:gd name="connsiteY1" fmla="*/ 0 h 5824603"/>
              <a:gd name="connsiteX2" fmla="*/ 2505206 w 3535109"/>
              <a:gd name="connsiteY2" fmla="*/ 5824603 h 5824603"/>
              <a:gd name="connsiteX3" fmla="*/ 0 w 3535109"/>
              <a:gd name="connsiteY3" fmla="*/ 5824603 h 5824603"/>
              <a:gd name="connsiteX4" fmla="*/ 1103854 w 3535109"/>
              <a:gd name="connsiteY4" fmla="*/ 20110 h 5824603"/>
              <a:gd name="connsiteX0" fmla="*/ 1111288 w 3535109"/>
              <a:gd name="connsiteY0" fmla="*/ 0 h 5826795"/>
              <a:gd name="connsiteX1" fmla="*/ 3535109 w 3535109"/>
              <a:gd name="connsiteY1" fmla="*/ 2192 h 5826795"/>
              <a:gd name="connsiteX2" fmla="*/ 2505206 w 3535109"/>
              <a:gd name="connsiteY2" fmla="*/ 5826795 h 5826795"/>
              <a:gd name="connsiteX3" fmla="*/ 0 w 3535109"/>
              <a:gd name="connsiteY3" fmla="*/ 5826795 h 5826795"/>
              <a:gd name="connsiteX4" fmla="*/ 1111288 w 3535109"/>
              <a:gd name="connsiteY4" fmla="*/ 0 h 5826795"/>
              <a:gd name="connsiteX0" fmla="*/ 1111288 w 4940163"/>
              <a:gd name="connsiteY0" fmla="*/ 0 h 5826795"/>
              <a:gd name="connsiteX1" fmla="*/ 4940163 w 4940163"/>
              <a:gd name="connsiteY1" fmla="*/ 2192 h 5826795"/>
              <a:gd name="connsiteX2" fmla="*/ 2505206 w 4940163"/>
              <a:gd name="connsiteY2" fmla="*/ 5826795 h 5826795"/>
              <a:gd name="connsiteX3" fmla="*/ 0 w 4940163"/>
              <a:gd name="connsiteY3" fmla="*/ 5826795 h 5826795"/>
              <a:gd name="connsiteX4" fmla="*/ 1111288 w 4940163"/>
              <a:gd name="connsiteY4" fmla="*/ 0 h 5826795"/>
              <a:gd name="connsiteX0" fmla="*/ 2486605 w 4940163"/>
              <a:gd name="connsiteY0" fmla="*/ 0 h 5826795"/>
              <a:gd name="connsiteX1" fmla="*/ 4940163 w 4940163"/>
              <a:gd name="connsiteY1" fmla="*/ 2192 h 5826795"/>
              <a:gd name="connsiteX2" fmla="*/ 2505206 w 4940163"/>
              <a:gd name="connsiteY2" fmla="*/ 5826795 h 5826795"/>
              <a:gd name="connsiteX3" fmla="*/ 0 w 4940163"/>
              <a:gd name="connsiteY3" fmla="*/ 5826795 h 5826795"/>
              <a:gd name="connsiteX4" fmla="*/ 2486605 w 4940163"/>
              <a:gd name="connsiteY4" fmla="*/ 0 h 5826795"/>
              <a:gd name="connsiteX0" fmla="*/ 2486605 w 4940163"/>
              <a:gd name="connsiteY0" fmla="*/ 0 h 5826795"/>
              <a:gd name="connsiteX1" fmla="*/ 4940163 w 4940163"/>
              <a:gd name="connsiteY1" fmla="*/ 2192 h 5826795"/>
              <a:gd name="connsiteX2" fmla="*/ 2001457 w 4940163"/>
              <a:gd name="connsiteY2" fmla="*/ 5826795 h 5826795"/>
              <a:gd name="connsiteX3" fmla="*/ 0 w 4940163"/>
              <a:gd name="connsiteY3" fmla="*/ 5826795 h 5826795"/>
              <a:gd name="connsiteX4" fmla="*/ 2486605 w 4940163"/>
              <a:gd name="connsiteY4" fmla="*/ 0 h 5826795"/>
              <a:gd name="connsiteX0" fmla="*/ 2486605 w 4478393"/>
              <a:gd name="connsiteY0" fmla="*/ 10165 h 5836960"/>
              <a:gd name="connsiteX1" fmla="*/ 4478393 w 4478393"/>
              <a:gd name="connsiteY1" fmla="*/ 0 h 5836960"/>
              <a:gd name="connsiteX2" fmla="*/ 2001457 w 4478393"/>
              <a:gd name="connsiteY2" fmla="*/ 5836960 h 5836960"/>
              <a:gd name="connsiteX3" fmla="*/ 0 w 4478393"/>
              <a:gd name="connsiteY3" fmla="*/ 5836960 h 5836960"/>
              <a:gd name="connsiteX4" fmla="*/ 2486605 w 4478393"/>
              <a:gd name="connsiteY4" fmla="*/ 10165 h 5836960"/>
              <a:gd name="connsiteX0" fmla="*/ 2486605 w 4422421"/>
              <a:gd name="connsiteY0" fmla="*/ 10165 h 5836960"/>
              <a:gd name="connsiteX1" fmla="*/ 4422421 w 4422421"/>
              <a:gd name="connsiteY1" fmla="*/ 0 h 5836960"/>
              <a:gd name="connsiteX2" fmla="*/ 2001457 w 4422421"/>
              <a:gd name="connsiteY2" fmla="*/ 5836960 h 5836960"/>
              <a:gd name="connsiteX3" fmla="*/ 0 w 4422421"/>
              <a:gd name="connsiteY3" fmla="*/ 5836960 h 5836960"/>
              <a:gd name="connsiteX4" fmla="*/ 2486605 w 4422421"/>
              <a:gd name="connsiteY4" fmla="*/ 10165 h 5836960"/>
              <a:gd name="connsiteX0" fmla="*/ 2486605 w 4478393"/>
              <a:gd name="connsiteY0" fmla="*/ 0 h 5826795"/>
              <a:gd name="connsiteX1" fmla="*/ 4478393 w 4478393"/>
              <a:gd name="connsiteY1" fmla="*/ 14549 h 5826795"/>
              <a:gd name="connsiteX2" fmla="*/ 2001457 w 4478393"/>
              <a:gd name="connsiteY2" fmla="*/ 5826795 h 5826795"/>
              <a:gd name="connsiteX3" fmla="*/ 0 w 4478393"/>
              <a:gd name="connsiteY3" fmla="*/ 5826795 h 5826795"/>
              <a:gd name="connsiteX4" fmla="*/ 2486605 w 4478393"/>
              <a:gd name="connsiteY4" fmla="*/ 0 h 5826795"/>
              <a:gd name="connsiteX0" fmla="*/ 2486605 w 4522645"/>
              <a:gd name="connsiteY0" fmla="*/ 1082 h 5827877"/>
              <a:gd name="connsiteX1" fmla="*/ 4522645 w 4522645"/>
              <a:gd name="connsiteY1" fmla="*/ 0 h 5827877"/>
              <a:gd name="connsiteX2" fmla="*/ 2001457 w 4522645"/>
              <a:gd name="connsiteY2" fmla="*/ 5827877 h 5827877"/>
              <a:gd name="connsiteX3" fmla="*/ 0 w 4522645"/>
              <a:gd name="connsiteY3" fmla="*/ 5827877 h 5827877"/>
              <a:gd name="connsiteX4" fmla="*/ 2486605 w 4522645"/>
              <a:gd name="connsiteY4" fmla="*/ 1082 h 5827877"/>
              <a:gd name="connsiteX0" fmla="*/ 2486605 w 4491075"/>
              <a:gd name="connsiteY0" fmla="*/ 1082 h 5827877"/>
              <a:gd name="connsiteX1" fmla="*/ 4491075 w 4491075"/>
              <a:gd name="connsiteY1" fmla="*/ 0 h 5827877"/>
              <a:gd name="connsiteX2" fmla="*/ 2001457 w 4491075"/>
              <a:gd name="connsiteY2" fmla="*/ 5827877 h 5827877"/>
              <a:gd name="connsiteX3" fmla="*/ 0 w 4491075"/>
              <a:gd name="connsiteY3" fmla="*/ 5827877 h 5827877"/>
              <a:gd name="connsiteX4" fmla="*/ 2486605 w 4491075"/>
              <a:gd name="connsiteY4" fmla="*/ 1082 h 5827877"/>
              <a:gd name="connsiteX0" fmla="*/ 2616040 w 4620510"/>
              <a:gd name="connsiteY0" fmla="*/ 1082 h 5827877"/>
              <a:gd name="connsiteX1" fmla="*/ 4620510 w 4620510"/>
              <a:gd name="connsiteY1" fmla="*/ 0 h 5827877"/>
              <a:gd name="connsiteX2" fmla="*/ 2130892 w 4620510"/>
              <a:gd name="connsiteY2" fmla="*/ 5827877 h 5827877"/>
              <a:gd name="connsiteX3" fmla="*/ 0 w 4620510"/>
              <a:gd name="connsiteY3" fmla="*/ 5821527 h 5827877"/>
              <a:gd name="connsiteX4" fmla="*/ 2616040 w 4620510"/>
              <a:gd name="connsiteY4" fmla="*/ 1082 h 5827877"/>
              <a:gd name="connsiteX0" fmla="*/ 2616040 w 4620510"/>
              <a:gd name="connsiteY0" fmla="*/ 1082 h 5821527"/>
              <a:gd name="connsiteX1" fmla="*/ 4620510 w 4620510"/>
              <a:gd name="connsiteY1" fmla="*/ 0 h 5821527"/>
              <a:gd name="connsiteX2" fmla="*/ 1828876 w 4620510"/>
              <a:gd name="connsiteY2" fmla="*/ 5821527 h 5821527"/>
              <a:gd name="connsiteX3" fmla="*/ 0 w 4620510"/>
              <a:gd name="connsiteY3" fmla="*/ 5821527 h 5821527"/>
              <a:gd name="connsiteX4" fmla="*/ 2616040 w 4620510"/>
              <a:gd name="connsiteY4" fmla="*/ 1082 h 5821527"/>
              <a:gd name="connsiteX0" fmla="*/ 2616040 w 4620510"/>
              <a:gd name="connsiteY0" fmla="*/ 1082 h 5821527"/>
              <a:gd name="connsiteX1" fmla="*/ 4620510 w 4620510"/>
              <a:gd name="connsiteY1" fmla="*/ 0 h 5821527"/>
              <a:gd name="connsiteX2" fmla="*/ 1641914 w 4620510"/>
              <a:gd name="connsiteY2" fmla="*/ 5821527 h 5821527"/>
              <a:gd name="connsiteX3" fmla="*/ 0 w 4620510"/>
              <a:gd name="connsiteY3" fmla="*/ 5821527 h 5821527"/>
              <a:gd name="connsiteX4" fmla="*/ 2616040 w 4620510"/>
              <a:gd name="connsiteY4" fmla="*/ 1082 h 5821527"/>
              <a:gd name="connsiteX0" fmla="*/ 2616040 w 4620510"/>
              <a:gd name="connsiteY0" fmla="*/ 1082 h 5821527"/>
              <a:gd name="connsiteX1" fmla="*/ 4620510 w 4620510"/>
              <a:gd name="connsiteY1" fmla="*/ 0 h 5821527"/>
              <a:gd name="connsiteX2" fmla="*/ 1699441 w 4620510"/>
              <a:gd name="connsiteY2" fmla="*/ 5808827 h 5821527"/>
              <a:gd name="connsiteX3" fmla="*/ 0 w 4620510"/>
              <a:gd name="connsiteY3" fmla="*/ 5821527 h 5821527"/>
              <a:gd name="connsiteX4" fmla="*/ 2616040 w 4620510"/>
              <a:gd name="connsiteY4" fmla="*/ 1082 h 5821527"/>
              <a:gd name="connsiteX0" fmla="*/ 2616040 w 4620510"/>
              <a:gd name="connsiteY0" fmla="*/ 1082 h 5821527"/>
              <a:gd name="connsiteX1" fmla="*/ 4620510 w 4620510"/>
              <a:gd name="connsiteY1" fmla="*/ 0 h 5821527"/>
              <a:gd name="connsiteX2" fmla="*/ 1692250 w 4620510"/>
              <a:gd name="connsiteY2" fmla="*/ 5821527 h 5821527"/>
              <a:gd name="connsiteX3" fmla="*/ 0 w 4620510"/>
              <a:gd name="connsiteY3" fmla="*/ 5821527 h 5821527"/>
              <a:gd name="connsiteX4" fmla="*/ 2616040 w 4620510"/>
              <a:gd name="connsiteY4" fmla="*/ 1082 h 5821527"/>
              <a:gd name="connsiteX0" fmla="*/ 2780776 w 4620510"/>
              <a:gd name="connsiteY0" fmla="*/ 1082 h 5821527"/>
              <a:gd name="connsiteX1" fmla="*/ 4620510 w 4620510"/>
              <a:gd name="connsiteY1" fmla="*/ 0 h 5821527"/>
              <a:gd name="connsiteX2" fmla="*/ 1692250 w 4620510"/>
              <a:gd name="connsiteY2" fmla="*/ 5821527 h 5821527"/>
              <a:gd name="connsiteX3" fmla="*/ 0 w 4620510"/>
              <a:gd name="connsiteY3" fmla="*/ 5821527 h 5821527"/>
              <a:gd name="connsiteX4" fmla="*/ 2780776 w 4620510"/>
              <a:gd name="connsiteY4" fmla="*/ 1082 h 5821527"/>
              <a:gd name="connsiteX0" fmla="*/ 2780776 w 4526375"/>
              <a:gd name="connsiteY0" fmla="*/ 11473 h 5831918"/>
              <a:gd name="connsiteX1" fmla="*/ 4526375 w 4526375"/>
              <a:gd name="connsiteY1" fmla="*/ 0 h 5831918"/>
              <a:gd name="connsiteX2" fmla="*/ 1692250 w 4526375"/>
              <a:gd name="connsiteY2" fmla="*/ 5831918 h 5831918"/>
              <a:gd name="connsiteX3" fmla="*/ 0 w 4526375"/>
              <a:gd name="connsiteY3" fmla="*/ 5831918 h 5831918"/>
              <a:gd name="connsiteX4" fmla="*/ 2780776 w 4526375"/>
              <a:gd name="connsiteY4" fmla="*/ 11473 h 5831918"/>
              <a:gd name="connsiteX0" fmla="*/ 2780776 w 4526375"/>
              <a:gd name="connsiteY0" fmla="*/ 0 h 5820445"/>
              <a:gd name="connsiteX1" fmla="*/ 4526375 w 4526375"/>
              <a:gd name="connsiteY1" fmla="*/ 9309 h 5820445"/>
              <a:gd name="connsiteX2" fmla="*/ 1692250 w 4526375"/>
              <a:gd name="connsiteY2" fmla="*/ 5820445 h 5820445"/>
              <a:gd name="connsiteX3" fmla="*/ 0 w 4526375"/>
              <a:gd name="connsiteY3" fmla="*/ 5820445 h 5820445"/>
              <a:gd name="connsiteX4" fmla="*/ 2780776 w 4526375"/>
              <a:gd name="connsiteY4" fmla="*/ 0 h 5820445"/>
              <a:gd name="connsiteX0" fmla="*/ 2780776 w 4526375"/>
              <a:gd name="connsiteY0" fmla="*/ 6278 h 5811136"/>
              <a:gd name="connsiteX1" fmla="*/ 4526375 w 4526375"/>
              <a:gd name="connsiteY1" fmla="*/ 0 h 5811136"/>
              <a:gd name="connsiteX2" fmla="*/ 1692250 w 4526375"/>
              <a:gd name="connsiteY2" fmla="*/ 5811136 h 5811136"/>
              <a:gd name="connsiteX3" fmla="*/ 0 w 4526375"/>
              <a:gd name="connsiteY3" fmla="*/ 5811136 h 5811136"/>
              <a:gd name="connsiteX4" fmla="*/ 2780776 w 4526375"/>
              <a:gd name="connsiteY4" fmla="*/ 6278 h 5811136"/>
              <a:gd name="connsiteX0" fmla="*/ 2828323 w 4526375"/>
              <a:gd name="connsiteY0" fmla="*/ 0 h 5814189"/>
              <a:gd name="connsiteX1" fmla="*/ 4526375 w 4526375"/>
              <a:gd name="connsiteY1" fmla="*/ 3053 h 5814189"/>
              <a:gd name="connsiteX2" fmla="*/ 1692250 w 4526375"/>
              <a:gd name="connsiteY2" fmla="*/ 5814189 h 5814189"/>
              <a:gd name="connsiteX3" fmla="*/ 0 w 4526375"/>
              <a:gd name="connsiteY3" fmla="*/ 5814189 h 5814189"/>
              <a:gd name="connsiteX4" fmla="*/ 2828323 w 4526375"/>
              <a:gd name="connsiteY4" fmla="*/ 0 h 5814189"/>
              <a:gd name="connsiteX0" fmla="*/ 2828323 w 4526375"/>
              <a:gd name="connsiteY0" fmla="*/ 1048 h 5811136"/>
              <a:gd name="connsiteX1" fmla="*/ 4526375 w 4526375"/>
              <a:gd name="connsiteY1" fmla="*/ 0 h 5811136"/>
              <a:gd name="connsiteX2" fmla="*/ 1692250 w 4526375"/>
              <a:gd name="connsiteY2" fmla="*/ 5811136 h 5811136"/>
              <a:gd name="connsiteX3" fmla="*/ 0 w 4526375"/>
              <a:gd name="connsiteY3" fmla="*/ 5811136 h 5811136"/>
              <a:gd name="connsiteX4" fmla="*/ 2828323 w 4526375"/>
              <a:gd name="connsiteY4" fmla="*/ 1048 h 5811136"/>
              <a:gd name="connsiteX0" fmla="*/ 2207366 w 4526375"/>
              <a:gd name="connsiteY0" fmla="*/ 10475 h 5811136"/>
              <a:gd name="connsiteX1" fmla="*/ 4526375 w 4526375"/>
              <a:gd name="connsiteY1" fmla="*/ 0 h 5811136"/>
              <a:gd name="connsiteX2" fmla="*/ 1692250 w 4526375"/>
              <a:gd name="connsiteY2" fmla="*/ 5811136 h 5811136"/>
              <a:gd name="connsiteX3" fmla="*/ 0 w 4526375"/>
              <a:gd name="connsiteY3" fmla="*/ 5811136 h 5811136"/>
              <a:gd name="connsiteX4" fmla="*/ 2207366 w 4526375"/>
              <a:gd name="connsiteY4" fmla="*/ 10475 h 5811136"/>
              <a:gd name="connsiteX0" fmla="*/ 2197638 w 4526375"/>
              <a:gd name="connsiteY0" fmla="*/ 4125 h 5811136"/>
              <a:gd name="connsiteX1" fmla="*/ 4526375 w 4526375"/>
              <a:gd name="connsiteY1" fmla="*/ 0 h 5811136"/>
              <a:gd name="connsiteX2" fmla="*/ 1692250 w 4526375"/>
              <a:gd name="connsiteY2" fmla="*/ 5811136 h 5811136"/>
              <a:gd name="connsiteX3" fmla="*/ 0 w 4526375"/>
              <a:gd name="connsiteY3" fmla="*/ 5811136 h 5811136"/>
              <a:gd name="connsiteX4" fmla="*/ 2197638 w 4526375"/>
              <a:gd name="connsiteY4" fmla="*/ 4125 h 5811136"/>
              <a:gd name="connsiteX0" fmla="*/ 2187911 w 4526375"/>
              <a:gd name="connsiteY0" fmla="*/ 0 h 5813361"/>
              <a:gd name="connsiteX1" fmla="*/ 4526375 w 4526375"/>
              <a:gd name="connsiteY1" fmla="*/ 2225 h 5813361"/>
              <a:gd name="connsiteX2" fmla="*/ 1692250 w 4526375"/>
              <a:gd name="connsiteY2" fmla="*/ 5813361 h 5813361"/>
              <a:gd name="connsiteX3" fmla="*/ 0 w 4526375"/>
              <a:gd name="connsiteY3" fmla="*/ 5813361 h 5813361"/>
              <a:gd name="connsiteX4" fmla="*/ 2187911 w 4526375"/>
              <a:gd name="connsiteY4" fmla="*/ 0 h 5813361"/>
              <a:gd name="connsiteX0" fmla="*/ 2158728 w 4526375"/>
              <a:gd name="connsiteY0" fmla="*/ 0 h 5813361"/>
              <a:gd name="connsiteX1" fmla="*/ 4526375 w 4526375"/>
              <a:gd name="connsiteY1" fmla="*/ 2225 h 5813361"/>
              <a:gd name="connsiteX2" fmla="*/ 1692250 w 4526375"/>
              <a:gd name="connsiteY2" fmla="*/ 5813361 h 5813361"/>
              <a:gd name="connsiteX3" fmla="*/ 0 w 4526375"/>
              <a:gd name="connsiteY3" fmla="*/ 5813361 h 5813361"/>
              <a:gd name="connsiteX4" fmla="*/ 2158728 w 4526375"/>
              <a:gd name="connsiteY4" fmla="*/ 0 h 5813361"/>
              <a:gd name="connsiteX0" fmla="*/ 2771564 w 5139211"/>
              <a:gd name="connsiteY0" fmla="*/ 0 h 5819711"/>
              <a:gd name="connsiteX1" fmla="*/ 5139211 w 5139211"/>
              <a:gd name="connsiteY1" fmla="*/ 2225 h 5819711"/>
              <a:gd name="connsiteX2" fmla="*/ 2305086 w 5139211"/>
              <a:gd name="connsiteY2" fmla="*/ 5813361 h 5819711"/>
              <a:gd name="connsiteX3" fmla="*/ 0 w 5139211"/>
              <a:gd name="connsiteY3" fmla="*/ 5819711 h 5819711"/>
              <a:gd name="connsiteX4" fmla="*/ 2771564 w 5139211"/>
              <a:gd name="connsiteY4" fmla="*/ 0 h 5819711"/>
              <a:gd name="connsiteX0" fmla="*/ 2771564 w 5139211"/>
              <a:gd name="connsiteY0" fmla="*/ 0 h 5815517"/>
              <a:gd name="connsiteX1" fmla="*/ 5139211 w 5139211"/>
              <a:gd name="connsiteY1" fmla="*/ 2225 h 5815517"/>
              <a:gd name="connsiteX2" fmla="*/ 2305086 w 5139211"/>
              <a:gd name="connsiteY2" fmla="*/ 5813361 h 5815517"/>
              <a:gd name="connsiteX3" fmla="*/ 0 w 5139211"/>
              <a:gd name="connsiteY3" fmla="*/ 5815517 h 5815517"/>
              <a:gd name="connsiteX4" fmla="*/ 2771564 w 5139211"/>
              <a:gd name="connsiteY4" fmla="*/ 0 h 5815517"/>
              <a:gd name="connsiteX0" fmla="*/ 2791575 w 5159222"/>
              <a:gd name="connsiteY0" fmla="*/ 0 h 5815517"/>
              <a:gd name="connsiteX1" fmla="*/ 5159222 w 5159222"/>
              <a:gd name="connsiteY1" fmla="*/ 2225 h 5815517"/>
              <a:gd name="connsiteX2" fmla="*/ 2325097 w 5159222"/>
              <a:gd name="connsiteY2" fmla="*/ 5813361 h 5815517"/>
              <a:gd name="connsiteX3" fmla="*/ 0 w 5159222"/>
              <a:gd name="connsiteY3" fmla="*/ 5815517 h 5815517"/>
              <a:gd name="connsiteX4" fmla="*/ 2791575 w 5159222"/>
              <a:gd name="connsiteY4" fmla="*/ 0 h 58155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159222" h="5815517">
                <a:moveTo>
                  <a:pt x="2791575" y="0"/>
                </a:moveTo>
                <a:lnTo>
                  <a:pt x="5159222" y="2225"/>
                </a:lnTo>
                <a:lnTo>
                  <a:pt x="2325097" y="5813361"/>
                </a:lnTo>
                <a:lnTo>
                  <a:pt x="0" y="5815517"/>
                </a:lnTo>
                <a:lnTo>
                  <a:pt x="2791575" y="0"/>
                </a:lnTo>
                <a:close/>
              </a:path>
            </a:pathLst>
          </a:custGeom>
          <a:solidFill>
            <a:srgbClr val="FFA40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Rectangle 4">
            <a:extLst>
              <a:ext uri="{FF2B5EF4-FFF2-40B4-BE49-F238E27FC236}">
                <a16:creationId xmlns:a16="http://schemas.microsoft.com/office/drawing/2014/main" id="{2DBB1AD4-570B-71A7-FE50-7746E2425745}"/>
              </a:ext>
            </a:extLst>
          </p:cNvPr>
          <p:cNvSpPr/>
          <p:nvPr userDrawn="1"/>
        </p:nvSpPr>
        <p:spPr>
          <a:xfrm rot="10800000">
            <a:off x="13063917" y="-12075851"/>
            <a:ext cx="5606988" cy="8113011"/>
          </a:xfrm>
          <a:custGeom>
            <a:avLst/>
            <a:gdLst>
              <a:gd name="connsiteX0" fmla="*/ 0 w 2505206"/>
              <a:gd name="connsiteY0" fmla="*/ 0 h 5824603"/>
              <a:gd name="connsiteX1" fmla="*/ 2505206 w 2505206"/>
              <a:gd name="connsiteY1" fmla="*/ 0 h 5824603"/>
              <a:gd name="connsiteX2" fmla="*/ 2505206 w 2505206"/>
              <a:gd name="connsiteY2" fmla="*/ 5824603 h 5824603"/>
              <a:gd name="connsiteX3" fmla="*/ 0 w 2505206"/>
              <a:gd name="connsiteY3" fmla="*/ 5824603 h 5824603"/>
              <a:gd name="connsiteX4" fmla="*/ 0 w 2505206"/>
              <a:gd name="connsiteY4" fmla="*/ 0 h 5824603"/>
              <a:gd name="connsiteX0" fmla="*/ 0 w 3535109"/>
              <a:gd name="connsiteY0" fmla="*/ 0 h 5824603"/>
              <a:gd name="connsiteX1" fmla="*/ 3535109 w 3535109"/>
              <a:gd name="connsiteY1" fmla="*/ 0 h 5824603"/>
              <a:gd name="connsiteX2" fmla="*/ 2505206 w 3535109"/>
              <a:gd name="connsiteY2" fmla="*/ 5824603 h 5824603"/>
              <a:gd name="connsiteX3" fmla="*/ 0 w 3535109"/>
              <a:gd name="connsiteY3" fmla="*/ 5824603 h 5824603"/>
              <a:gd name="connsiteX4" fmla="*/ 0 w 3535109"/>
              <a:gd name="connsiteY4" fmla="*/ 0 h 5824603"/>
              <a:gd name="connsiteX0" fmla="*/ 1126156 w 3535109"/>
              <a:gd name="connsiteY0" fmla="*/ 0 h 5834229"/>
              <a:gd name="connsiteX1" fmla="*/ 3535109 w 3535109"/>
              <a:gd name="connsiteY1" fmla="*/ 9626 h 5834229"/>
              <a:gd name="connsiteX2" fmla="*/ 2505206 w 3535109"/>
              <a:gd name="connsiteY2" fmla="*/ 5834229 h 5834229"/>
              <a:gd name="connsiteX3" fmla="*/ 0 w 3535109"/>
              <a:gd name="connsiteY3" fmla="*/ 5834229 h 5834229"/>
              <a:gd name="connsiteX4" fmla="*/ 1126156 w 3535109"/>
              <a:gd name="connsiteY4" fmla="*/ 0 h 5834229"/>
              <a:gd name="connsiteX0" fmla="*/ 1103854 w 3535109"/>
              <a:gd name="connsiteY0" fmla="*/ 20110 h 5824603"/>
              <a:gd name="connsiteX1" fmla="*/ 3535109 w 3535109"/>
              <a:gd name="connsiteY1" fmla="*/ 0 h 5824603"/>
              <a:gd name="connsiteX2" fmla="*/ 2505206 w 3535109"/>
              <a:gd name="connsiteY2" fmla="*/ 5824603 h 5824603"/>
              <a:gd name="connsiteX3" fmla="*/ 0 w 3535109"/>
              <a:gd name="connsiteY3" fmla="*/ 5824603 h 5824603"/>
              <a:gd name="connsiteX4" fmla="*/ 1103854 w 3535109"/>
              <a:gd name="connsiteY4" fmla="*/ 20110 h 5824603"/>
              <a:gd name="connsiteX0" fmla="*/ 1111288 w 3535109"/>
              <a:gd name="connsiteY0" fmla="*/ 0 h 5826795"/>
              <a:gd name="connsiteX1" fmla="*/ 3535109 w 3535109"/>
              <a:gd name="connsiteY1" fmla="*/ 2192 h 5826795"/>
              <a:gd name="connsiteX2" fmla="*/ 2505206 w 3535109"/>
              <a:gd name="connsiteY2" fmla="*/ 5826795 h 5826795"/>
              <a:gd name="connsiteX3" fmla="*/ 0 w 3535109"/>
              <a:gd name="connsiteY3" fmla="*/ 5826795 h 5826795"/>
              <a:gd name="connsiteX4" fmla="*/ 1111288 w 3535109"/>
              <a:gd name="connsiteY4" fmla="*/ 0 h 5826795"/>
              <a:gd name="connsiteX0" fmla="*/ 1111288 w 4940163"/>
              <a:gd name="connsiteY0" fmla="*/ 0 h 5826795"/>
              <a:gd name="connsiteX1" fmla="*/ 4940163 w 4940163"/>
              <a:gd name="connsiteY1" fmla="*/ 2192 h 5826795"/>
              <a:gd name="connsiteX2" fmla="*/ 2505206 w 4940163"/>
              <a:gd name="connsiteY2" fmla="*/ 5826795 h 5826795"/>
              <a:gd name="connsiteX3" fmla="*/ 0 w 4940163"/>
              <a:gd name="connsiteY3" fmla="*/ 5826795 h 5826795"/>
              <a:gd name="connsiteX4" fmla="*/ 1111288 w 4940163"/>
              <a:gd name="connsiteY4" fmla="*/ 0 h 5826795"/>
              <a:gd name="connsiteX0" fmla="*/ 2486605 w 4940163"/>
              <a:gd name="connsiteY0" fmla="*/ 0 h 5826795"/>
              <a:gd name="connsiteX1" fmla="*/ 4940163 w 4940163"/>
              <a:gd name="connsiteY1" fmla="*/ 2192 h 5826795"/>
              <a:gd name="connsiteX2" fmla="*/ 2505206 w 4940163"/>
              <a:gd name="connsiteY2" fmla="*/ 5826795 h 5826795"/>
              <a:gd name="connsiteX3" fmla="*/ 0 w 4940163"/>
              <a:gd name="connsiteY3" fmla="*/ 5826795 h 5826795"/>
              <a:gd name="connsiteX4" fmla="*/ 2486605 w 4940163"/>
              <a:gd name="connsiteY4" fmla="*/ 0 h 5826795"/>
              <a:gd name="connsiteX0" fmla="*/ 2486605 w 4940163"/>
              <a:gd name="connsiteY0" fmla="*/ 0 h 5826795"/>
              <a:gd name="connsiteX1" fmla="*/ 4940163 w 4940163"/>
              <a:gd name="connsiteY1" fmla="*/ 2192 h 5826795"/>
              <a:gd name="connsiteX2" fmla="*/ 2001457 w 4940163"/>
              <a:gd name="connsiteY2" fmla="*/ 5826795 h 5826795"/>
              <a:gd name="connsiteX3" fmla="*/ 0 w 4940163"/>
              <a:gd name="connsiteY3" fmla="*/ 5826795 h 5826795"/>
              <a:gd name="connsiteX4" fmla="*/ 2486605 w 4940163"/>
              <a:gd name="connsiteY4" fmla="*/ 0 h 5826795"/>
              <a:gd name="connsiteX0" fmla="*/ 2486605 w 4478393"/>
              <a:gd name="connsiteY0" fmla="*/ 10165 h 5836960"/>
              <a:gd name="connsiteX1" fmla="*/ 4478393 w 4478393"/>
              <a:gd name="connsiteY1" fmla="*/ 0 h 5836960"/>
              <a:gd name="connsiteX2" fmla="*/ 2001457 w 4478393"/>
              <a:gd name="connsiteY2" fmla="*/ 5836960 h 5836960"/>
              <a:gd name="connsiteX3" fmla="*/ 0 w 4478393"/>
              <a:gd name="connsiteY3" fmla="*/ 5836960 h 5836960"/>
              <a:gd name="connsiteX4" fmla="*/ 2486605 w 4478393"/>
              <a:gd name="connsiteY4" fmla="*/ 10165 h 5836960"/>
              <a:gd name="connsiteX0" fmla="*/ 2486605 w 4422421"/>
              <a:gd name="connsiteY0" fmla="*/ 10165 h 5836960"/>
              <a:gd name="connsiteX1" fmla="*/ 4422421 w 4422421"/>
              <a:gd name="connsiteY1" fmla="*/ 0 h 5836960"/>
              <a:gd name="connsiteX2" fmla="*/ 2001457 w 4422421"/>
              <a:gd name="connsiteY2" fmla="*/ 5836960 h 5836960"/>
              <a:gd name="connsiteX3" fmla="*/ 0 w 4422421"/>
              <a:gd name="connsiteY3" fmla="*/ 5836960 h 5836960"/>
              <a:gd name="connsiteX4" fmla="*/ 2486605 w 4422421"/>
              <a:gd name="connsiteY4" fmla="*/ 10165 h 5836960"/>
              <a:gd name="connsiteX0" fmla="*/ 2486605 w 4478393"/>
              <a:gd name="connsiteY0" fmla="*/ 0 h 5826795"/>
              <a:gd name="connsiteX1" fmla="*/ 4478393 w 4478393"/>
              <a:gd name="connsiteY1" fmla="*/ 14549 h 5826795"/>
              <a:gd name="connsiteX2" fmla="*/ 2001457 w 4478393"/>
              <a:gd name="connsiteY2" fmla="*/ 5826795 h 5826795"/>
              <a:gd name="connsiteX3" fmla="*/ 0 w 4478393"/>
              <a:gd name="connsiteY3" fmla="*/ 5826795 h 5826795"/>
              <a:gd name="connsiteX4" fmla="*/ 2486605 w 4478393"/>
              <a:gd name="connsiteY4" fmla="*/ 0 h 5826795"/>
              <a:gd name="connsiteX0" fmla="*/ 2486605 w 4522645"/>
              <a:gd name="connsiteY0" fmla="*/ 1082 h 5827877"/>
              <a:gd name="connsiteX1" fmla="*/ 4522645 w 4522645"/>
              <a:gd name="connsiteY1" fmla="*/ 0 h 5827877"/>
              <a:gd name="connsiteX2" fmla="*/ 2001457 w 4522645"/>
              <a:gd name="connsiteY2" fmla="*/ 5827877 h 5827877"/>
              <a:gd name="connsiteX3" fmla="*/ 0 w 4522645"/>
              <a:gd name="connsiteY3" fmla="*/ 5827877 h 5827877"/>
              <a:gd name="connsiteX4" fmla="*/ 2486605 w 4522645"/>
              <a:gd name="connsiteY4" fmla="*/ 1082 h 5827877"/>
              <a:gd name="connsiteX0" fmla="*/ 2486605 w 4491075"/>
              <a:gd name="connsiteY0" fmla="*/ 1082 h 5827877"/>
              <a:gd name="connsiteX1" fmla="*/ 4491075 w 4491075"/>
              <a:gd name="connsiteY1" fmla="*/ 0 h 5827877"/>
              <a:gd name="connsiteX2" fmla="*/ 2001457 w 4491075"/>
              <a:gd name="connsiteY2" fmla="*/ 5827877 h 5827877"/>
              <a:gd name="connsiteX3" fmla="*/ 0 w 4491075"/>
              <a:gd name="connsiteY3" fmla="*/ 5827877 h 5827877"/>
              <a:gd name="connsiteX4" fmla="*/ 2486605 w 4491075"/>
              <a:gd name="connsiteY4" fmla="*/ 1082 h 5827877"/>
              <a:gd name="connsiteX0" fmla="*/ 2616040 w 4620510"/>
              <a:gd name="connsiteY0" fmla="*/ 1082 h 5827877"/>
              <a:gd name="connsiteX1" fmla="*/ 4620510 w 4620510"/>
              <a:gd name="connsiteY1" fmla="*/ 0 h 5827877"/>
              <a:gd name="connsiteX2" fmla="*/ 2130892 w 4620510"/>
              <a:gd name="connsiteY2" fmla="*/ 5827877 h 5827877"/>
              <a:gd name="connsiteX3" fmla="*/ 0 w 4620510"/>
              <a:gd name="connsiteY3" fmla="*/ 5821527 h 5827877"/>
              <a:gd name="connsiteX4" fmla="*/ 2616040 w 4620510"/>
              <a:gd name="connsiteY4" fmla="*/ 1082 h 5827877"/>
              <a:gd name="connsiteX0" fmla="*/ 2616040 w 4620510"/>
              <a:gd name="connsiteY0" fmla="*/ 1082 h 5821527"/>
              <a:gd name="connsiteX1" fmla="*/ 4620510 w 4620510"/>
              <a:gd name="connsiteY1" fmla="*/ 0 h 5821527"/>
              <a:gd name="connsiteX2" fmla="*/ 1828876 w 4620510"/>
              <a:gd name="connsiteY2" fmla="*/ 5821527 h 5821527"/>
              <a:gd name="connsiteX3" fmla="*/ 0 w 4620510"/>
              <a:gd name="connsiteY3" fmla="*/ 5821527 h 5821527"/>
              <a:gd name="connsiteX4" fmla="*/ 2616040 w 4620510"/>
              <a:gd name="connsiteY4" fmla="*/ 1082 h 5821527"/>
              <a:gd name="connsiteX0" fmla="*/ 2616040 w 4620510"/>
              <a:gd name="connsiteY0" fmla="*/ 1082 h 5821527"/>
              <a:gd name="connsiteX1" fmla="*/ 4620510 w 4620510"/>
              <a:gd name="connsiteY1" fmla="*/ 0 h 5821527"/>
              <a:gd name="connsiteX2" fmla="*/ 1641914 w 4620510"/>
              <a:gd name="connsiteY2" fmla="*/ 5821527 h 5821527"/>
              <a:gd name="connsiteX3" fmla="*/ 0 w 4620510"/>
              <a:gd name="connsiteY3" fmla="*/ 5821527 h 5821527"/>
              <a:gd name="connsiteX4" fmla="*/ 2616040 w 4620510"/>
              <a:gd name="connsiteY4" fmla="*/ 1082 h 5821527"/>
              <a:gd name="connsiteX0" fmla="*/ 2616040 w 4620510"/>
              <a:gd name="connsiteY0" fmla="*/ 1082 h 5821527"/>
              <a:gd name="connsiteX1" fmla="*/ 4620510 w 4620510"/>
              <a:gd name="connsiteY1" fmla="*/ 0 h 5821527"/>
              <a:gd name="connsiteX2" fmla="*/ 1699441 w 4620510"/>
              <a:gd name="connsiteY2" fmla="*/ 5808827 h 5821527"/>
              <a:gd name="connsiteX3" fmla="*/ 0 w 4620510"/>
              <a:gd name="connsiteY3" fmla="*/ 5821527 h 5821527"/>
              <a:gd name="connsiteX4" fmla="*/ 2616040 w 4620510"/>
              <a:gd name="connsiteY4" fmla="*/ 1082 h 5821527"/>
              <a:gd name="connsiteX0" fmla="*/ 2616040 w 4620510"/>
              <a:gd name="connsiteY0" fmla="*/ 1082 h 5821527"/>
              <a:gd name="connsiteX1" fmla="*/ 4620510 w 4620510"/>
              <a:gd name="connsiteY1" fmla="*/ 0 h 5821527"/>
              <a:gd name="connsiteX2" fmla="*/ 1692250 w 4620510"/>
              <a:gd name="connsiteY2" fmla="*/ 5821527 h 5821527"/>
              <a:gd name="connsiteX3" fmla="*/ 0 w 4620510"/>
              <a:gd name="connsiteY3" fmla="*/ 5821527 h 5821527"/>
              <a:gd name="connsiteX4" fmla="*/ 2616040 w 4620510"/>
              <a:gd name="connsiteY4" fmla="*/ 1082 h 5821527"/>
              <a:gd name="connsiteX0" fmla="*/ 2780776 w 4620510"/>
              <a:gd name="connsiteY0" fmla="*/ 1082 h 5821527"/>
              <a:gd name="connsiteX1" fmla="*/ 4620510 w 4620510"/>
              <a:gd name="connsiteY1" fmla="*/ 0 h 5821527"/>
              <a:gd name="connsiteX2" fmla="*/ 1692250 w 4620510"/>
              <a:gd name="connsiteY2" fmla="*/ 5821527 h 5821527"/>
              <a:gd name="connsiteX3" fmla="*/ 0 w 4620510"/>
              <a:gd name="connsiteY3" fmla="*/ 5821527 h 5821527"/>
              <a:gd name="connsiteX4" fmla="*/ 2780776 w 4620510"/>
              <a:gd name="connsiteY4" fmla="*/ 1082 h 5821527"/>
              <a:gd name="connsiteX0" fmla="*/ 2780776 w 4526375"/>
              <a:gd name="connsiteY0" fmla="*/ 11473 h 5831918"/>
              <a:gd name="connsiteX1" fmla="*/ 4526375 w 4526375"/>
              <a:gd name="connsiteY1" fmla="*/ 0 h 5831918"/>
              <a:gd name="connsiteX2" fmla="*/ 1692250 w 4526375"/>
              <a:gd name="connsiteY2" fmla="*/ 5831918 h 5831918"/>
              <a:gd name="connsiteX3" fmla="*/ 0 w 4526375"/>
              <a:gd name="connsiteY3" fmla="*/ 5831918 h 5831918"/>
              <a:gd name="connsiteX4" fmla="*/ 2780776 w 4526375"/>
              <a:gd name="connsiteY4" fmla="*/ 11473 h 5831918"/>
              <a:gd name="connsiteX0" fmla="*/ 2780776 w 4526375"/>
              <a:gd name="connsiteY0" fmla="*/ 0 h 5820445"/>
              <a:gd name="connsiteX1" fmla="*/ 4526375 w 4526375"/>
              <a:gd name="connsiteY1" fmla="*/ 9309 h 5820445"/>
              <a:gd name="connsiteX2" fmla="*/ 1692250 w 4526375"/>
              <a:gd name="connsiteY2" fmla="*/ 5820445 h 5820445"/>
              <a:gd name="connsiteX3" fmla="*/ 0 w 4526375"/>
              <a:gd name="connsiteY3" fmla="*/ 5820445 h 5820445"/>
              <a:gd name="connsiteX4" fmla="*/ 2780776 w 4526375"/>
              <a:gd name="connsiteY4" fmla="*/ 0 h 5820445"/>
              <a:gd name="connsiteX0" fmla="*/ 2780776 w 4526375"/>
              <a:gd name="connsiteY0" fmla="*/ 6278 h 5811136"/>
              <a:gd name="connsiteX1" fmla="*/ 4526375 w 4526375"/>
              <a:gd name="connsiteY1" fmla="*/ 0 h 5811136"/>
              <a:gd name="connsiteX2" fmla="*/ 1692250 w 4526375"/>
              <a:gd name="connsiteY2" fmla="*/ 5811136 h 5811136"/>
              <a:gd name="connsiteX3" fmla="*/ 0 w 4526375"/>
              <a:gd name="connsiteY3" fmla="*/ 5811136 h 5811136"/>
              <a:gd name="connsiteX4" fmla="*/ 2780776 w 4526375"/>
              <a:gd name="connsiteY4" fmla="*/ 6278 h 5811136"/>
              <a:gd name="connsiteX0" fmla="*/ 2828323 w 4526375"/>
              <a:gd name="connsiteY0" fmla="*/ 0 h 5814189"/>
              <a:gd name="connsiteX1" fmla="*/ 4526375 w 4526375"/>
              <a:gd name="connsiteY1" fmla="*/ 3053 h 5814189"/>
              <a:gd name="connsiteX2" fmla="*/ 1692250 w 4526375"/>
              <a:gd name="connsiteY2" fmla="*/ 5814189 h 5814189"/>
              <a:gd name="connsiteX3" fmla="*/ 0 w 4526375"/>
              <a:gd name="connsiteY3" fmla="*/ 5814189 h 5814189"/>
              <a:gd name="connsiteX4" fmla="*/ 2828323 w 4526375"/>
              <a:gd name="connsiteY4" fmla="*/ 0 h 5814189"/>
              <a:gd name="connsiteX0" fmla="*/ 2828323 w 4526375"/>
              <a:gd name="connsiteY0" fmla="*/ 1048 h 5811136"/>
              <a:gd name="connsiteX1" fmla="*/ 4526375 w 4526375"/>
              <a:gd name="connsiteY1" fmla="*/ 0 h 5811136"/>
              <a:gd name="connsiteX2" fmla="*/ 1692250 w 4526375"/>
              <a:gd name="connsiteY2" fmla="*/ 5811136 h 5811136"/>
              <a:gd name="connsiteX3" fmla="*/ 0 w 4526375"/>
              <a:gd name="connsiteY3" fmla="*/ 5811136 h 5811136"/>
              <a:gd name="connsiteX4" fmla="*/ 2828323 w 4526375"/>
              <a:gd name="connsiteY4" fmla="*/ 1048 h 5811136"/>
              <a:gd name="connsiteX0" fmla="*/ 1712019 w 4526375"/>
              <a:gd name="connsiteY0" fmla="*/ 1048 h 5811136"/>
              <a:gd name="connsiteX1" fmla="*/ 4526375 w 4526375"/>
              <a:gd name="connsiteY1" fmla="*/ 0 h 5811136"/>
              <a:gd name="connsiteX2" fmla="*/ 1692250 w 4526375"/>
              <a:gd name="connsiteY2" fmla="*/ 5811136 h 5811136"/>
              <a:gd name="connsiteX3" fmla="*/ 0 w 4526375"/>
              <a:gd name="connsiteY3" fmla="*/ 5811136 h 5811136"/>
              <a:gd name="connsiteX4" fmla="*/ 1712019 w 4526375"/>
              <a:gd name="connsiteY4" fmla="*/ 1048 h 5811136"/>
              <a:gd name="connsiteX0" fmla="*/ 2828323 w 5642679"/>
              <a:gd name="connsiteY0" fmla="*/ 1048 h 5811136"/>
              <a:gd name="connsiteX1" fmla="*/ 5642679 w 5642679"/>
              <a:gd name="connsiteY1" fmla="*/ 0 h 5811136"/>
              <a:gd name="connsiteX2" fmla="*/ 2808554 w 5642679"/>
              <a:gd name="connsiteY2" fmla="*/ 5811136 h 5811136"/>
              <a:gd name="connsiteX3" fmla="*/ 0 w 5642679"/>
              <a:gd name="connsiteY3" fmla="*/ 5811136 h 5811136"/>
              <a:gd name="connsiteX4" fmla="*/ 2828323 w 5642679"/>
              <a:gd name="connsiteY4" fmla="*/ 1048 h 58111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642679" h="5811136">
                <a:moveTo>
                  <a:pt x="2828323" y="1048"/>
                </a:moveTo>
                <a:lnTo>
                  <a:pt x="5642679" y="0"/>
                </a:lnTo>
                <a:lnTo>
                  <a:pt x="2808554" y="5811136"/>
                </a:lnTo>
                <a:lnTo>
                  <a:pt x="0" y="5811136"/>
                </a:lnTo>
                <a:lnTo>
                  <a:pt x="2828323" y="1048"/>
                </a:lnTo>
                <a:close/>
              </a:path>
            </a:pathLst>
          </a:custGeom>
          <a:solidFill>
            <a:srgbClr val="FFA40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Rectangle 4">
            <a:extLst>
              <a:ext uri="{FF2B5EF4-FFF2-40B4-BE49-F238E27FC236}">
                <a16:creationId xmlns:a16="http://schemas.microsoft.com/office/drawing/2014/main" id="{3B8ABDD6-69C0-B2BC-A7F6-070686AF551D}"/>
              </a:ext>
            </a:extLst>
          </p:cNvPr>
          <p:cNvSpPr/>
          <p:nvPr userDrawn="1"/>
        </p:nvSpPr>
        <p:spPr>
          <a:xfrm rot="10800000">
            <a:off x="-9147516" y="-9614233"/>
            <a:ext cx="4072595" cy="5811136"/>
          </a:xfrm>
          <a:custGeom>
            <a:avLst/>
            <a:gdLst>
              <a:gd name="connsiteX0" fmla="*/ 0 w 2505206"/>
              <a:gd name="connsiteY0" fmla="*/ 0 h 5824603"/>
              <a:gd name="connsiteX1" fmla="*/ 2505206 w 2505206"/>
              <a:gd name="connsiteY1" fmla="*/ 0 h 5824603"/>
              <a:gd name="connsiteX2" fmla="*/ 2505206 w 2505206"/>
              <a:gd name="connsiteY2" fmla="*/ 5824603 h 5824603"/>
              <a:gd name="connsiteX3" fmla="*/ 0 w 2505206"/>
              <a:gd name="connsiteY3" fmla="*/ 5824603 h 5824603"/>
              <a:gd name="connsiteX4" fmla="*/ 0 w 2505206"/>
              <a:gd name="connsiteY4" fmla="*/ 0 h 5824603"/>
              <a:gd name="connsiteX0" fmla="*/ 0 w 3535109"/>
              <a:gd name="connsiteY0" fmla="*/ 0 h 5824603"/>
              <a:gd name="connsiteX1" fmla="*/ 3535109 w 3535109"/>
              <a:gd name="connsiteY1" fmla="*/ 0 h 5824603"/>
              <a:gd name="connsiteX2" fmla="*/ 2505206 w 3535109"/>
              <a:gd name="connsiteY2" fmla="*/ 5824603 h 5824603"/>
              <a:gd name="connsiteX3" fmla="*/ 0 w 3535109"/>
              <a:gd name="connsiteY3" fmla="*/ 5824603 h 5824603"/>
              <a:gd name="connsiteX4" fmla="*/ 0 w 3535109"/>
              <a:gd name="connsiteY4" fmla="*/ 0 h 5824603"/>
              <a:gd name="connsiteX0" fmla="*/ 1126156 w 3535109"/>
              <a:gd name="connsiteY0" fmla="*/ 0 h 5834229"/>
              <a:gd name="connsiteX1" fmla="*/ 3535109 w 3535109"/>
              <a:gd name="connsiteY1" fmla="*/ 9626 h 5834229"/>
              <a:gd name="connsiteX2" fmla="*/ 2505206 w 3535109"/>
              <a:gd name="connsiteY2" fmla="*/ 5834229 h 5834229"/>
              <a:gd name="connsiteX3" fmla="*/ 0 w 3535109"/>
              <a:gd name="connsiteY3" fmla="*/ 5834229 h 5834229"/>
              <a:gd name="connsiteX4" fmla="*/ 1126156 w 3535109"/>
              <a:gd name="connsiteY4" fmla="*/ 0 h 5834229"/>
              <a:gd name="connsiteX0" fmla="*/ 1103854 w 3535109"/>
              <a:gd name="connsiteY0" fmla="*/ 20110 h 5824603"/>
              <a:gd name="connsiteX1" fmla="*/ 3535109 w 3535109"/>
              <a:gd name="connsiteY1" fmla="*/ 0 h 5824603"/>
              <a:gd name="connsiteX2" fmla="*/ 2505206 w 3535109"/>
              <a:gd name="connsiteY2" fmla="*/ 5824603 h 5824603"/>
              <a:gd name="connsiteX3" fmla="*/ 0 w 3535109"/>
              <a:gd name="connsiteY3" fmla="*/ 5824603 h 5824603"/>
              <a:gd name="connsiteX4" fmla="*/ 1103854 w 3535109"/>
              <a:gd name="connsiteY4" fmla="*/ 20110 h 5824603"/>
              <a:gd name="connsiteX0" fmla="*/ 1111288 w 3535109"/>
              <a:gd name="connsiteY0" fmla="*/ 0 h 5826795"/>
              <a:gd name="connsiteX1" fmla="*/ 3535109 w 3535109"/>
              <a:gd name="connsiteY1" fmla="*/ 2192 h 5826795"/>
              <a:gd name="connsiteX2" fmla="*/ 2505206 w 3535109"/>
              <a:gd name="connsiteY2" fmla="*/ 5826795 h 5826795"/>
              <a:gd name="connsiteX3" fmla="*/ 0 w 3535109"/>
              <a:gd name="connsiteY3" fmla="*/ 5826795 h 5826795"/>
              <a:gd name="connsiteX4" fmla="*/ 1111288 w 3535109"/>
              <a:gd name="connsiteY4" fmla="*/ 0 h 5826795"/>
              <a:gd name="connsiteX0" fmla="*/ 1111288 w 4940163"/>
              <a:gd name="connsiteY0" fmla="*/ 0 h 5826795"/>
              <a:gd name="connsiteX1" fmla="*/ 4940163 w 4940163"/>
              <a:gd name="connsiteY1" fmla="*/ 2192 h 5826795"/>
              <a:gd name="connsiteX2" fmla="*/ 2505206 w 4940163"/>
              <a:gd name="connsiteY2" fmla="*/ 5826795 h 5826795"/>
              <a:gd name="connsiteX3" fmla="*/ 0 w 4940163"/>
              <a:gd name="connsiteY3" fmla="*/ 5826795 h 5826795"/>
              <a:gd name="connsiteX4" fmla="*/ 1111288 w 4940163"/>
              <a:gd name="connsiteY4" fmla="*/ 0 h 5826795"/>
              <a:gd name="connsiteX0" fmla="*/ 2486605 w 4940163"/>
              <a:gd name="connsiteY0" fmla="*/ 0 h 5826795"/>
              <a:gd name="connsiteX1" fmla="*/ 4940163 w 4940163"/>
              <a:gd name="connsiteY1" fmla="*/ 2192 h 5826795"/>
              <a:gd name="connsiteX2" fmla="*/ 2505206 w 4940163"/>
              <a:gd name="connsiteY2" fmla="*/ 5826795 h 5826795"/>
              <a:gd name="connsiteX3" fmla="*/ 0 w 4940163"/>
              <a:gd name="connsiteY3" fmla="*/ 5826795 h 5826795"/>
              <a:gd name="connsiteX4" fmla="*/ 2486605 w 4940163"/>
              <a:gd name="connsiteY4" fmla="*/ 0 h 5826795"/>
              <a:gd name="connsiteX0" fmla="*/ 2486605 w 4940163"/>
              <a:gd name="connsiteY0" fmla="*/ 0 h 5826795"/>
              <a:gd name="connsiteX1" fmla="*/ 4940163 w 4940163"/>
              <a:gd name="connsiteY1" fmla="*/ 2192 h 5826795"/>
              <a:gd name="connsiteX2" fmla="*/ 2001457 w 4940163"/>
              <a:gd name="connsiteY2" fmla="*/ 5826795 h 5826795"/>
              <a:gd name="connsiteX3" fmla="*/ 0 w 4940163"/>
              <a:gd name="connsiteY3" fmla="*/ 5826795 h 5826795"/>
              <a:gd name="connsiteX4" fmla="*/ 2486605 w 4940163"/>
              <a:gd name="connsiteY4" fmla="*/ 0 h 5826795"/>
              <a:gd name="connsiteX0" fmla="*/ 2486605 w 4478393"/>
              <a:gd name="connsiteY0" fmla="*/ 10165 h 5836960"/>
              <a:gd name="connsiteX1" fmla="*/ 4478393 w 4478393"/>
              <a:gd name="connsiteY1" fmla="*/ 0 h 5836960"/>
              <a:gd name="connsiteX2" fmla="*/ 2001457 w 4478393"/>
              <a:gd name="connsiteY2" fmla="*/ 5836960 h 5836960"/>
              <a:gd name="connsiteX3" fmla="*/ 0 w 4478393"/>
              <a:gd name="connsiteY3" fmla="*/ 5836960 h 5836960"/>
              <a:gd name="connsiteX4" fmla="*/ 2486605 w 4478393"/>
              <a:gd name="connsiteY4" fmla="*/ 10165 h 5836960"/>
              <a:gd name="connsiteX0" fmla="*/ 2486605 w 4422421"/>
              <a:gd name="connsiteY0" fmla="*/ 10165 h 5836960"/>
              <a:gd name="connsiteX1" fmla="*/ 4422421 w 4422421"/>
              <a:gd name="connsiteY1" fmla="*/ 0 h 5836960"/>
              <a:gd name="connsiteX2" fmla="*/ 2001457 w 4422421"/>
              <a:gd name="connsiteY2" fmla="*/ 5836960 h 5836960"/>
              <a:gd name="connsiteX3" fmla="*/ 0 w 4422421"/>
              <a:gd name="connsiteY3" fmla="*/ 5836960 h 5836960"/>
              <a:gd name="connsiteX4" fmla="*/ 2486605 w 4422421"/>
              <a:gd name="connsiteY4" fmla="*/ 10165 h 5836960"/>
              <a:gd name="connsiteX0" fmla="*/ 2486605 w 4478393"/>
              <a:gd name="connsiteY0" fmla="*/ 0 h 5826795"/>
              <a:gd name="connsiteX1" fmla="*/ 4478393 w 4478393"/>
              <a:gd name="connsiteY1" fmla="*/ 14549 h 5826795"/>
              <a:gd name="connsiteX2" fmla="*/ 2001457 w 4478393"/>
              <a:gd name="connsiteY2" fmla="*/ 5826795 h 5826795"/>
              <a:gd name="connsiteX3" fmla="*/ 0 w 4478393"/>
              <a:gd name="connsiteY3" fmla="*/ 5826795 h 5826795"/>
              <a:gd name="connsiteX4" fmla="*/ 2486605 w 4478393"/>
              <a:gd name="connsiteY4" fmla="*/ 0 h 5826795"/>
              <a:gd name="connsiteX0" fmla="*/ 2486605 w 4522645"/>
              <a:gd name="connsiteY0" fmla="*/ 1082 h 5827877"/>
              <a:gd name="connsiteX1" fmla="*/ 4522645 w 4522645"/>
              <a:gd name="connsiteY1" fmla="*/ 0 h 5827877"/>
              <a:gd name="connsiteX2" fmla="*/ 2001457 w 4522645"/>
              <a:gd name="connsiteY2" fmla="*/ 5827877 h 5827877"/>
              <a:gd name="connsiteX3" fmla="*/ 0 w 4522645"/>
              <a:gd name="connsiteY3" fmla="*/ 5827877 h 5827877"/>
              <a:gd name="connsiteX4" fmla="*/ 2486605 w 4522645"/>
              <a:gd name="connsiteY4" fmla="*/ 1082 h 5827877"/>
              <a:gd name="connsiteX0" fmla="*/ 2486605 w 4491075"/>
              <a:gd name="connsiteY0" fmla="*/ 1082 h 5827877"/>
              <a:gd name="connsiteX1" fmla="*/ 4491075 w 4491075"/>
              <a:gd name="connsiteY1" fmla="*/ 0 h 5827877"/>
              <a:gd name="connsiteX2" fmla="*/ 2001457 w 4491075"/>
              <a:gd name="connsiteY2" fmla="*/ 5827877 h 5827877"/>
              <a:gd name="connsiteX3" fmla="*/ 0 w 4491075"/>
              <a:gd name="connsiteY3" fmla="*/ 5827877 h 5827877"/>
              <a:gd name="connsiteX4" fmla="*/ 2486605 w 4491075"/>
              <a:gd name="connsiteY4" fmla="*/ 1082 h 5827877"/>
              <a:gd name="connsiteX0" fmla="*/ 2616040 w 4620510"/>
              <a:gd name="connsiteY0" fmla="*/ 1082 h 5827877"/>
              <a:gd name="connsiteX1" fmla="*/ 4620510 w 4620510"/>
              <a:gd name="connsiteY1" fmla="*/ 0 h 5827877"/>
              <a:gd name="connsiteX2" fmla="*/ 2130892 w 4620510"/>
              <a:gd name="connsiteY2" fmla="*/ 5827877 h 5827877"/>
              <a:gd name="connsiteX3" fmla="*/ 0 w 4620510"/>
              <a:gd name="connsiteY3" fmla="*/ 5821527 h 5827877"/>
              <a:gd name="connsiteX4" fmla="*/ 2616040 w 4620510"/>
              <a:gd name="connsiteY4" fmla="*/ 1082 h 5827877"/>
              <a:gd name="connsiteX0" fmla="*/ 2616040 w 4620510"/>
              <a:gd name="connsiteY0" fmla="*/ 1082 h 5821527"/>
              <a:gd name="connsiteX1" fmla="*/ 4620510 w 4620510"/>
              <a:gd name="connsiteY1" fmla="*/ 0 h 5821527"/>
              <a:gd name="connsiteX2" fmla="*/ 1828876 w 4620510"/>
              <a:gd name="connsiteY2" fmla="*/ 5821527 h 5821527"/>
              <a:gd name="connsiteX3" fmla="*/ 0 w 4620510"/>
              <a:gd name="connsiteY3" fmla="*/ 5821527 h 5821527"/>
              <a:gd name="connsiteX4" fmla="*/ 2616040 w 4620510"/>
              <a:gd name="connsiteY4" fmla="*/ 1082 h 5821527"/>
              <a:gd name="connsiteX0" fmla="*/ 2616040 w 4620510"/>
              <a:gd name="connsiteY0" fmla="*/ 1082 h 5821527"/>
              <a:gd name="connsiteX1" fmla="*/ 4620510 w 4620510"/>
              <a:gd name="connsiteY1" fmla="*/ 0 h 5821527"/>
              <a:gd name="connsiteX2" fmla="*/ 1641914 w 4620510"/>
              <a:gd name="connsiteY2" fmla="*/ 5821527 h 5821527"/>
              <a:gd name="connsiteX3" fmla="*/ 0 w 4620510"/>
              <a:gd name="connsiteY3" fmla="*/ 5821527 h 5821527"/>
              <a:gd name="connsiteX4" fmla="*/ 2616040 w 4620510"/>
              <a:gd name="connsiteY4" fmla="*/ 1082 h 5821527"/>
              <a:gd name="connsiteX0" fmla="*/ 2616040 w 4620510"/>
              <a:gd name="connsiteY0" fmla="*/ 1082 h 5821527"/>
              <a:gd name="connsiteX1" fmla="*/ 4620510 w 4620510"/>
              <a:gd name="connsiteY1" fmla="*/ 0 h 5821527"/>
              <a:gd name="connsiteX2" fmla="*/ 1699441 w 4620510"/>
              <a:gd name="connsiteY2" fmla="*/ 5808827 h 5821527"/>
              <a:gd name="connsiteX3" fmla="*/ 0 w 4620510"/>
              <a:gd name="connsiteY3" fmla="*/ 5821527 h 5821527"/>
              <a:gd name="connsiteX4" fmla="*/ 2616040 w 4620510"/>
              <a:gd name="connsiteY4" fmla="*/ 1082 h 5821527"/>
              <a:gd name="connsiteX0" fmla="*/ 2616040 w 4620510"/>
              <a:gd name="connsiteY0" fmla="*/ 1082 h 5821527"/>
              <a:gd name="connsiteX1" fmla="*/ 4620510 w 4620510"/>
              <a:gd name="connsiteY1" fmla="*/ 0 h 5821527"/>
              <a:gd name="connsiteX2" fmla="*/ 1692250 w 4620510"/>
              <a:gd name="connsiteY2" fmla="*/ 5821527 h 5821527"/>
              <a:gd name="connsiteX3" fmla="*/ 0 w 4620510"/>
              <a:gd name="connsiteY3" fmla="*/ 5821527 h 5821527"/>
              <a:gd name="connsiteX4" fmla="*/ 2616040 w 4620510"/>
              <a:gd name="connsiteY4" fmla="*/ 1082 h 5821527"/>
              <a:gd name="connsiteX0" fmla="*/ 2780776 w 4620510"/>
              <a:gd name="connsiteY0" fmla="*/ 1082 h 5821527"/>
              <a:gd name="connsiteX1" fmla="*/ 4620510 w 4620510"/>
              <a:gd name="connsiteY1" fmla="*/ 0 h 5821527"/>
              <a:gd name="connsiteX2" fmla="*/ 1692250 w 4620510"/>
              <a:gd name="connsiteY2" fmla="*/ 5821527 h 5821527"/>
              <a:gd name="connsiteX3" fmla="*/ 0 w 4620510"/>
              <a:gd name="connsiteY3" fmla="*/ 5821527 h 5821527"/>
              <a:gd name="connsiteX4" fmla="*/ 2780776 w 4620510"/>
              <a:gd name="connsiteY4" fmla="*/ 1082 h 5821527"/>
              <a:gd name="connsiteX0" fmla="*/ 2780776 w 4526375"/>
              <a:gd name="connsiteY0" fmla="*/ 11473 h 5831918"/>
              <a:gd name="connsiteX1" fmla="*/ 4526375 w 4526375"/>
              <a:gd name="connsiteY1" fmla="*/ 0 h 5831918"/>
              <a:gd name="connsiteX2" fmla="*/ 1692250 w 4526375"/>
              <a:gd name="connsiteY2" fmla="*/ 5831918 h 5831918"/>
              <a:gd name="connsiteX3" fmla="*/ 0 w 4526375"/>
              <a:gd name="connsiteY3" fmla="*/ 5831918 h 5831918"/>
              <a:gd name="connsiteX4" fmla="*/ 2780776 w 4526375"/>
              <a:gd name="connsiteY4" fmla="*/ 11473 h 5831918"/>
              <a:gd name="connsiteX0" fmla="*/ 2780776 w 4526375"/>
              <a:gd name="connsiteY0" fmla="*/ 0 h 5820445"/>
              <a:gd name="connsiteX1" fmla="*/ 4526375 w 4526375"/>
              <a:gd name="connsiteY1" fmla="*/ 9309 h 5820445"/>
              <a:gd name="connsiteX2" fmla="*/ 1692250 w 4526375"/>
              <a:gd name="connsiteY2" fmla="*/ 5820445 h 5820445"/>
              <a:gd name="connsiteX3" fmla="*/ 0 w 4526375"/>
              <a:gd name="connsiteY3" fmla="*/ 5820445 h 5820445"/>
              <a:gd name="connsiteX4" fmla="*/ 2780776 w 4526375"/>
              <a:gd name="connsiteY4" fmla="*/ 0 h 5820445"/>
              <a:gd name="connsiteX0" fmla="*/ 2780776 w 4526375"/>
              <a:gd name="connsiteY0" fmla="*/ 6278 h 5811136"/>
              <a:gd name="connsiteX1" fmla="*/ 4526375 w 4526375"/>
              <a:gd name="connsiteY1" fmla="*/ 0 h 5811136"/>
              <a:gd name="connsiteX2" fmla="*/ 1692250 w 4526375"/>
              <a:gd name="connsiteY2" fmla="*/ 5811136 h 5811136"/>
              <a:gd name="connsiteX3" fmla="*/ 0 w 4526375"/>
              <a:gd name="connsiteY3" fmla="*/ 5811136 h 5811136"/>
              <a:gd name="connsiteX4" fmla="*/ 2780776 w 4526375"/>
              <a:gd name="connsiteY4" fmla="*/ 6278 h 5811136"/>
              <a:gd name="connsiteX0" fmla="*/ 2828323 w 4526375"/>
              <a:gd name="connsiteY0" fmla="*/ 0 h 5814189"/>
              <a:gd name="connsiteX1" fmla="*/ 4526375 w 4526375"/>
              <a:gd name="connsiteY1" fmla="*/ 3053 h 5814189"/>
              <a:gd name="connsiteX2" fmla="*/ 1692250 w 4526375"/>
              <a:gd name="connsiteY2" fmla="*/ 5814189 h 5814189"/>
              <a:gd name="connsiteX3" fmla="*/ 0 w 4526375"/>
              <a:gd name="connsiteY3" fmla="*/ 5814189 h 5814189"/>
              <a:gd name="connsiteX4" fmla="*/ 2828323 w 4526375"/>
              <a:gd name="connsiteY4" fmla="*/ 0 h 5814189"/>
              <a:gd name="connsiteX0" fmla="*/ 2828323 w 4526375"/>
              <a:gd name="connsiteY0" fmla="*/ 1048 h 5811136"/>
              <a:gd name="connsiteX1" fmla="*/ 4526375 w 4526375"/>
              <a:gd name="connsiteY1" fmla="*/ 0 h 5811136"/>
              <a:gd name="connsiteX2" fmla="*/ 1692250 w 4526375"/>
              <a:gd name="connsiteY2" fmla="*/ 5811136 h 5811136"/>
              <a:gd name="connsiteX3" fmla="*/ 0 w 4526375"/>
              <a:gd name="connsiteY3" fmla="*/ 5811136 h 5811136"/>
              <a:gd name="connsiteX4" fmla="*/ 2828323 w 4526375"/>
              <a:gd name="connsiteY4" fmla="*/ 1048 h 58111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526375" h="5811136">
                <a:moveTo>
                  <a:pt x="2828323" y="1048"/>
                </a:moveTo>
                <a:lnTo>
                  <a:pt x="4526375" y="0"/>
                </a:lnTo>
                <a:lnTo>
                  <a:pt x="1692250" y="5811136"/>
                </a:lnTo>
                <a:lnTo>
                  <a:pt x="0" y="5811136"/>
                </a:lnTo>
                <a:lnTo>
                  <a:pt x="2828323" y="1048"/>
                </a:lnTo>
                <a:close/>
              </a:path>
            </a:pathLst>
          </a:custGeom>
          <a:solidFill>
            <a:srgbClr val="0046B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Rectangle 4">
            <a:extLst>
              <a:ext uri="{FF2B5EF4-FFF2-40B4-BE49-F238E27FC236}">
                <a16:creationId xmlns:a16="http://schemas.microsoft.com/office/drawing/2014/main" id="{5512BBEB-9B39-125D-6039-5381409F8C53}"/>
              </a:ext>
            </a:extLst>
          </p:cNvPr>
          <p:cNvSpPr/>
          <p:nvPr userDrawn="1"/>
        </p:nvSpPr>
        <p:spPr>
          <a:xfrm rot="10800000">
            <a:off x="-7044396" y="-9614233"/>
            <a:ext cx="4072595" cy="5811136"/>
          </a:xfrm>
          <a:custGeom>
            <a:avLst/>
            <a:gdLst>
              <a:gd name="connsiteX0" fmla="*/ 0 w 2505206"/>
              <a:gd name="connsiteY0" fmla="*/ 0 h 5824603"/>
              <a:gd name="connsiteX1" fmla="*/ 2505206 w 2505206"/>
              <a:gd name="connsiteY1" fmla="*/ 0 h 5824603"/>
              <a:gd name="connsiteX2" fmla="*/ 2505206 w 2505206"/>
              <a:gd name="connsiteY2" fmla="*/ 5824603 h 5824603"/>
              <a:gd name="connsiteX3" fmla="*/ 0 w 2505206"/>
              <a:gd name="connsiteY3" fmla="*/ 5824603 h 5824603"/>
              <a:gd name="connsiteX4" fmla="*/ 0 w 2505206"/>
              <a:gd name="connsiteY4" fmla="*/ 0 h 5824603"/>
              <a:gd name="connsiteX0" fmla="*/ 0 w 3535109"/>
              <a:gd name="connsiteY0" fmla="*/ 0 h 5824603"/>
              <a:gd name="connsiteX1" fmla="*/ 3535109 w 3535109"/>
              <a:gd name="connsiteY1" fmla="*/ 0 h 5824603"/>
              <a:gd name="connsiteX2" fmla="*/ 2505206 w 3535109"/>
              <a:gd name="connsiteY2" fmla="*/ 5824603 h 5824603"/>
              <a:gd name="connsiteX3" fmla="*/ 0 w 3535109"/>
              <a:gd name="connsiteY3" fmla="*/ 5824603 h 5824603"/>
              <a:gd name="connsiteX4" fmla="*/ 0 w 3535109"/>
              <a:gd name="connsiteY4" fmla="*/ 0 h 5824603"/>
              <a:gd name="connsiteX0" fmla="*/ 1126156 w 3535109"/>
              <a:gd name="connsiteY0" fmla="*/ 0 h 5834229"/>
              <a:gd name="connsiteX1" fmla="*/ 3535109 w 3535109"/>
              <a:gd name="connsiteY1" fmla="*/ 9626 h 5834229"/>
              <a:gd name="connsiteX2" fmla="*/ 2505206 w 3535109"/>
              <a:gd name="connsiteY2" fmla="*/ 5834229 h 5834229"/>
              <a:gd name="connsiteX3" fmla="*/ 0 w 3535109"/>
              <a:gd name="connsiteY3" fmla="*/ 5834229 h 5834229"/>
              <a:gd name="connsiteX4" fmla="*/ 1126156 w 3535109"/>
              <a:gd name="connsiteY4" fmla="*/ 0 h 5834229"/>
              <a:gd name="connsiteX0" fmla="*/ 1103854 w 3535109"/>
              <a:gd name="connsiteY0" fmla="*/ 20110 h 5824603"/>
              <a:gd name="connsiteX1" fmla="*/ 3535109 w 3535109"/>
              <a:gd name="connsiteY1" fmla="*/ 0 h 5824603"/>
              <a:gd name="connsiteX2" fmla="*/ 2505206 w 3535109"/>
              <a:gd name="connsiteY2" fmla="*/ 5824603 h 5824603"/>
              <a:gd name="connsiteX3" fmla="*/ 0 w 3535109"/>
              <a:gd name="connsiteY3" fmla="*/ 5824603 h 5824603"/>
              <a:gd name="connsiteX4" fmla="*/ 1103854 w 3535109"/>
              <a:gd name="connsiteY4" fmla="*/ 20110 h 5824603"/>
              <a:gd name="connsiteX0" fmla="*/ 1111288 w 3535109"/>
              <a:gd name="connsiteY0" fmla="*/ 0 h 5826795"/>
              <a:gd name="connsiteX1" fmla="*/ 3535109 w 3535109"/>
              <a:gd name="connsiteY1" fmla="*/ 2192 h 5826795"/>
              <a:gd name="connsiteX2" fmla="*/ 2505206 w 3535109"/>
              <a:gd name="connsiteY2" fmla="*/ 5826795 h 5826795"/>
              <a:gd name="connsiteX3" fmla="*/ 0 w 3535109"/>
              <a:gd name="connsiteY3" fmla="*/ 5826795 h 5826795"/>
              <a:gd name="connsiteX4" fmla="*/ 1111288 w 3535109"/>
              <a:gd name="connsiteY4" fmla="*/ 0 h 5826795"/>
              <a:gd name="connsiteX0" fmla="*/ 1111288 w 4940163"/>
              <a:gd name="connsiteY0" fmla="*/ 0 h 5826795"/>
              <a:gd name="connsiteX1" fmla="*/ 4940163 w 4940163"/>
              <a:gd name="connsiteY1" fmla="*/ 2192 h 5826795"/>
              <a:gd name="connsiteX2" fmla="*/ 2505206 w 4940163"/>
              <a:gd name="connsiteY2" fmla="*/ 5826795 h 5826795"/>
              <a:gd name="connsiteX3" fmla="*/ 0 w 4940163"/>
              <a:gd name="connsiteY3" fmla="*/ 5826795 h 5826795"/>
              <a:gd name="connsiteX4" fmla="*/ 1111288 w 4940163"/>
              <a:gd name="connsiteY4" fmla="*/ 0 h 5826795"/>
              <a:gd name="connsiteX0" fmla="*/ 2486605 w 4940163"/>
              <a:gd name="connsiteY0" fmla="*/ 0 h 5826795"/>
              <a:gd name="connsiteX1" fmla="*/ 4940163 w 4940163"/>
              <a:gd name="connsiteY1" fmla="*/ 2192 h 5826795"/>
              <a:gd name="connsiteX2" fmla="*/ 2505206 w 4940163"/>
              <a:gd name="connsiteY2" fmla="*/ 5826795 h 5826795"/>
              <a:gd name="connsiteX3" fmla="*/ 0 w 4940163"/>
              <a:gd name="connsiteY3" fmla="*/ 5826795 h 5826795"/>
              <a:gd name="connsiteX4" fmla="*/ 2486605 w 4940163"/>
              <a:gd name="connsiteY4" fmla="*/ 0 h 5826795"/>
              <a:gd name="connsiteX0" fmla="*/ 2486605 w 4940163"/>
              <a:gd name="connsiteY0" fmla="*/ 0 h 5826795"/>
              <a:gd name="connsiteX1" fmla="*/ 4940163 w 4940163"/>
              <a:gd name="connsiteY1" fmla="*/ 2192 h 5826795"/>
              <a:gd name="connsiteX2" fmla="*/ 2001457 w 4940163"/>
              <a:gd name="connsiteY2" fmla="*/ 5826795 h 5826795"/>
              <a:gd name="connsiteX3" fmla="*/ 0 w 4940163"/>
              <a:gd name="connsiteY3" fmla="*/ 5826795 h 5826795"/>
              <a:gd name="connsiteX4" fmla="*/ 2486605 w 4940163"/>
              <a:gd name="connsiteY4" fmla="*/ 0 h 5826795"/>
              <a:gd name="connsiteX0" fmla="*/ 2486605 w 4478393"/>
              <a:gd name="connsiteY0" fmla="*/ 10165 h 5836960"/>
              <a:gd name="connsiteX1" fmla="*/ 4478393 w 4478393"/>
              <a:gd name="connsiteY1" fmla="*/ 0 h 5836960"/>
              <a:gd name="connsiteX2" fmla="*/ 2001457 w 4478393"/>
              <a:gd name="connsiteY2" fmla="*/ 5836960 h 5836960"/>
              <a:gd name="connsiteX3" fmla="*/ 0 w 4478393"/>
              <a:gd name="connsiteY3" fmla="*/ 5836960 h 5836960"/>
              <a:gd name="connsiteX4" fmla="*/ 2486605 w 4478393"/>
              <a:gd name="connsiteY4" fmla="*/ 10165 h 5836960"/>
              <a:gd name="connsiteX0" fmla="*/ 2486605 w 4422421"/>
              <a:gd name="connsiteY0" fmla="*/ 10165 h 5836960"/>
              <a:gd name="connsiteX1" fmla="*/ 4422421 w 4422421"/>
              <a:gd name="connsiteY1" fmla="*/ 0 h 5836960"/>
              <a:gd name="connsiteX2" fmla="*/ 2001457 w 4422421"/>
              <a:gd name="connsiteY2" fmla="*/ 5836960 h 5836960"/>
              <a:gd name="connsiteX3" fmla="*/ 0 w 4422421"/>
              <a:gd name="connsiteY3" fmla="*/ 5836960 h 5836960"/>
              <a:gd name="connsiteX4" fmla="*/ 2486605 w 4422421"/>
              <a:gd name="connsiteY4" fmla="*/ 10165 h 5836960"/>
              <a:gd name="connsiteX0" fmla="*/ 2486605 w 4478393"/>
              <a:gd name="connsiteY0" fmla="*/ 0 h 5826795"/>
              <a:gd name="connsiteX1" fmla="*/ 4478393 w 4478393"/>
              <a:gd name="connsiteY1" fmla="*/ 14549 h 5826795"/>
              <a:gd name="connsiteX2" fmla="*/ 2001457 w 4478393"/>
              <a:gd name="connsiteY2" fmla="*/ 5826795 h 5826795"/>
              <a:gd name="connsiteX3" fmla="*/ 0 w 4478393"/>
              <a:gd name="connsiteY3" fmla="*/ 5826795 h 5826795"/>
              <a:gd name="connsiteX4" fmla="*/ 2486605 w 4478393"/>
              <a:gd name="connsiteY4" fmla="*/ 0 h 5826795"/>
              <a:gd name="connsiteX0" fmla="*/ 2486605 w 4522645"/>
              <a:gd name="connsiteY0" fmla="*/ 1082 h 5827877"/>
              <a:gd name="connsiteX1" fmla="*/ 4522645 w 4522645"/>
              <a:gd name="connsiteY1" fmla="*/ 0 h 5827877"/>
              <a:gd name="connsiteX2" fmla="*/ 2001457 w 4522645"/>
              <a:gd name="connsiteY2" fmla="*/ 5827877 h 5827877"/>
              <a:gd name="connsiteX3" fmla="*/ 0 w 4522645"/>
              <a:gd name="connsiteY3" fmla="*/ 5827877 h 5827877"/>
              <a:gd name="connsiteX4" fmla="*/ 2486605 w 4522645"/>
              <a:gd name="connsiteY4" fmla="*/ 1082 h 5827877"/>
              <a:gd name="connsiteX0" fmla="*/ 2486605 w 4491075"/>
              <a:gd name="connsiteY0" fmla="*/ 1082 h 5827877"/>
              <a:gd name="connsiteX1" fmla="*/ 4491075 w 4491075"/>
              <a:gd name="connsiteY1" fmla="*/ 0 h 5827877"/>
              <a:gd name="connsiteX2" fmla="*/ 2001457 w 4491075"/>
              <a:gd name="connsiteY2" fmla="*/ 5827877 h 5827877"/>
              <a:gd name="connsiteX3" fmla="*/ 0 w 4491075"/>
              <a:gd name="connsiteY3" fmla="*/ 5827877 h 5827877"/>
              <a:gd name="connsiteX4" fmla="*/ 2486605 w 4491075"/>
              <a:gd name="connsiteY4" fmla="*/ 1082 h 5827877"/>
              <a:gd name="connsiteX0" fmla="*/ 2616040 w 4620510"/>
              <a:gd name="connsiteY0" fmla="*/ 1082 h 5827877"/>
              <a:gd name="connsiteX1" fmla="*/ 4620510 w 4620510"/>
              <a:gd name="connsiteY1" fmla="*/ 0 h 5827877"/>
              <a:gd name="connsiteX2" fmla="*/ 2130892 w 4620510"/>
              <a:gd name="connsiteY2" fmla="*/ 5827877 h 5827877"/>
              <a:gd name="connsiteX3" fmla="*/ 0 w 4620510"/>
              <a:gd name="connsiteY3" fmla="*/ 5821527 h 5827877"/>
              <a:gd name="connsiteX4" fmla="*/ 2616040 w 4620510"/>
              <a:gd name="connsiteY4" fmla="*/ 1082 h 5827877"/>
              <a:gd name="connsiteX0" fmla="*/ 2616040 w 4620510"/>
              <a:gd name="connsiteY0" fmla="*/ 1082 h 5821527"/>
              <a:gd name="connsiteX1" fmla="*/ 4620510 w 4620510"/>
              <a:gd name="connsiteY1" fmla="*/ 0 h 5821527"/>
              <a:gd name="connsiteX2" fmla="*/ 1828876 w 4620510"/>
              <a:gd name="connsiteY2" fmla="*/ 5821527 h 5821527"/>
              <a:gd name="connsiteX3" fmla="*/ 0 w 4620510"/>
              <a:gd name="connsiteY3" fmla="*/ 5821527 h 5821527"/>
              <a:gd name="connsiteX4" fmla="*/ 2616040 w 4620510"/>
              <a:gd name="connsiteY4" fmla="*/ 1082 h 5821527"/>
              <a:gd name="connsiteX0" fmla="*/ 2616040 w 4620510"/>
              <a:gd name="connsiteY0" fmla="*/ 1082 h 5821527"/>
              <a:gd name="connsiteX1" fmla="*/ 4620510 w 4620510"/>
              <a:gd name="connsiteY1" fmla="*/ 0 h 5821527"/>
              <a:gd name="connsiteX2" fmla="*/ 1641914 w 4620510"/>
              <a:gd name="connsiteY2" fmla="*/ 5821527 h 5821527"/>
              <a:gd name="connsiteX3" fmla="*/ 0 w 4620510"/>
              <a:gd name="connsiteY3" fmla="*/ 5821527 h 5821527"/>
              <a:gd name="connsiteX4" fmla="*/ 2616040 w 4620510"/>
              <a:gd name="connsiteY4" fmla="*/ 1082 h 5821527"/>
              <a:gd name="connsiteX0" fmla="*/ 2616040 w 4620510"/>
              <a:gd name="connsiteY0" fmla="*/ 1082 h 5821527"/>
              <a:gd name="connsiteX1" fmla="*/ 4620510 w 4620510"/>
              <a:gd name="connsiteY1" fmla="*/ 0 h 5821527"/>
              <a:gd name="connsiteX2" fmla="*/ 1699441 w 4620510"/>
              <a:gd name="connsiteY2" fmla="*/ 5808827 h 5821527"/>
              <a:gd name="connsiteX3" fmla="*/ 0 w 4620510"/>
              <a:gd name="connsiteY3" fmla="*/ 5821527 h 5821527"/>
              <a:gd name="connsiteX4" fmla="*/ 2616040 w 4620510"/>
              <a:gd name="connsiteY4" fmla="*/ 1082 h 5821527"/>
              <a:gd name="connsiteX0" fmla="*/ 2616040 w 4620510"/>
              <a:gd name="connsiteY0" fmla="*/ 1082 h 5821527"/>
              <a:gd name="connsiteX1" fmla="*/ 4620510 w 4620510"/>
              <a:gd name="connsiteY1" fmla="*/ 0 h 5821527"/>
              <a:gd name="connsiteX2" fmla="*/ 1692250 w 4620510"/>
              <a:gd name="connsiteY2" fmla="*/ 5821527 h 5821527"/>
              <a:gd name="connsiteX3" fmla="*/ 0 w 4620510"/>
              <a:gd name="connsiteY3" fmla="*/ 5821527 h 5821527"/>
              <a:gd name="connsiteX4" fmla="*/ 2616040 w 4620510"/>
              <a:gd name="connsiteY4" fmla="*/ 1082 h 5821527"/>
              <a:gd name="connsiteX0" fmla="*/ 2780776 w 4620510"/>
              <a:gd name="connsiteY0" fmla="*/ 1082 h 5821527"/>
              <a:gd name="connsiteX1" fmla="*/ 4620510 w 4620510"/>
              <a:gd name="connsiteY1" fmla="*/ 0 h 5821527"/>
              <a:gd name="connsiteX2" fmla="*/ 1692250 w 4620510"/>
              <a:gd name="connsiteY2" fmla="*/ 5821527 h 5821527"/>
              <a:gd name="connsiteX3" fmla="*/ 0 w 4620510"/>
              <a:gd name="connsiteY3" fmla="*/ 5821527 h 5821527"/>
              <a:gd name="connsiteX4" fmla="*/ 2780776 w 4620510"/>
              <a:gd name="connsiteY4" fmla="*/ 1082 h 5821527"/>
              <a:gd name="connsiteX0" fmla="*/ 2780776 w 4526375"/>
              <a:gd name="connsiteY0" fmla="*/ 11473 h 5831918"/>
              <a:gd name="connsiteX1" fmla="*/ 4526375 w 4526375"/>
              <a:gd name="connsiteY1" fmla="*/ 0 h 5831918"/>
              <a:gd name="connsiteX2" fmla="*/ 1692250 w 4526375"/>
              <a:gd name="connsiteY2" fmla="*/ 5831918 h 5831918"/>
              <a:gd name="connsiteX3" fmla="*/ 0 w 4526375"/>
              <a:gd name="connsiteY3" fmla="*/ 5831918 h 5831918"/>
              <a:gd name="connsiteX4" fmla="*/ 2780776 w 4526375"/>
              <a:gd name="connsiteY4" fmla="*/ 11473 h 5831918"/>
              <a:gd name="connsiteX0" fmla="*/ 2780776 w 4526375"/>
              <a:gd name="connsiteY0" fmla="*/ 0 h 5820445"/>
              <a:gd name="connsiteX1" fmla="*/ 4526375 w 4526375"/>
              <a:gd name="connsiteY1" fmla="*/ 9309 h 5820445"/>
              <a:gd name="connsiteX2" fmla="*/ 1692250 w 4526375"/>
              <a:gd name="connsiteY2" fmla="*/ 5820445 h 5820445"/>
              <a:gd name="connsiteX3" fmla="*/ 0 w 4526375"/>
              <a:gd name="connsiteY3" fmla="*/ 5820445 h 5820445"/>
              <a:gd name="connsiteX4" fmla="*/ 2780776 w 4526375"/>
              <a:gd name="connsiteY4" fmla="*/ 0 h 5820445"/>
              <a:gd name="connsiteX0" fmla="*/ 2780776 w 4526375"/>
              <a:gd name="connsiteY0" fmla="*/ 6278 h 5811136"/>
              <a:gd name="connsiteX1" fmla="*/ 4526375 w 4526375"/>
              <a:gd name="connsiteY1" fmla="*/ 0 h 5811136"/>
              <a:gd name="connsiteX2" fmla="*/ 1692250 w 4526375"/>
              <a:gd name="connsiteY2" fmla="*/ 5811136 h 5811136"/>
              <a:gd name="connsiteX3" fmla="*/ 0 w 4526375"/>
              <a:gd name="connsiteY3" fmla="*/ 5811136 h 5811136"/>
              <a:gd name="connsiteX4" fmla="*/ 2780776 w 4526375"/>
              <a:gd name="connsiteY4" fmla="*/ 6278 h 5811136"/>
              <a:gd name="connsiteX0" fmla="*/ 2828323 w 4526375"/>
              <a:gd name="connsiteY0" fmla="*/ 0 h 5814189"/>
              <a:gd name="connsiteX1" fmla="*/ 4526375 w 4526375"/>
              <a:gd name="connsiteY1" fmla="*/ 3053 h 5814189"/>
              <a:gd name="connsiteX2" fmla="*/ 1692250 w 4526375"/>
              <a:gd name="connsiteY2" fmla="*/ 5814189 h 5814189"/>
              <a:gd name="connsiteX3" fmla="*/ 0 w 4526375"/>
              <a:gd name="connsiteY3" fmla="*/ 5814189 h 5814189"/>
              <a:gd name="connsiteX4" fmla="*/ 2828323 w 4526375"/>
              <a:gd name="connsiteY4" fmla="*/ 0 h 5814189"/>
              <a:gd name="connsiteX0" fmla="*/ 2828323 w 4526375"/>
              <a:gd name="connsiteY0" fmla="*/ 1048 h 5811136"/>
              <a:gd name="connsiteX1" fmla="*/ 4526375 w 4526375"/>
              <a:gd name="connsiteY1" fmla="*/ 0 h 5811136"/>
              <a:gd name="connsiteX2" fmla="*/ 1692250 w 4526375"/>
              <a:gd name="connsiteY2" fmla="*/ 5811136 h 5811136"/>
              <a:gd name="connsiteX3" fmla="*/ 0 w 4526375"/>
              <a:gd name="connsiteY3" fmla="*/ 5811136 h 5811136"/>
              <a:gd name="connsiteX4" fmla="*/ 2828323 w 4526375"/>
              <a:gd name="connsiteY4" fmla="*/ 1048 h 58111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526375" h="5811136">
                <a:moveTo>
                  <a:pt x="2828323" y="1048"/>
                </a:moveTo>
                <a:lnTo>
                  <a:pt x="4526375" y="0"/>
                </a:lnTo>
                <a:lnTo>
                  <a:pt x="1692250" y="5811136"/>
                </a:lnTo>
                <a:lnTo>
                  <a:pt x="0" y="5811136"/>
                </a:lnTo>
                <a:lnTo>
                  <a:pt x="2828323" y="1048"/>
                </a:lnTo>
                <a:close/>
              </a:path>
            </a:pathLst>
          </a:custGeom>
          <a:solidFill>
            <a:srgbClr val="D454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Rectangle 4">
            <a:extLst>
              <a:ext uri="{FF2B5EF4-FFF2-40B4-BE49-F238E27FC236}">
                <a16:creationId xmlns:a16="http://schemas.microsoft.com/office/drawing/2014/main" id="{B7F1FA22-FF21-8D3A-061A-F899352509B2}"/>
              </a:ext>
            </a:extLst>
          </p:cNvPr>
          <p:cNvSpPr/>
          <p:nvPr userDrawn="1"/>
        </p:nvSpPr>
        <p:spPr>
          <a:xfrm rot="10800000">
            <a:off x="-4986996" y="-9614233"/>
            <a:ext cx="4072595" cy="5811136"/>
          </a:xfrm>
          <a:custGeom>
            <a:avLst/>
            <a:gdLst>
              <a:gd name="connsiteX0" fmla="*/ 0 w 2505206"/>
              <a:gd name="connsiteY0" fmla="*/ 0 h 5824603"/>
              <a:gd name="connsiteX1" fmla="*/ 2505206 w 2505206"/>
              <a:gd name="connsiteY1" fmla="*/ 0 h 5824603"/>
              <a:gd name="connsiteX2" fmla="*/ 2505206 w 2505206"/>
              <a:gd name="connsiteY2" fmla="*/ 5824603 h 5824603"/>
              <a:gd name="connsiteX3" fmla="*/ 0 w 2505206"/>
              <a:gd name="connsiteY3" fmla="*/ 5824603 h 5824603"/>
              <a:gd name="connsiteX4" fmla="*/ 0 w 2505206"/>
              <a:gd name="connsiteY4" fmla="*/ 0 h 5824603"/>
              <a:gd name="connsiteX0" fmla="*/ 0 w 3535109"/>
              <a:gd name="connsiteY0" fmla="*/ 0 h 5824603"/>
              <a:gd name="connsiteX1" fmla="*/ 3535109 w 3535109"/>
              <a:gd name="connsiteY1" fmla="*/ 0 h 5824603"/>
              <a:gd name="connsiteX2" fmla="*/ 2505206 w 3535109"/>
              <a:gd name="connsiteY2" fmla="*/ 5824603 h 5824603"/>
              <a:gd name="connsiteX3" fmla="*/ 0 w 3535109"/>
              <a:gd name="connsiteY3" fmla="*/ 5824603 h 5824603"/>
              <a:gd name="connsiteX4" fmla="*/ 0 w 3535109"/>
              <a:gd name="connsiteY4" fmla="*/ 0 h 5824603"/>
              <a:gd name="connsiteX0" fmla="*/ 1126156 w 3535109"/>
              <a:gd name="connsiteY0" fmla="*/ 0 h 5834229"/>
              <a:gd name="connsiteX1" fmla="*/ 3535109 w 3535109"/>
              <a:gd name="connsiteY1" fmla="*/ 9626 h 5834229"/>
              <a:gd name="connsiteX2" fmla="*/ 2505206 w 3535109"/>
              <a:gd name="connsiteY2" fmla="*/ 5834229 h 5834229"/>
              <a:gd name="connsiteX3" fmla="*/ 0 w 3535109"/>
              <a:gd name="connsiteY3" fmla="*/ 5834229 h 5834229"/>
              <a:gd name="connsiteX4" fmla="*/ 1126156 w 3535109"/>
              <a:gd name="connsiteY4" fmla="*/ 0 h 5834229"/>
              <a:gd name="connsiteX0" fmla="*/ 1103854 w 3535109"/>
              <a:gd name="connsiteY0" fmla="*/ 20110 h 5824603"/>
              <a:gd name="connsiteX1" fmla="*/ 3535109 w 3535109"/>
              <a:gd name="connsiteY1" fmla="*/ 0 h 5824603"/>
              <a:gd name="connsiteX2" fmla="*/ 2505206 w 3535109"/>
              <a:gd name="connsiteY2" fmla="*/ 5824603 h 5824603"/>
              <a:gd name="connsiteX3" fmla="*/ 0 w 3535109"/>
              <a:gd name="connsiteY3" fmla="*/ 5824603 h 5824603"/>
              <a:gd name="connsiteX4" fmla="*/ 1103854 w 3535109"/>
              <a:gd name="connsiteY4" fmla="*/ 20110 h 5824603"/>
              <a:gd name="connsiteX0" fmla="*/ 1111288 w 3535109"/>
              <a:gd name="connsiteY0" fmla="*/ 0 h 5826795"/>
              <a:gd name="connsiteX1" fmla="*/ 3535109 w 3535109"/>
              <a:gd name="connsiteY1" fmla="*/ 2192 h 5826795"/>
              <a:gd name="connsiteX2" fmla="*/ 2505206 w 3535109"/>
              <a:gd name="connsiteY2" fmla="*/ 5826795 h 5826795"/>
              <a:gd name="connsiteX3" fmla="*/ 0 w 3535109"/>
              <a:gd name="connsiteY3" fmla="*/ 5826795 h 5826795"/>
              <a:gd name="connsiteX4" fmla="*/ 1111288 w 3535109"/>
              <a:gd name="connsiteY4" fmla="*/ 0 h 5826795"/>
              <a:gd name="connsiteX0" fmla="*/ 1111288 w 4940163"/>
              <a:gd name="connsiteY0" fmla="*/ 0 h 5826795"/>
              <a:gd name="connsiteX1" fmla="*/ 4940163 w 4940163"/>
              <a:gd name="connsiteY1" fmla="*/ 2192 h 5826795"/>
              <a:gd name="connsiteX2" fmla="*/ 2505206 w 4940163"/>
              <a:gd name="connsiteY2" fmla="*/ 5826795 h 5826795"/>
              <a:gd name="connsiteX3" fmla="*/ 0 w 4940163"/>
              <a:gd name="connsiteY3" fmla="*/ 5826795 h 5826795"/>
              <a:gd name="connsiteX4" fmla="*/ 1111288 w 4940163"/>
              <a:gd name="connsiteY4" fmla="*/ 0 h 5826795"/>
              <a:gd name="connsiteX0" fmla="*/ 2486605 w 4940163"/>
              <a:gd name="connsiteY0" fmla="*/ 0 h 5826795"/>
              <a:gd name="connsiteX1" fmla="*/ 4940163 w 4940163"/>
              <a:gd name="connsiteY1" fmla="*/ 2192 h 5826795"/>
              <a:gd name="connsiteX2" fmla="*/ 2505206 w 4940163"/>
              <a:gd name="connsiteY2" fmla="*/ 5826795 h 5826795"/>
              <a:gd name="connsiteX3" fmla="*/ 0 w 4940163"/>
              <a:gd name="connsiteY3" fmla="*/ 5826795 h 5826795"/>
              <a:gd name="connsiteX4" fmla="*/ 2486605 w 4940163"/>
              <a:gd name="connsiteY4" fmla="*/ 0 h 5826795"/>
              <a:gd name="connsiteX0" fmla="*/ 2486605 w 4940163"/>
              <a:gd name="connsiteY0" fmla="*/ 0 h 5826795"/>
              <a:gd name="connsiteX1" fmla="*/ 4940163 w 4940163"/>
              <a:gd name="connsiteY1" fmla="*/ 2192 h 5826795"/>
              <a:gd name="connsiteX2" fmla="*/ 2001457 w 4940163"/>
              <a:gd name="connsiteY2" fmla="*/ 5826795 h 5826795"/>
              <a:gd name="connsiteX3" fmla="*/ 0 w 4940163"/>
              <a:gd name="connsiteY3" fmla="*/ 5826795 h 5826795"/>
              <a:gd name="connsiteX4" fmla="*/ 2486605 w 4940163"/>
              <a:gd name="connsiteY4" fmla="*/ 0 h 5826795"/>
              <a:gd name="connsiteX0" fmla="*/ 2486605 w 4478393"/>
              <a:gd name="connsiteY0" fmla="*/ 10165 h 5836960"/>
              <a:gd name="connsiteX1" fmla="*/ 4478393 w 4478393"/>
              <a:gd name="connsiteY1" fmla="*/ 0 h 5836960"/>
              <a:gd name="connsiteX2" fmla="*/ 2001457 w 4478393"/>
              <a:gd name="connsiteY2" fmla="*/ 5836960 h 5836960"/>
              <a:gd name="connsiteX3" fmla="*/ 0 w 4478393"/>
              <a:gd name="connsiteY3" fmla="*/ 5836960 h 5836960"/>
              <a:gd name="connsiteX4" fmla="*/ 2486605 w 4478393"/>
              <a:gd name="connsiteY4" fmla="*/ 10165 h 5836960"/>
              <a:gd name="connsiteX0" fmla="*/ 2486605 w 4422421"/>
              <a:gd name="connsiteY0" fmla="*/ 10165 h 5836960"/>
              <a:gd name="connsiteX1" fmla="*/ 4422421 w 4422421"/>
              <a:gd name="connsiteY1" fmla="*/ 0 h 5836960"/>
              <a:gd name="connsiteX2" fmla="*/ 2001457 w 4422421"/>
              <a:gd name="connsiteY2" fmla="*/ 5836960 h 5836960"/>
              <a:gd name="connsiteX3" fmla="*/ 0 w 4422421"/>
              <a:gd name="connsiteY3" fmla="*/ 5836960 h 5836960"/>
              <a:gd name="connsiteX4" fmla="*/ 2486605 w 4422421"/>
              <a:gd name="connsiteY4" fmla="*/ 10165 h 5836960"/>
              <a:gd name="connsiteX0" fmla="*/ 2486605 w 4478393"/>
              <a:gd name="connsiteY0" fmla="*/ 0 h 5826795"/>
              <a:gd name="connsiteX1" fmla="*/ 4478393 w 4478393"/>
              <a:gd name="connsiteY1" fmla="*/ 14549 h 5826795"/>
              <a:gd name="connsiteX2" fmla="*/ 2001457 w 4478393"/>
              <a:gd name="connsiteY2" fmla="*/ 5826795 h 5826795"/>
              <a:gd name="connsiteX3" fmla="*/ 0 w 4478393"/>
              <a:gd name="connsiteY3" fmla="*/ 5826795 h 5826795"/>
              <a:gd name="connsiteX4" fmla="*/ 2486605 w 4478393"/>
              <a:gd name="connsiteY4" fmla="*/ 0 h 5826795"/>
              <a:gd name="connsiteX0" fmla="*/ 2486605 w 4522645"/>
              <a:gd name="connsiteY0" fmla="*/ 1082 h 5827877"/>
              <a:gd name="connsiteX1" fmla="*/ 4522645 w 4522645"/>
              <a:gd name="connsiteY1" fmla="*/ 0 h 5827877"/>
              <a:gd name="connsiteX2" fmla="*/ 2001457 w 4522645"/>
              <a:gd name="connsiteY2" fmla="*/ 5827877 h 5827877"/>
              <a:gd name="connsiteX3" fmla="*/ 0 w 4522645"/>
              <a:gd name="connsiteY3" fmla="*/ 5827877 h 5827877"/>
              <a:gd name="connsiteX4" fmla="*/ 2486605 w 4522645"/>
              <a:gd name="connsiteY4" fmla="*/ 1082 h 5827877"/>
              <a:gd name="connsiteX0" fmla="*/ 2486605 w 4491075"/>
              <a:gd name="connsiteY0" fmla="*/ 1082 h 5827877"/>
              <a:gd name="connsiteX1" fmla="*/ 4491075 w 4491075"/>
              <a:gd name="connsiteY1" fmla="*/ 0 h 5827877"/>
              <a:gd name="connsiteX2" fmla="*/ 2001457 w 4491075"/>
              <a:gd name="connsiteY2" fmla="*/ 5827877 h 5827877"/>
              <a:gd name="connsiteX3" fmla="*/ 0 w 4491075"/>
              <a:gd name="connsiteY3" fmla="*/ 5827877 h 5827877"/>
              <a:gd name="connsiteX4" fmla="*/ 2486605 w 4491075"/>
              <a:gd name="connsiteY4" fmla="*/ 1082 h 5827877"/>
              <a:gd name="connsiteX0" fmla="*/ 2616040 w 4620510"/>
              <a:gd name="connsiteY0" fmla="*/ 1082 h 5827877"/>
              <a:gd name="connsiteX1" fmla="*/ 4620510 w 4620510"/>
              <a:gd name="connsiteY1" fmla="*/ 0 h 5827877"/>
              <a:gd name="connsiteX2" fmla="*/ 2130892 w 4620510"/>
              <a:gd name="connsiteY2" fmla="*/ 5827877 h 5827877"/>
              <a:gd name="connsiteX3" fmla="*/ 0 w 4620510"/>
              <a:gd name="connsiteY3" fmla="*/ 5821527 h 5827877"/>
              <a:gd name="connsiteX4" fmla="*/ 2616040 w 4620510"/>
              <a:gd name="connsiteY4" fmla="*/ 1082 h 5827877"/>
              <a:gd name="connsiteX0" fmla="*/ 2616040 w 4620510"/>
              <a:gd name="connsiteY0" fmla="*/ 1082 h 5821527"/>
              <a:gd name="connsiteX1" fmla="*/ 4620510 w 4620510"/>
              <a:gd name="connsiteY1" fmla="*/ 0 h 5821527"/>
              <a:gd name="connsiteX2" fmla="*/ 1828876 w 4620510"/>
              <a:gd name="connsiteY2" fmla="*/ 5821527 h 5821527"/>
              <a:gd name="connsiteX3" fmla="*/ 0 w 4620510"/>
              <a:gd name="connsiteY3" fmla="*/ 5821527 h 5821527"/>
              <a:gd name="connsiteX4" fmla="*/ 2616040 w 4620510"/>
              <a:gd name="connsiteY4" fmla="*/ 1082 h 5821527"/>
              <a:gd name="connsiteX0" fmla="*/ 2616040 w 4620510"/>
              <a:gd name="connsiteY0" fmla="*/ 1082 h 5821527"/>
              <a:gd name="connsiteX1" fmla="*/ 4620510 w 4620510"/>
              <a:gd name="connsiteY1" fmla="*/ 0 h 5821527"/>
              <a:gd name="connsiteX2" fmla="*/ 1641914 w 4620510"/>
              <a:gd name="connsiteY2" fmla="*/ 5821527 h 5821527"/>
              <a:gd name="connsiteX3" fmla="*/ 0 w 4620510"/>
              <a:gd name="connsiteY3" fmla="*/ 5821527 h 5821527"/>
              <a:gd name="connsiteX4" fmla="*/ 2616040 w 4620510"/>
              <a:gd name="connsiteY4" fmla="*/ 1082 h 5821527"/>
              <a:gd name="connsiteX0" fmla="*/ 2616040 w 4620510"/>
              <a:gd name="connsiteY0" fmla="*/ 1082 h 5821527"/>
              <a:gd name="connsiteX1" fmla="*/ 4620510 w 4620510"/>
              <a:gd name="connsiteY1" fmla="*/ 0 h 5821527"/>
              <a:gd name="connsiteX2" fmla="*/ 1699441 w 4620510"/>
              <a:gd name="connsiteY2" fmla="*/ 5808827 h 5821527"/>
              <a:gd name="connsiteX3" fmla="*/ 0 w 4620510"/>
              <a:gd name="connsiteY3" fmla="*/ 5821527 h 5821527"/>
              <a:gd name="connsiteX4" fmla="*/ 2616040 w 4620510"/>
              <a:gd name="connsiteY4" fmla="*/ 1082 h 5821527"/>
              <a:gd name="connsiteX0" fmla="*/ 2616040 w 4620510"/>
              <a:gd name="connsiteY0" fmla="*/ 1082 h 5821527"/>
              <a:gd name="connsiteX1" fmla="*/ 4620510 w 4620510"/>
              <a:gd name="connsiteY1" fmla="*/ 0 h 5821527"/>
              <a:gd name="connsiteX2" fmla="*/ 1692250 w 4620510"/>
              <a:gd name="connsiteY2" fmla="*/ 5821527 h 5821527"/>
              <a:gd name="connsiteX3" fmla="*/ 0 w 4620510"/>
              <a:gd name="connsiteY3" fmla="*/ 5821527 h 5821527"/>
              <a:gd name="connsiteX4" fmla="*/ 2616040 w 4620510"/>
              <a:gd name="connsiteY4" fmla="*/ 1082 h 5821527"/>
              <a:gd name="connsiteX0" fmla="*/ 2780776 w 4620510"/>
              <a:gd name="connsiteY0" fmla="*/ 1082 h 5821527"/>
              <a:gd name="connsiteX1" fmla="*/ 4620510 w 4620510"/>
              <a:gd name="connsiteY1" fmla="*/ 0 h 5821527"/>
              <a:gd name="connsiteX2" fmla="*/ 1692250 w 4620510"/>
              <a:gd name="connsiteY2" fmla="*/ 5821527 h 5821527"/>
              <a:gd name="connsiteX3" fmla="*/ 0 w 4620510"/>
              <a:gd name="connsiteY3" fmla="*/ 5821527 h 5821527"/>
              <a:gd name="connsiteX4" fmla="*/ 2780776 w 4620510"/>
              <a:gd name="connsiteY4" fmla="*/ 1082 h 5821527"/>
              <a:gd name="connsiteX0" fmla="*/ 2780776 w 4526375"/>
              <a:gd name="connsiteY0" fmla="*/ 11473 h 5831918"/>
              <a:gd name="connsiteX1" fmla="*/ 4526375 w 4526375"/>
              <a:gd name="connsiteY1" fmla="*/ 0 h 5831918"/>
              <a:gd name="connsiteX2" fmla="*/ 1692250 w 4526375"/>
              <a:gd name="connsiteY2" fmla="*/ 5831918 h 5831918"/>
              <a:gd name="connsiteX3" fmla="*/ 0 w 4526375"/>
              <a:gd name="connsiteY3" fmla="*/ 5831918 h 5831918"/>
              <a:gd name="connsiteX4" fmla="*/ 2780776 w 4526375"/>
              <a:gd name="connsiteY4" fmla="*/ 11473 h 5831918"/>
              <a:gd name="connsiteX0" fmla="*/ 2780776 w 4526375"/>
              <a:gd name="connsiteY0" fmla="*/ 0 h 5820445"/>
              <a:gd name="connsiteX1" fmla="*/ 4526375 w 4526375"/>
              <a:gd name="connsiteY1" fmla="*/ 9309 h 5820445"/>
              <a:gd name="connsiteX2" fmla="*/ 1692250 w 4526375"/>
              <a:gd name="connsiteY2" fmla="*/ 5820445 h 5820445"/>
              <a:gd name="connsiteX3" fmla="*/ 0 w 4526375"/>
              <a:gd name="connsiteY3" fmla="*/ 5820445 h 5820445"/>
              <a:gd name="connsiteX4" fmla="*/ 2780776 w 4526375"/>
              <a:gd name="connsiteY4" fmla="*/ 0 h 5820445"/>
              <a:gd name="connsiteX0" fmla="*/ 2780776 w 4526375"/>
              <a:gd name="connsiteY0" fmla="*/ 6278 h 5811136"/>
              <a:gd name="connsiteX1" fmla="*/ 4526375 w 4526375"/>
              <a:gd name="connsiteY1" fmla="*/ 0 h 5811136"/>
              <a:gd name="connsiteX2" fmla="*/ 1692250 w 4526375"/>
              <a:gd name="connsiteY2" fmla="*/ 5811136 h 5811136"/>
              <a:gd name="connsiteX3" fmla="*/ 0 w 4526375"/>
              <a:gd name="connsiteY3" fmla="*/ 5811136 h 5811136"/>
              <a:gd name="connsiteX4" fmla="*/ 2780776 w 4526375"/>
              <a:gd name="connsiteY4" fmla="*/ 6278 h 5811136"/>
              <a:gd name="connsiteX0" fmla="*/ 2828323 w 4526375"/>
              <a:gd name="connsiteY0" fmla="*/ 0 h 5814189"/>
              <a:gd name="connsiteX1" fmla="*/ 4526375 w 4526375"/>
              <a:gd name="connsiteY1" fmla="*/ 3053 h 5814189"/>
              <a:gd name="connsiteX2" fmla="*/ 1692250 w 4526375"/>
              <a:gd name="connsiteY2" fmla="*/ 5814189 h 5814189"/>
              <a:gd name="connsiteX3" fmla="*/ 0 w 4526375"/>
              <a:gd name="connsiteY3" fmla="*/ 5814189 h 5814189"/>
              <a:gd name="connsiteX4" fmla="*/ 2828323 w 4526375"/>
              <a:gd name="connsiteY4" fmla="*/ 0 h 5814189"/>
              <a:gd name="connsiteX0" fmla="*/ 2828323 w 4526375"/>
              <a:gd name="connsiteY0" fmla="*/ 1048 h 5811136"/>
              <a:gd name="connsiteX1" fmla="*/ 4526375 w 4526375"/>
              <a:gd name="connsiteY1" fmla="*/ 0 h 5811136"/>
              <a:gd name="connsiteX2" fmla="*/ 1692250 w 4526375"/>
              <a:gd name="connsiteY2" fmla="*/ 5811136 h 5811136"/>
              <a:gd name="connsiteX3" fmla="*/ 0 w 4526375"/>
              <a:gd name="connsiteY3" fmla="*/ 5811136 h 5811136"/>
              <a:gd name="connsiteX4" fmla="*/ 2828323 w 4526375"/>
              <a:gd name="connsiteY4" fmla="*/ 1048 h 58111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526375" h="5811136">
                <a:moveTo>
                  <a:pt x="2828323" y="1048"/>
                </a:moveTo>
                <a:lnTo>
                  <a:pt x="4526375" y="0"/>
                </a:lnTo>
                <a:lnTo>
                  <a:pt x="1692250" y="5811136"/>
                </a:lnTo>
                <a:lnTo>
                  <a:pt x="0" y="5811136"/>
                </a:lnTo>
                <a:lnTo>
                  <a:pt x="2828323" y="1048"/>
                </a:lnTo>
                <a:close/>
              </a:path>
            </a:pathLst>
          </a:custGeom>
          <a:solidFill>
            <a:srgbClr val="B6C8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Rectangle 4">
            <a:extLst>
              <a:ext uri="{FF2B5EF4-FFF2-40B4-BE49-F238E27FC236}">
                <a16:creationId xmlns:a16="http://schemas.microsoft.com/office/drawing/2014/main" id="{97717DE1-2F72-DC3C-D607-0439CC63B707}"/>
              </a:ext>
            </a:extLst>
          </p:cNvPr>
          <p:cNvSpPr/>
          <p:nvPr userDrawn="1"/>
        </p:nvSpPr>
        <p:spPr>
          <a:xfrm rot="10800000">
            <a:off x="-11204916" y="-9614233"/>
            <a:ext cx="4072595" cy="5811136"/>
          </a:xfrm>
          <a:custGeom>
            <a:avLst/>
            <a:gdLst>
              <a:gd name="connsiteX0" fmla="*/ 0 w 2505206"/>
              <a:gd name="connsiteY0" fmla="*/ 0 h 5824603"/>
              <a:gd name="connsiteX1" fmla="*/ 2505206 w 2505206"/>
              <a:gd name="connsiteY1" fmla="*/ 0 h 5824603"/>
              <a:gd name="connsiteX2" fmla="*/ 2505206 w 2505206"/>
              <a:gd name="connsiteY2" fmla="*/ 5824603 h 5824603"/>
              <a:gd name="connsiteX3" fmla="*/ 0 w 2505206"/>
              <a:gd name="connsiteY3" fmla="*/ 5824603 h 5824603"/>
              <a:gd name="connsiteX4" fmla="*/ 0 w 2505206"/>
              <a:gd name="connsiteY4" fmla="*/ 0 h 5824603"/>
              <a:gd name="connsiteX0" fmla="*/ 0 w 3535109"/>
              <a:gd name="connsiteY0" fmla="*/ 0 h 5824603"/>
              <a:gd name="connsiteX1" fmla="*/ 3535109 w 3535109"/>
              <a:gd name="connsiteY1" fmla="*/ 0 h 5824603"/>
              <a:gd name="connsiteX2" fmla="*/ 2505206 w 3535109"/>
              <a:gd name="connsiteY2" fmla="*/ 5824603 h 5824603"/>
              <a:gd name="connsiteX3" fmla="*/ 0 w 3535109"/>
              <a:gd name="connsiteY3" fmla="*/ 5824603 h 5824603"/>
              <a:gd name="connsiteX4" fmla="*/ 0 w 3535109"/>
              <a:gd name="connsiteY4" fmla="*/ 0 h 5824603"/>
              <a:gd name="connsiteX0" fmla="*/ 1126156 w 3535109"/>
              <a:gd name="connsiteY0" fmla="*/ 0 h 5834229"/>
              <a:gd name="connsiteX1" fmla="*/ 3535109 w 3535109"/>
              <a:gd name="connsiteY1" fmla="*/ 9626 h 5834229"/>
              <a:gd name="connsiteX2" fmla="*/ 2505206 w 3535109"/>
              <a:gd name="connsiteY2" fmla="*/ 5834229 h 5834229"/>
              <a:gd name="connsiteX3" fmla="*/ 0 w 3535109"/>
              <a:gd name="connsiteY3" fmla="*/ 5834229 h 5834229"/>
              <a:gd name="connsiteX4" fmla="*/ 1126156 w 3535109"/>
              <a:gd name="connsiteY4" fmla="*/ 0 h 5834229"/>
              <a:gd name="connsiteX0" fmla="*/ 1103854 w 3535109"/>
              <a:gd name="connsiteY0" fmla="*/ 20110 h 5824603"/>
              <a:gd name="connsiteX1" fmla="*/ 3535109 w 3535109"/>
              <a:gd name="connsiteY1" fmla="*/ 0 h 5824603"/>
              <a:gd name="connsiteX2" fmla="*/ 2505206 w 3535109"/>
              <a:gd name="connsiteY2" fmla="*/ 5824603 h 5824603"/>
              <a:gd name="connsiteX3" fmla="*/ 0 w 3535109"/>
              <a:gd name="connsiteY3" fmla="*/ 5824603 h 5824603"/>
              <a:gd name="connsiteX4" fmla="*/ 1103854 w 3535109"/>
              <a:gd name="connsiteY4" fmla="*/ 20110 h 5824603"/>
              <a:gd name="connsiteX0" fmla="*/ 1111288 w 3535109"/>
              <a:gd name="connsiteY0" fmla="*/ 0 h 5826795"/>
              <a:gd name="connsiteX1" fmla="*/ 3535109 w 3535109"/>
              <a:gd name="connsiteY1" fmla="*/ 2192 h 5826795"/>
              <a:gd name="connsiteX2" fmla="*/ 2505206 w 3535109"/>
              <a:gd name="connsiteY2" fmla="*/ 5826795 h 5826795"/>
              <a:gd name="connsiteX3" fmla="*/ 0 w 3535109"/>
              <a:gd name="connsiteY3" fmla="*/ 5826795 h 5826795"/>
              <a:gd name="connsiteX4" fmla="*/ 1111288 w 3535109"/>
              <a:gd name="connsiteY4" fmla="*/ 0 h 5826795"/>
              <a:gd name="connsiteX0" fmla="*/ 1111288 w 4940163"/>
              <a:gd name="connsiteY0" fmla="*/ 0 h 5826795"/>
              <a:gd name="connsiteX1" fmla="*/ 4940163 w 4940163"/>
              <a:gd name="connsiteY1" fmla="*/ 2192 h 5826795"/>
              <a:gd name="connsiteX2" fmla="*/ 2505206 w 4940163"/>
              <a:gd name="connsiteY2" fmla="*/ 5826795 h 5826795"/>
              <a:gd name="connsiteX3" fmla="*/ 0 w 4940163"/>
              <a:gd name="connsiteY3" fmla="*/ 5826795 h 5826795"/>
              <a:gd name="connsiteX4" fmla="*/ 1111288 w 4940163"/>
              <a:gd name="connsiteY4" fmla="*/ 0 h 5826795"/>
              <a:gd name="connsiteX0" fmla="*/ 2486605 w 4940163"/>
              <a:gd name="connsiteY0" fmla="*/ 0 h 5826795"/>
              <a:gd name="connsiteX1" fmla="*/ 4940163 w 4940163"/>
              <a:gd name="connsiteY1" fmla="*/ 2192 h 5826795"/>
              <a:gd name="connsiteX2" fmla="*/ 2505206 w 4940163"/>
              <a:gd name="connsiteY2" fmla="*/ 5826795 h 5826795"/>
              <a:gd name="connsiteX3" fmla="*/ 0 w 4940163"/>
              <a:gd name="connsiteY3" fmla="*/ 5826795 h 5826795"/>
              <a:gd name="connsiteX4" fmla="*/ 2486605 w 4940163"/>
              <a:gd name="connsiteY4" fmla="*/ 0 h 5826795"/>
              <a:gd name="connsiteX0" fmla="*/ 2486605 w 4940163"/>
              <a:gd name="connsiteY0" fmla="*/ 0 h 5826795"/>
              <a:gd name="connsiteX1" fmla="*/ 4940163 w 4940163"/>
              <a:gd name="connsiteY1" fmla="*/ 2192 h 5826795"/>
              <a:gd name="connsiteX2" fmla="*/ 2001457 w 4940163"/>
              <a:gd name="connsiteY2" fmla="*/ 5826795 h 5826795"/>
              <a:gd name="connsiteX3" fmla="*/ 0 w 4940163"/>
              <a:gd name="connsiteY3" fmla="*/ 5826795 h 5826795"/>
              <a:gd name="connsiteX4" fmla="*/ 2486605 w 4940163"/>
              <a:gd name="connsiteY4" fmla="*/ 0 h 5826795"/>
              <a:gd name="connsiteX0" fmla="*/ 2486605 w 4478393"/>
              <a:gd name="connsiteY0" fmla="*/ 10165 h 5836960"/>
              <a:gd name="connsiteX1" fmla="*/ 4478393 w 4478393"/>
              <a:gd name="connsiteY1" fmla="*/ 0 h 5836960"/>
              <a:gd name="connsiteX2" fmla="*/ 2001457 w 4478393"/>
              <a:gd name="connsiteY2" fmla="*/ 5836960 h 5836960"/>
              <a:gd name="connsiteX3" fmla="*/ 0 w 4478393"/>
              <a:gd name="connsiteY3" fmla="*/ 5836960 h 5836960"/>
              <a:gd name="connsiteX4" fmla="*/ 2486605 w 4478393"/>
              <a:gd name="connsiteY4" fmla="*/ 10165 h 5836960"/>
              <a:gd name="connsiteX0" fmla="*/ 2486605 w 4422421"/>
              <a:gd name="connsiteY0" fmla="*/ 10165 h 5836960"/>
              <a:gd name="connsiteX1" fmla="*/ 4422421 w 4422421"/>
              <a:gd name="connsiteY1" fmla="*/ 0 h 5836960"/>
              <a:gd name="connsiteX2" fmla="*/ 2001457 w 4422421"/>
              <a:gd name="connsiteY2" fmla="*/ 5836960 h 5836960"/>
              <a:gd name="connsiteX3" fmla="*/ 0 w 4422421"/>
              <a:gd name="connsiteY3" fmla="*/ 5836960 h 5836960"/>
              <a:gd name="connsiteX4" fmla="*/ 2486605 w 4422421"/>
              <a:gd name="connsiteY4" fmla="*/ 10165 h 5836960"/>
              <a:gd name="connsiteX0" fmla="*/ 2486605 w 4478393"/>
              <a:gd name="connsiteY0" fmla="*/ 0 h 5826795"/>
              <a:gd name="connsiteX1" fmla="*/ 4478393 w 4478393"/>
              <a:gd name="connsiteY1" fmla="*/ 14549 h 5826795"/>
              <a:gd name="connsiteX2" fmla="*/ 2001457 w 4478393"/>
              <a:gd name="connsiteY2" fmla="*/ 5826795 h 5826795"/>
              <a:gd name="connsiteX3" fmla="*/ 0 w 4478393"/>
              <a:gd name="connsiteY3" fmla="*/ 5826795 h 5826795"/>
              <a:gd name="connsiteX4" fmla="*/ 2486605 w 4478393"/>
              <a:gd name="connsiteY4" fmla="*/ 0 h 5826795"/>
              <a:gd name="connsiteX0" fmla="*/ 2486605 w 4522645"/>
              <a:gd name="connsiteY0" fmla="*/ 1082 h 5827877"/>
              <a:gd name="connsiteX1" fmla="*/ 4522645 w 4522645"/>
              <a:gd name="connsiteY1" fmla="*/ 0 h 5827877"/>
              <a:gd name="connsiteX2" fmla="*/ 2001457 w 4522645"/>
              <a:gd name="connsiteY2" fmla="*/ 5827877 h 5827877"/>
              <a:gd name="connsiteX3" fmla="*/ 0 w 4522645"/>
              <a:gd name="connsiteY3" fmla="*/ 5827877 h 5827877"/>
              <a:gd name="connsiteX4" fmla="*/ 2486605 w 4522645"/>
              <a:gd name="connsiteY4" fmla="*/ 1082 h 5827877"/>
              <a:gd name="connsiteX0" fmla="*/ 2486605 w 4491075"/>
              <a:gd name="connsiteY0" fmla="*/ 1082 h 5827877"/>
              <a:gd name="connsiteX1" fmla="*/ 4491075 w 4491075"/>
              <a:gd name="connsiteY1" fmla="*/ 0 h 5827877"/>
              <a:gd name="connsiteX2" fmla="*/ 2001457 w 4491075"/>
              <a:gd name="connsiteY2" fmla="*/ 5827877 h 5827877"/>
              <a:gd name="connsiteX3" fmla="*/ 0 w 4491075"/>
              <a:gd name="connsiteY3" fmla="*/ 5827877 h 5827877"/>
              <a:gd name="connsiteX4" fmla="*/ 2486605 w 4491075"/>
              <a:gd name="connsiteY4" fmla="*/ 1082 h 5827877"/>
              <a:gd name="connsiteX0" fmla="*/ 2616040 w 4620510"/>
              <a:gd name="connsiteY0" fmla="*/ 1082 h 5827877"/>
              <a:gd name="connsiteX1" fmla="*/ 4620510 w 4620510"/>
              <a:gd name="connsiteY1" fmla="*/ 0 h 5827877"/>
              <a:gd name="connsiteX2" fmla="*/ 2130892 w 4620510"/>
              <a:gd name="connsiteY2" fmla="*/ 5827877 h 5827877"/>
              <a:gd name="connsiteX3" fmla="*/ 0 w 4620510"/>
              <a:gd name="connsiteY3" fmla="*/ 5821527 h 5827877"/>
              <a:gd name="connsiteX4" fmla="*/ 2616040 w 4620510"/>
              <a:gd name="connsiteY4" fmla="*/ 1082 h 5827877"/>
              <a:gd name="connsiteX0" fmla="*/ 2616040 w 4620510"/>
              <a:gd name="connsiteY0" fmla="*/ 1082 h 5821527"/>
              <a:gd name="connsiteX1" fmla="*/ 4620510 w 4620510"/>
              <a:gd name="connsiteY1" fmla="*/ 0 h 5821527"/>
              <a:gd name="connsiteX2" fmla="*/ 1828876 w 4620510"/>
              <a:gd name="connsiteY2" fmla="*/ 5821527 h 5821527"/>
              <a:gd name="connsiteX3" fmla="*/ 0 w 4620510"/>
              <a:gd name="connsiteY3" fmla="*/ 5821527 h 5821527"/>
              <a:gd name="connsiteX4" fmla="*/ 2616040 w 4620510"/>
              <a:gd name="connsiteY4" fmla="*/ 1082 h 5821527"/>
              <a:gd name="connsiteX0" fmla="*/ 2616040 w 4620510"/>
              <a:gd name="connsiteY0" fmla="*/ 1082 h 5821527"/>
              <a:gd name="connsiteX1" fmla="*/ 4620510 w 4620510"/>
              <a:gd name="connsiteY1" fmla="*/ 0 h 5821527"/>
              <a:gd name="connsiteX2" fmla="*/ 1641914 w 4620510"/>
              <a:gd name="connsiteY2" fmla="*/ 5821527 h 5821527"/>
              <a:gd name="connsiteX3" fmla="*/ 0 w 4620510"/>
              <a:gd name="connsiteY3" fmla="*/ 5821527 h 5821527"/>
              <a:gd name="connsiteX4" fmla="*/ 2616040 w 4620510"/>
              <a:gd name="connsiteY4" fmla="*/ 1082 h 5821527"/>
              <a:gd name="connsiteX0" fmla="*/ 2616040 w 4620510"/>
              <a:gd name="connsiteY0" fmla="*/ 1082 h 5821527"/>
              <a:gd name="connsiteX1" fmla="*/ 4620510 w 4620510"/>
              <a:gd name="connsiteY1" fmla="*/ 0 h 5821527"/>
              <a:gd name="connsiteX2" fmla="*/ 1699441 w 4620510"/>
              <a:gd name="connsiteY2" fmla="*/ 5808827 h 5821527"/>
              <a:gd name="connsiteX3" fmla="*/ 0 w 4620510"/>
              <a:gd name="connsiteY3" fmla="*/ 5821527 h 5821527"/>
              <a:gd name="connsiteX4" fmla="*/ 2616040 w 4620510"/>
              <a:gd name="connsiteY4" fmla="*/ 1082 h 5821527"/>
              <a:gd name="connsiteX0" fmla="*/ 2616040 w 4620510"/>
              <a:gd name="connsiteY0" fmla="*/ 1082 h 5821527"/>
              <a:gd name="connsiteX1" fmla="*/ 4620510 w 4620510"/>
              <a:gd name="connsiteY1" fmla="*/ 0 h 5821527"/>
              <a:gd name="connsiteX2" fmla="*/ 1692250 w 4620510"/>
              <a:gd name="connsiteY2" fmla="*/ 5821527 h 5821527"/>
              <a:gd name="connsiteX3" fmla="*/ 0 w 4620510"/>
              <a:gd name="connsiteY3" fmla="*/ 5821527 h 5821527"/>
              <a:gd name="connsiteX4" fmla="*/ 2616040 w 4620510"/>
              <a:gd name="connsiteY4" fmla="*/ 1082 h 5821527"/>
              <a:gd name="connsiteX0" fmla="*/ 2780776 w 4620510"/>
              <a:gd name="connsiteY0" fmla="*/ 1082 h 5821527"/>
              <a:gd name="connsiteX1" fmla="*/ 4620510 w 4620510"/>
              <a:gd name="connsiteY1" fmla="*/ 0 h 5821527"/>
              <a:gd name="connsiteX2" fmla="*/ 1692250 w 4620510"/>
              <a:gd name="connsiteY2" fmla="*/ 5821527 h 5821527"/>
              <a:gd name="connsiteX3" fmla="*/ 0 w 4620510"/>
              <a:gd name="connsiteY3" fmla="*/ 5821527 h 5821527"/>
              <a:gd name="connsiteX4" fmla="*/ 2780776 w 4620510"/>
              <a:gd name="connsiteY4" fmla="*/ 1082 h 5821527"/>
              <a:gd name="connsiteX0" fmla="*/ 2780776 w 4526375"/>
              <a:gd name="connsiteY0" fmla="*/ 11473 h 5831918"/>
              <a:gd name="connsiteX1" fmla="*/ 4526375 w 4526375"/>
              <a:gd name="connsiteY1" fmla="*/ 0 h 5831918"/>
              <a:gd name="connsiteX2" fmla="*/ 1692250 w 4526375"/>
              <a:gd name="connsiteY2" fmla="*/ 5831918 h 5831918"/>
              <a:gd name="connsiteX3" fmla="*/ 0 w 4526375"/>
              <a:gd name="connsiteY3" fmla="*/ 5831918 h 5831918"/>
              <a:gd name="connsiteX4" fmla="*/ 2780776 w 4526375"/>
              <a:gd name="connsiteY4" fmla="*/ 11473 h 5831918"/>
              <a:gd name="connsiteX0" fmla="*/ 2780776 w 4526375"/>
              <a:gd name="connsiteY0" fmla="*/ 0 h 5820445"/>
              <a:gd name="connsiteX1" fmla="*/ 4526375 w 4526375"/>
              <a:gd name="connsiteY1" fmla="*/ 9309 h 5820445"/>
              <a:gd name="connsiteX2" fmla="*/ 1692250 w 4526375"/>
              <a:gd name="connsiteY2" fmla="*/ 5820445 h 5820445"/>
              <a:gd name="connsiteX3" fmla="*/ 0 w 4526375"/>
              <a:gd name="connsiteY3" fmla="*/ 5820445 h 5820445"/>
              <a:gd name="connsiteX4" fmla="*/ 2780776 w 4526375"/>
              <a:gd name="connsiteY4" fmla="*/ 0 h 5820445"/>
              <a:gd name="connsiteX0" fmla="*/ 2780776 w 4526375"/>
              <a:gd name="connsiteY0" fmla="*/ 6278 h 5811136"/>
              <a:gd name="connsiteX1" fmla="*/ 4526375 w 4526375"/>
              <a:gd name="connsiteY1" fmla="*/ 0 h 5811136"/>
              <a:gd name="connsiteX2" fmla="*/ 1692250 w 4526375"/>
              <a:gd name="connsiteY2" fmla="*/ 5811136 h 5811136"/>
              <a:gd name="connsiteX3" fmla="*/ 0 w 4526375"/>
              <a:gd name="connsiteY3" fmla="*/ 5811136 h 5811136"/>
              <a:gd name="connsiteX4" fmla="*/ 2780776 w 4526375"/>
              <a:gd name="connsiteY4" fmla="*/ 6278 h 5811136"/>
              <a:gd name="connsiteX0" fmla="*/ 2828323 w 4526375"/>
              <a:gd name="connsiteY0" fmla="*/ 0 h 5814189"/>
              <a:gd name="connsiteX1" fmla="*/ 4526375 w 4526375"/>
              <a:gd name="connsiteY1" fmla="*/ 3053 h 5814189"/>
              <a:gd name="connsiteX2" fmla="*/ 1692250 w 4526375"/>
              <a:gd name="connsiteY2" fmla="*/ 5814189 h 5814189"/>
              <a:gd name="connsiteX3" fmla="*/ 0 w 4526375"/>
              <a:gd name="connsiteY3" fmla="*/ 5814189 h 5814189"/>
              <a:gd name="connsiteX4" fmla="*/ 2828323 w 4526375"/>
              <a:gd name="connsiteY4" fmla="*/ 0 h 5814189"/>
              <a:gd name="connsiteX0" fmla="*/ 2828323 w 4526375"/>
              <a:gd name="connsiteY0" fmla="*/ 1048 h 5811136"/>
              <a:gd name="connsiteX1" fmla="*/ 4526375 w 4526375"/>
              <a:gd name="connsiteY1" fmla="*/ 0 h 5811136"/>
              <a:gd name="connsiteX2" fmla="*/ 1692250 w 4526375"/>
              <a:gd name="connsiteY2" fmla="*/ 5811136 h 5811136"/>
              <a:gd name="connsiteX3" fmla="*/ 0 w 4526375"/>
              <a:gd name="connsiteY3" fmla="*/ 5811136 h 5811136"/>
              <a:gd name="connsiteX4" fmla="*/ 2828323 w 4526375"/>
              <a:gd name="connsiteY4" fmla="*/ 1048 h 58111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526375" h="5811136">
                <a:moveTo>
                  <a:pt x="2828323" y="1048"/>
                </a:moveTo>
                <a:lnTo>
                  <a:pt x="4526375" y="0"/>
                </a:lnTo>
                <a:lnTo>
                  <a:pt x="1692250" y="5811136"/>
                </a:lnTo>
                <a:lnTo>
                  <a:pt x="0" y="5811136"/>
                </a:lnTo>
                <a:lnTo>
                  <a:pt x="2828323" y="1048"/>
                </a:lnTo>
                <a:close/>
              </a:path>
            </a:pathLst>
          </a:custGeom>
          <a:solidFill>
            <a:srgbClr val="02A98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Rectangle 4">
            <a:extLst>
              <a:ext uri="{FF2B5EF4-FFF2-40B4-BE49-F238E27FC236}">
                <a16:creationId xmlns:a16="http://schemas.microsoft.com/office/drawing/2014/main" id="{5AC7910F-A5AF-369C-35BB-36A042238A47}"/>
              </a:ext>
            </a:extLst>
          </p:cNvPr>
          <p:cNvSpPr/>
          <p:nvPr userDrawn="1"/>
        </p:nvSpPr>
        <p:spPr>
          <a:xfrm rot="10800000">
            <a:off x="16447197" y="-12075851"/>
            <a:ext cx="5606988" cy="8113011"/>
          </a:xfrm>
          <a:custGeom>
            <a:avLst/>
            <a:gdLst>
              <a:gd name="connsiteX0" fmla="*/ 0 w 2505206"/>
              <a:gd name="connsiteY0" fmla="*/ 0 h 5824603"/>
              <a:gd name="connsiteX1" fmla="*/ 2505206 w 2505206"/>
              <a:gd name="connsiteY1" fmla="*/ 0 h 5824603"/>
              <a:gd name="connsiteX2" fmla="*/ 2505206 w 2505206"/>
              <a:gd name="connsiteY2" fmla="*/ 5824603 h 5824603"/>
              <a:gd name="connsiteX3" fmla="*/ 0 w 2505206"/>
              <a:gd name="connsiteY3" fmla="*/ 5824603 h 5824603"/>
              <a:gd name="connsiteX4" fmla="*/ 0 w 2505206"/>
              <a:gd name="connsiteY4" fmla="*/ 0 h 5824603"/>
              <a:gd name="connsiteX0" fmla="*/ 0 w 3535109"/>
              <a:gd name="connsiteY0" fmla="*/ 0 h 5824603"/>
              <a:gd name="connsiteX1" fmla="*/ 3535109 w 3535109"/>
              <a:gd name="connsiteY1" fmla="*/ 0 h 5824603"/>
              <a:gd name="connsiteX2" fmla="*/ 2505206 w 3535109"/>
              <a:gd name="connsiteY2" fmla="*/ 5824603 h 5824603"/>
              <a:gd name="connsiteX3" fmla="*/ 0 w 3535109"/>
              <a:gd name="connsiteY3" fmla="*/ 5824603 h 5824603"/>
              <a:gd name="connsiteX4" fmla="*/ 0 w 3535109"/>
              <a:gd name="connsiteY4" fmla="*/ 0 h 5824603"/>
              <a:gd name="connsiteX0" fmla="*/ 1126156 w 3535109"/>
              <a:gd name="connsiteY0" fmla="*/ 0 h 5834229"/>
              <a:gd name="connsiteX1" fmla="*/ 3535109 w 3535109"/>
              <a:gd name="connsiteY1" fmla="*/ 9626 h 5834229"/>
              <a:gd name="connsiteX2" fmla="*/ 2505206 w 3535109"/>
              <a:gd name="connsiteY2" fmla="*/ 5834229 h 5834229"/>
              <a:gd name="connsiteX3" fmla="*/ 0 w 3535109"/>
              <a:gd name="connsiteY3" fmla="*/ 5834229 h 5834229"/>
              <a:gd name="connsiteX4" fmla="*/ 1126156 w 3535109"/>
              <a:gd name="connsiteY4" fmla="*/ 0 h 5834229"/>
              <a:gd name="connsiteX0" fmla="*/ 1103854 w 3535109"/>
              <a:gd name="connsiteY0" fmla="*/ 20110 h 5824603"/>
              <a:gd name="connsiteX1" fmla="*/ 3535109 w 3535109"/>
              <a:gd name="connsiteY1" fmla="*/ 0 h 5824603"/>
              <a:gd name="connsiteX2" fmla="*/ 2505206 w 3535109"/>
              <a:gd name="connsiteY2" fmla="*/ 5824603 h 5824603"/>
              <a:gd name="connsiteX3" fmla="*/ 0 w 3535109"/>
              <a:gd name="connsiteY3" fmla="*/ 5824603 h 5824603"/>
              <a:gd name="connsiteX4" fmla="*/ 1103854 w 3535109"/>
              <a:gd name="connsiteY4" fmla="*/ 20110 h 5824603"/>
              <a:gd name="connsiteX0" fmla="*/ 1111288 w 3535109"/>
              <a:gd name="connsiteY0" fmla="*/ 0 h 5826795"/>
              <a:gd name="connsiteX1" fmla="*/ 3535109 w 3535109"/>
              <a:gd name="connsiteY1" fmla="*/ 2192 h 5826795"/>
              <a:gd name="connsiteX2" fmla="*/ 2505206 w 3535109"/>
              <a:gd name="connsiteY2" fmla="*/ 5826795 h 5826795"/>
              <a:gd name="connsiteX3" fmla="*/ 0 w 3535109"/>
              <a:gd name="connsiteY3" fmla="*/ 5826795 h 5826795"/>
              <a:gd name="connsiteX4" fmla="*/ 1111288 w 3535109"/>
              <a:gd name="connsiteY4" fmla="*/ 0 h 5826795"/>
              <a:gd name="connsiteX0" fmla="*/ 1111288 w 4940163"/>
              <a:gd name="connsiteY0" fmla="*/ 0 h 5826795"/>
              <a:gd name="connsiteX1" fmla="*/ 4940163 w 4940163"/>
              <a:gd name="connsiteY1" fmla="*/ 2192 h 5826795"/>
              <a:gd name="connsiteX2" fmla="*/ 2505206 w 4940163"/>
              <a:gd name="connsiteY2" fmla="*/ 5826795 h 5826795"/>
              <a:gd name="connsiteX3" fmla="*/ 0 w 4940163"/>
              <a:gd name="connsiteY3" fmla="*/ 5826795 h 5826795"/>
              <a:gd name="connsiteX4" fmla="*/ 1111288 w 4940163"/>
              <a:gd name="connsiteY4" fmla="*/ 0 h 5826795"/>
              <a:gd name="connsiteX0" fmla="*/ 2486605 w 4940163"/>
              <a:gd name="connsiteY0" fmla="*/ 0 h 5826795"/>
              <a:gd name="connsiteX1" fmla="*/ 4940163 w 4940163"/>
              <a:gd name="connsiteY1" fmla="*/ 2192 h 5826795"/>
              <a:gd name="connsiteX2" fmla="*/ 2505206 w 4940163"/>
              <a:gd name="connsiteY2" fmla="*/ 5826795 h 5826795"/>
              <a:gd name="connsiteX3" fmla="*/ 0 w 4940163"/>
              <a:gd name="connsiteY3" fmla="*/ 5826795 h 5826795"/>
              <a:gd name="connsiteX4" fmla="*/ 2486605 w 4940163"/>
              <a:gd name="connsiteY4" fmla="*/ 0 h 5826795"/>
              <a:gd name="connsiteX0" fmla="*/ 2486605 w 4940163"/>
              <a:gd name="connsiteY0" fmla="*/ 0 h 5826795"/>
              <a:gd name="connsiteX1" fmla="*/ 4940163 w 4940163"/>
              <a:gd name="connsiteY1" fmla="*/ 2192 h 5826795"/>
              <a:gd name="connsiteX2" fmla="*/ 2001457 w 4940163"/>
              <a:gd name="connsiteY2" fmla="*/ 5826795 h 5826795"/>
              <a:gd name="connsiteX3" fmla="*/ 0 w 4940163"/>
              <a:gd name="connsiteY3" fmla="*/ 5826795 h 5826795"/>
              <a:gd name="connsiteX4" fmla="*/ 2486605 w 4940163"/>
              <a:gd name="connsiteY4" fmla="*/ 0 h 5826795"/>
              <a:gd name="connsiteX0" fmla="*/ 2486605 w 4478393"/>
              <a:gd name="connsiteY0" fmla="*/ 10165 h 5836960"/>
              <a:gd name="connsiteX1" fmla="*/ 4478393 w 4478393"/>
              <a:gd name="connsiteY1" fmla="*/ 0 h 5836960"/>
              <a:gd name="connsiteX2" fmla="*/ 2001457 w 4478393"/>
              <a:gd name="connsiteY2" fmla="*/ 5836960 h 5836960"/>
              <a:gd name="connsiteX3" fmla="*/ 0 w 4478393"/>
              <a:gd name="connsiteY3" fmla="*/ 5836960 h 5836960"/>
              <a:gd name="connsiteX4" fmla="*/ 2486605 w 4478393"/>
              <a:gd name="connsiteY4" fmla="*/ 10165 h 5836960"/>
              <a:gd name="connsiteX0" fmla="*/ 2486605 w 4422421"/>
              <a:gd name="connsiteY0" fmla="*/ 10165 h 5836960"/>
              <a:gd name="connsiteX1" fmla="*/ 4422421 w 4422421"/>
              <a:gd name="connsiteY1" fmla="*/ 0 h 5836960"/>
              <a:gd name="connsiteX2" fmla="*/ 2001457 w 4422421"/>
              <a:gd name="connsiteY2" fmla="*/ 5836960 h 5836960"/>
              <a:gd name="connsiteX3" fmla="*/ 0 w 4422421"/>
              <a:gd name="connsiteY3" fmla="*/ 5836960 h 5836960"/>
              <a:gd name="connsiteX4" fmla="*/ 2486605 w 4422421"/>
              <a:gd name="connsiteY4" fmla="*/ 10165 h 5836960"/>
              <a:gd name="connsiteX0" fmla="*/ 2486605 w 4478393"/>
              <a:gd name="connsiteY0" fmla="*/ 0 h 5826795"/>
              <a:gd name="connsiteX1" fmla="*/ 4478393 w 4478393"/>
              <a:gd name="connsiteY1" fmla="*/ 14549 h 5826795"/>
              <a:gd name="connsiteX2" fmla="*/ 2001457 w 4478393"/>
              <a:gd name="connsiteY2" fmla="*/ 5826795 h 5826795"/>
              <a:gd name="connsiteX3" fmla="*/ 0 w 4478393"/>
              <a:gd name="connsiteY3" fmla="*/ 5826795 h 5826795"/>
              <a:gd name="connsiteX4" fmla="*/ 2486605 w 4478393"/>
              <a:gd name="connsiteY4" fmla="*/ 0 h 5826795"/>
              <a:gd name="connsiteX0" fmla="*/ 2486605 w 4522645"/>
              <a:gd name="connsiteY0" fmla="*/ 1082 h 5827877"/>
              <a:gd name="connsiteX1" fmla="*/ 4522645 w 4522645"/>
              <a:gd name="connsiteY1" fmla="*/ 0 h 5827877"/>
              <a:gd name="connsiteX2" fmla="*/ 2001457 w 4522645"/>
              <a:gd name="connsiteY2" fmla="*/ 5827877 h 5827877"/>
              <a:gd name="connsiteX3" fmla="*/ 0 w 4522645"/>
              <a:gd name="connsiteY3" fmla="*/ 5827877 h 5827877"/>
              <a:gd name="connsiteX4" fmla="*/ 2486605 w 4522645"/>
              <a:gd name="connsiteY4" fmla="*/ 1082 h 5827877"/>
              <a:gd name="connsiteX0" fmla="*/ 2486605 w 4491075"/>
              <a:gd name="connsiteY0" fmla="*/ 1082 h 5827877"/>
              <a:gd name="connsiteX1" fmla="*/ 4491075 w 4491075"/>
              <a:gd name="connsiteY1" fmla="*/ 0 h 5827877"/>
              <a:gd name="connsiteX2" fmla="*/ 2001457 w 4491075"/>
              <a:gd name="connsiteY2" fmla="*/ 5827877 h 5827877"/>
              <a:gd name="connsiteX3" fmla="*/ 0 w 4491075"/>
              <a:gd name="connsiteY3" fmla="*/ 5827877 h 5827877"/>
              <a:gd name="connsiteX4" fmla="*/ 2486605 w 4491075"/>
              <a:gd name="connsiteY4" fmla="*/ 1082 h 5827877"/>
              <a:gd name="connsiteX0" fmla="*/ 2616040 w 4620510"/>
              <a:gd name="connsiteY0" fmla="*/ 1082 h 5827877"/>
              <a:gd name="connsiteX1" fmla="*/ 4620510 w 4620510"/>
              <a:gd name="connsiteY1" fmla="*/ 0 h 5827877"/>
              <a:gd name="connsiteX2" fmla="*/ 2130892 w 4620510"/>
              <a:gd name="connsiteY2" fmla="*/ 5827877 h 5827877"/>
              <a:gd name="connsiteX3" fmla="*/ 0 w 4620510"/>
              <a:gd name="connsiteY3" fmla="*/ 5821527 h 5827877"/>
              <a:gd name="connsiteX4" fmla="*/ 2616040 w 4620510"/>
              <a:gd name="connsiteY4" fmla="*/ 1082 h 5827877"/>
              <a:gd name="connsiteX0" fmla="*/ 2616040 w 4620510"/>
              <a:gd name="connsiteY0" fmla="*/ 1082 h 5821527"/>
              <a:gd name="connsiteX1" fmla="*/ 4620510 w 4620510"/>
              <a:gd name="connsiteY1" fmla="*/ 0 h 5821527"/>
              <a:gd name="connsiteX2" fmla="*/ 1828876 w 4620510"/>
              <a:gd name="connsiteY2" fmla="*/ 5821527 h 5821527"/>
              <a:gd name="connsiteX3" fmla="*/ 0 w 4620510"/>
              <a:gd name="connsiteY3" fmla="*/ 5821527 h 5821527"/>
              <a:gd name="connsiteX4" fmla="*/ 2616040 w 4620510"/>
              <a:gd name="connsiteY4" fmla="*/ 1082 h 5821527"/>
              <a:gd name="connsiteX0" fmla="*/ 2616040 w 4620510"/>
              <a:gd name="connsiteY0" fmla="*/ 1082 h 5821527"/>
              <a:gd name="connsiteX1" fmla="*/ 4620510 w 4620510"/>
              <a:gd name="connsiteY1" fmla="*/ 0 h 5821527"/>
              <a:gd name="connsiteX2" fmla="*/ 1641914 w 4620510"/>
              <a:gd name="connsiteY2" fmla="*/ 5821527 h 5821527"/>
              <a:gd name="connsiteX3" fmla="*/ 0 w 4620510"/>
              <a:gd name="connsiteY3" fmla="*/ 5821527 h 5821527"/>
              <a:gd name="connsiteX4" fmla="*/ 2616040 w 4620510"/>
              <a:gd name="connsiteY4" fmla="*/ 1082 h 5821527"/>
              <a:gd name="connsiteX0" fmla="*/ 2616040 w 4620510"/>
              <a:gd name="connsiteY0" fmla="*/ 1082 h 5821527"/>
              <a:gd name="connsiteX1" fmla="*/ 4620510 w 4620510"/>
              <a:gd name="connsiteY1" fmla="*/ 0 h 5821527"/>
              <a:gd name="connsiteX2" fmla="*/ 1699441 w 4620510"/>
              <a:gd name="connsiteY2" fmla="*/ 5808827 h 5821527"/>
              <a:gd name="connsiteX3" fmla="*/ 0 w 4620510"/>
              <a:gd name="connsiteY3" fmla="*/ 5821527 h 5821527"/>
              <a:gd name="connsiteX4" fmla="*/ 2616040 w 4620510"/>
              <a:gd name="connsiteY4" fmla="*/ 1082 h 5821527"/>
              <a:gd name="connsiteX0" fmla="*/ 2616040 w 4620510"/>
              <a:gd name="connsiteY0" fmla="*/ 1082 h 5821527"/>
              <a:gd name="connsiteX1" fmla="*/ 4620510 w 4620510"/>
              <a:gd name="connsiteY1" fmla="*/ 0 h 5821527"/>
              <a:gd name="connsiteX2" fmla="*/ 1692250 w 4620510"/>
              <a:gd name="connsiteY2" fmla="*/ 5821527 h 5821527"/>
              <a:gd name="connsiteX3" fmla="*/ 0 w 4620510"/>
              <a:gd name="connsiteY3" fmla="*/ 5821527 h 5821527"/>
              <a:gd name="connsiteX4" fmla="*/ 2616040 w 4620510"/>
              <a:gd name="connsiteY4" fmla="*/ 1082 h 5821527"/>
              <a:gd name="connsiteX0" fmla="*/ 2780776 w 4620510"/>
              <a:gd name="connsiteY0" fmla="*/ 1082 h 5821527"/>
              <a:gd name="connsiteX1" fmla="*/ 4620510 w 4620510"/>
              <a:gd name="connsiteY1" fmla="*/ 0 h 5821527"/>
              <a:gd name="connsiteX2" fmla="*/ 1692250 w 4620510"/>
              <a:gd name="connsiteY2" fmla="*/ 5821527 h 5821527"/>
              <a:gd name="connsiteX3" fmla="*/ 0 w 4620510"/>
              <a:gd name="connsiteY3" fmla="*/ 5821527 h 5821527"/>
              <a:gd name="connsiteX4" fmla="*/ 2780776 w 4620510"/>
              <a:gd name="connsiteY4" fmla="*/ 1082 h 5821527"/>
              <a:gd name="connsiteX0" fmla="*/ 2780776 w 4526375"/>
              <a:gd name="connsiteY0" fmla="*/ 11473 h 5831918"/>
              <a:gd name="connsiteX1" fmla="*/ 4526375 w 4526375"/>
              <a:gd name="connsiteY1" fmla="*/ 0 h 5831918"/>
              <a:gd name="connsiteX2" fmla="*/ 1692250 w 4526375"/>
              <a:gd name="connsiteY2" fmla="*/ 5831918 h 5831918"/>
              <a:gd name="connsiteX3" fmla="*/ 0 w 4526375"/>
              <a:gd name="connsiteY3" fmla="*/ 5831918 h 5831918"/>
              <a:gd name="connsiteX4" fmla="*/ 2780776 w 4526375"/>
              <a:gd name="connsiteY4" fmla="*/ 11473 h 5831918"/>
              <a:gd name="connsiteX0" fmla="*/ 2780776 w 4526375"/>
              <a:gd name="connsiteY0" fmla="*/ 0 h 5820445"/>
              <a:gd name="connsiteX1" fmla="*/ 4526375 w 4526375"/>
              <a:gd name="connsiteY1" fmla="*/ 9309 h 5820445"/>
              <a:gd name="connsiteX2" fmla="*/ 1692250 w 4526375"/>
              <a:gd name="connsiteY2" fmla="*/ 5820445 h 5820445"/>
              <a:gd name="connsiteX3" fmla="*/ 0 w 4526375"/>
              <a:gd name="connsiteY3" fmla="*/ 5820445 h 5820445"/>
              <a:gd name="connsiteX4" fmla="*/ 2780776 w 4526375"/>
              <a:gd name="connsiteY4" fmla="*/ 0 h 5820445"/>
              <a:gd name="connsiteX0" fmla="*/ 2780776 w 4526375"/>
              <a:gd name="connsiteY0" fmla="*/ 6278 h 5811136"/>
              <a:gd name="connsiteX1" fmla="*/ 4526375 w 4526375"/>
              <a:gd name="connsiteY1" fmla="*/ 0 h 5811136"/>
              <a:gd name="connsiteX2" fmla="*/ 1692250 w 4526375"/>
              <a:gd name="connsiteY2" fmla="*/ 5811136 h 5811136"/>
              <a:gd name="connsiteX3" fmla="*/ 0 w 4526375"/>
              <a:gd name="connsiteY3" fmla="*/ 5811136 h 5811136"/>
              <a:gd name="connsiteX4" fmla="*/ 2780776 w 4526375"/>
              <a:gd name="connsiteY4" fmla="*/ 6278 h 5811136"/>
              <a:gd name="connsiteX0" fmla="*/ 2828323 w 4526375"/>
              <a:gd name="connsiteY0" fmla="*/ 0 h 5814189"/>
              <a:gd name="connsiteX1" fmla="*/ 4526375 w 4526375"/>
              <a:gd name="connsiteY1" fmla="*/ 3053 h 5814189"/>
              <a:gd name="connsiteX2" fmla="*/ 1692250 w 4526375"/>
              <a:gd name="connsiteY2" fmla="*/ 5814189 h 5814189"/>
              <a:gd name="connsiteX3" fmla="*/ 0 w 4526375"/>
              <a:gd name="connsiteY3" fmla="*/ 5814189 h 5814189"/>
              <a:gd name="connsiteX4" fmla="*/ 2828323 w 4526375"/>
              <a:gd name="connsiteY4" fmla="*/ 0 h 5814189"/>
              <a:gd name="connsiteX0" fmla="*/ 2828323 w 4526375"/>
              <a:gd name="connsiteY0" fmla="*/ 1048 h 5811136"/>
              <a:gd name="connsiteX1" fmla="*/ 4526375 w 4526375"/>
              <a:gd name="connsiteY1" fmla="*/ 0 h 5811136"/>
              <a:gd name="connsiteX2" fmla="*/ 1692250 w 4526375"/>
              <a:gd name="connsiteY2" fmla="*/ 5811136 h 5811136"/>
              <a:gd name="connsiteX3" fmla="*/ 0 w 4526375"/>
              <a:gd name="connsiteY3" fmla="*/ 5811136 h 5811136"/>
              <a:gd name="connsiteX4" fmla="*/ 2828323 w 4526375"/>
              <a:gd name="connsiteY4" fmla="*/ 1048 h 5811136"/>
              <a:gd name="connsiteX0" fmla="*/ 1712019 w 4526375"/>
              <a:gd name="connsiteY0" fmla="*/ 1048 h 5811136"/>
              <a:gd name="connsiteX1" fmla="*/ 4526375 w 4526375"/>
              <a:gd name="connsiteY1" fmla="*/ 0 h 5811136"/>
              <a:gd name="connsiteX2" fmla="*/ 1692250 w 4526375"/>
              <a:gd name="connsiteY2" fmla="*/ 5811136 h 5811136"/>
              <a:gd name="connsiteX3" fmla="*/ 0 w 4526375"/>
              <a:gd name="connsiteY3" fmla="*/ 5811136 h 5811136"/>
              <a:gd name="connsiteX4" fmla="*/ 1712019 w 4526375"/>
              <a:gd name="connsiteY4" fmla="*/ 1048 h 5811136"/>
              <a:gd name="connsiteX0" fmla="*/ 2828323 w 5642679"/>
              <a:gd name="connsiteY0" fmla="*/ 1048 h 5811136"/>
              <a:gd name="connsiteX1" fmla="*/ 5642679 w 5642679"/>
              <a:gd name="connsiteY1" fmla="*/ 0 h 5811136"/>
              <a:gd name="connsiteX2" fmla="*/ 2808554 w 5642679"/>
              <a:gd name="connsiteY2" fmla="*/ 5811136 h 5811136"/>
              <a:gd name="connsiteX3" fmla="*/ 0 w 5642679"/>
              <a:gd name="connsiteY3" fmla="*/ 5811136 h 5811136"/>
              <a:gd name="connsiteX4" fmla="*/ 2828323 w 5642679"/>
              <a:gd name="connsiteY4" fmla="*/ 1048 h 58111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642679" h="5811136">
                <a:moveTo>
                  <a:pt x="2828323" y="1048"/>
                </a:moveTo>
                <a:lnTo>
                  <a:pt x="5642679" y="0"/>
                </a:lnTo>
                <a:lnTo>
                  <a:pt x="2808554" y="5811136"/>
                </a:lnTo>
                <a:lnTo>
                  <a:pt x="0" y="5811136"/>
                </a:lnTo>
                <a:lnTo>
                  <a:pt x="2828323" y="1048"/>
                </a:lnTo>
                <a:close/>
              </a:path>
            </a:pathLst>
          </a:custGeom>
          <a:solidFill>
            <a:srgbClr val="02A98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Rectangle 4">
            <a:extLst>
              <a:ext uri="{FF2B5EF4-FFF2-40B4-BE49-F238E27FC236}">
                <a16:creationId xmlns:a16="http://schemas.microsoft.com/office/drawing/2014/main" id="{D33DC738-6BE1-2AB0-21CE-C1108F1757AB}"/>
              </a:ext>
            </a:extLst>
          </p:cNvPr>
          <p:cNvSpPr/>
          <p:nvPr userDrawn="1"/>
        </p:nvSpPr>
        <p:spPr>
          <a:xfrm rot="10800000">
            <a:off x="19876197" y="-12075851"/>
            <a:ext cx="5606988" cy="8113011"/>
          </a:xfrm>
          <a:custGeom>
            <a:avLst/>
            <a:gdLst>
              <a:gd name="connsiteX0" fmla="*/ 0 w 2505206"/>
              <a:gd name="connsiteY0" fmla="*/ 0 h 5824603"/>
              <a:gd name="connsiteX1" fmla="*/ 2505206 w 2505206"/>
              <a:gd name="connsiteY1" fmla="*/ 0 h 5824603"/>
              <a:gd name="connsiteX2" fmla="*/ 2505206 w 2505206"/>
              <a:gd name="connsiteY2" fmla="*/ 5824603 h 5824603"/>
              <a:gd name="connsiteX3" fmla="*/ 0 w 2505206"/>
              <a:gd name="connsiteY3" fmla="*/ 5824603 h 5824603"/>
              <a:gd name="connsiteX4" fmla="*/ 0 w 2505206"/>
              <a:gd name="connsiteY4" fmla="*/ 0 h 5824603"/>
              <a:gd name="connsiteX0" fmla="*/ 0 w 3535109"/>
              <a:gd name="connsiteY0" fmla="*/ 0 h 5824603"/>
              <a:gd name="connsiteX1" fmla="*/ 3535109 w 3535109"/>
              <a:gd name="connsiteY1" fmla="*/ 0 h 5824603"/>
              <a:gd name="connsiteX2" fmla="*/ 2505206 w 3535109"/>
              <a:gd name="connsiteY2" fmla="*/ 5824603 h 5824603"/>
              <a:gd name="connsiteX3" fmla="*/ 0 w 3535109"/>
              <a:gd name="connsiteY3" fmla="*/ 5824603 h 5824603"/>
              <a:gd name="connsiteX4" fmla="*/ 0 w 3535109"/>
              <a:gd name="connsiteY4" fmla="*/ 0 h 5824603"/>
              <a:gd name="connsiteX0" fmla="*/ 1126156 w 3535109"/>
              <a:gd name="connsiteY0" fmla="*/ 0 h 5834229"/>
              <a:gd name="connsiteX1" fmla="*/ 3535109 w 3535109"/>
              <a:gd name="connsiteY1" fmla="*/ 9626 h 5834229"/>
              <a:gd name="connsiteX2" fmla="*/ 2505206 w 3535109"/>
              <a:gd name="connsiteY2" fmla="*/ 5834229 h 5834229"/>
              <a:gd name="connsiteX3" fmla="*/ 0 w 3535109"/>
              <a:gd name="connsiteY3" fmla="*/ 5834229 h 5834229"/>
              <a:gd name="connsiteX4" fmla="*/ 1126156 w 3535109"/>
              <a:gd name="connsiteY4" fmla="*/ 0 h 5834229"/>
              <a:gd name="connsiteX0" fmla="*/ 1103854 w 3535109"/>
              <a:gd name="connsiteY0" fmla="*/ 20110 h 5824603"/>
              <a:gd name="connsiteX1" fmla="*/ 3535109 w 3535109"/>
              <a:gd name="connsiteY1" fmla="*/ 0 h 5824603"/>
              <a:gd name="connsiteX2" fmla="*/ 2505206 w 3535109"/>
              <a:gd name="connsiteY2" fmla="*/ 5824603 h 5824603"/>
              <a:gd name="connsiteX3" fmla="*/ 0 w 3535109"/>
              <a:gd name="connsiteY3" fmla="*/ 5824603 h 5824603"/>
              <a:gd name="connsiteX4" fmla="*/ 1103854 w 3535109"/>
              <a:gd name="connsiteY4" fmla="*/ 20110 h 5824603"/>
              <a:gd name="connsiteX0" fmla="*/ 1111288 w 3535109"/>
              <a:gd name="connsiteY0" fmla="*/ 0 h 5826795"/>
              <a:gd name="connsiteX1" fmla="*/ 3535109 w 3535109"/>
              <a:gd name="connsiteY1" fmla="*/ 2192 h 5826795"/>
              <a:gd name="connsiteX2" fmla="*/ 2505206 w 3535109"/>
              <a:gd name="connsiteY2" fmla="*/ 5826795 h 5826795"/>
              <a:gd name="connsiteX3" fmla="*/ 0 w 3535109"/>
              <a:gd name="connsiteY3" fmla="*/ 5826795 h 5826795"/>
              <a:gd name="connsiteX4" fmla="*/ 1111288 w 3535109"/>
              <a:gd name="connsiteY4" fmla="*/ 0 h 5826795"/>
              <a:gd name="connsiteX0" fmla="*/ 1111288 w 4940163"/>
              <a:gd name="connsiteY0" fmla="*/ 0 h 5826795"/>
              <a:gd name="connsiteX1" fmla="*/ 4940163 w 4940163"/>
              <a:gd name="connsiteY1" fmla="*/ 2192 h 5826795"/>
              <a:gd name="connsiteX2" fmla="*/ 2505206 w 4940163"/>
              <a:gd name="connsiteY2" fmla="*/ 5826795 h 5826795"/>
              <a:gd name="connsiteX3" fmla="*/ 0 w 4940163"/>
              <a:gd name="connsiteY3" fmla="*/ 5826795 h 5826795"/>
              <a:gd name="connsiteX4" fmla="*/ 1111288 w 4940163"/>
              <a:gd name="connsiteY4" fmla="*/ 0 h 5826795"/>
              <a:gd name="connsiteX0" fmla="*/ 2486605 w 4940163"/>
              <a:gd name="connsiteY0" fmla="*/ 0 h 5826795"/>
              <a:gd name="connsiteX1" fmla="*/ 4940163 w 4940163"/>
              <a:gd name="connsiteY1" fmla="*/ 2192 h 5826795"/>
              <a:gd name="connsiteX2" fmla="*/ 2505206 w 4940163"/>
              <a:gd name="connsiteY2" fmla="*/ 5826795 h 5826795"/>
              <a:gd name="connsiteX3" fmla="*/ 0 w 4940163"/>
              <a:gd name="connsiteY3" fmla="*/ 5826795 h 5826795"/>
              <a:gd name="connsiteX4" fmla="*/ 2486605 w 4940163"/>
              <a:gd name="connsiteY4" fmla="*/ 0 h 5826795"/>
              <a:gd name="connsiteX0" fmla="*/ 2486605 w 4940163"/>
              <a:gd name="connsiteY0" fmla="*/ 0 h 5826795"/>
              <a:gd name="connsiteX1" fmla="*/ 4940163 w 4940163"/>
              <a:gd name="connsiteY1" fmla="*/ 2192 h 5826795"/>
              <a:gd name="connsiteX2" fmla="*/ 2001457 w 4940163"/>
              <a:gd name="connsiteY2" fmla="*/ 5826795 h 5826795"/>
              <a:gd name="connsiteX3" fmla="*/ 0 w 4940163"/>
              <a:gd name="connsiteY3" fmla="*/ 5826795 h 5826795"/>
              <a:gd name="connsiteX4" fmla="*/ 2486605 w 4940163"/>
              <a:gd name="connsiteY4" fmla="*/ 0 h 5826795"/>
              <a:gd name="connsiteX0" fmla="*/ 2486605 w 4478393"/>
              <a:gd name="connsiteY0" fmla="*/ 10165 h 5836960"/>
              <a:gd name="connsiteX1" fmla="*/ 4478393 w 4478393"/>
              <a:gd name="connsiteY1" fmla="*/ 0 h 5836960"/>
              <a:gd name="connsiteX2" fmla="*/ 2001457 w 4478393"/>
              <a:gd name="connsiteY2" fmla="*/ 5836960 h 5836960"/>
              <a:gd name="connsiteX3" fmla="*/ 0 w 4478393"/>
              <a:gd name="connsiteY3" fmla="*/ 5836960 h 5836960"/>
              <a:gd name="connsiteX4" fmla="*/ 2486605 w 4478393"/>
              <a:gd name="connsiteY4" fmla="*/ 10165 h 5836960"/>
              <a:gd name="connsiteX0" fmla="*/ 2486605 w 4422421"/>
              <a:gd name="connsiteY0" fmla="*/ 10165 h 5836960"/>
              <a:gd name="connsiteX1" fmla="*/ 4422421 w 4422421"/>
              <a:gd name="connsiteY1" fmla="*/ 0 h 5836960"/>
              <a:gd name="connsiteX2" fmla="*/ 2001457 w 4422421"/>
              <a:gd name="connsiteY2" fmla="*/ 5836960 h 5836960"/>
              <a:gd name="connsiteX3" fmla="*/ 0 w 4422421"/>
              <a:gd name="connsiteY3" fmla="*/ 5836960 h 5836960"/>
              <a:gd name="connsiteX4" fmla="*/ 2486605 w 4422421"/>
              <a:gd name="connsiteY4" fmla="*/ 10165 h 5836960"/>
              <a:gd name="connsiteX0" fmla="*/ 2486605 w 4478393"/>
              <a:gd name="connsiteY0" fmla="*/ 0 h 5826795"/>
              <a:gd name="connsiteX1" fmla="*/ 4478393 w 4478393"/>
              <a:gd name="connsiteY1" fmla="*/ 14549 h 5826795"/>
              <a:gd name="connsiteX2" fmla="*/ 2001457 w 4478393"/>
              <a:gd name="connsiteY2" fmla="*/ 5826795 h 5826795"/>
              <a:gd name="connsiteX3" fmla="*/ 0 w 4478393"/>
              <a:gd name="connsiteY3" fmla="*/ 5826795 h 5826795"/>
              <a:gd name="connsiteX4" fmla="*/ 2486605 w 4478393"/>
              <a:gd name="connsiteY4" fmla="*/ 0 h 5826795"/>
              <a:gd name="connsiteX0" fmla="*/ 2486605 w 4522645"/>
              <a:gd name="connsiteY0" fmla="*/ 1082 h 5827877"/>
              <a:gd name="connsiteX1" fmla="*/ 4522645 w 4522645"/>
              <a:gd name="connsiteY1" fmla="*/ 0 h 5827877"/>
              <a:gd name="connsiteX2" fmla="*/ 2001457 w 4522645"/>
              <a:gd name="connsiteY2" fmla="*/ 5827877 h 5827877"/>
              <a:gd name="connsiteX3" fmla="*/ 0 w 4522645"/>
              <a:gd name="connsiteY3" fmla="*/ 5827877 h 5827877"/>
              <a:gd name="connsiteX4" fmla="*/ 2486605 w 4522645"/>
              <a:gd name="connsiteY4" fmla="*/ 1082 h 5827877"/>
              <a:gd name="connsiteX0" fmla="*/ 2486605 w 4491075"/>
              <a:gd name="connsiteY0" fmla="*/ 1082 h 5827877"/>
              <a:gd name="connsiteX1" fmla="*/ 4491075 w 4491075"/>
              <a:gd name="connsiteY1" fmla="*/ 0 h 5827877"/>
              <a:gd name="connsiteX2" fmla="*/ 2001457 w 4491075"/>
              <a:gd name="connsiteY2" fmla="*/ 5827877 h 5827877"/>
              <a:gd name="connsiteX3" fmla="*/ 0 w 4491075"/>
              <a:gd name="connsiteY3" fmla="*/ 5827877 h 5827877"/>
              <a:gd name="connsiteX4" fmla="*/ 2486605 w 4491075"/>
              <a:gd name="connsiteY4" fmla="*/ 1082 h 5827877"/>
              <a:gd name="connsiteX0" fmla="*/ 2616040 w 4620510"/>
              <a:gd name="connsiteY0" fmla="*/ 1082 h 5827877"/>
              <a:gd name="connsiteX1" fmla="*/ 4620510 w 4620510"/>
              <a:gd name="connsiteY1" fmla="*/ 0 h 5827877"/>
              <a:gd name="connsiteX2" fmla="*/ 2130892 w 4620510"/>
              <a:gd name="connsiteY2" fmla="*/ 5827877 h 5827877"/>
              <a:gd name="connsiteX3" fmla="*/ 0 w 4620510"/>
              <a:gd name="connsiteY3" fmla="*/ 5821527 h 5827877"/>
              <a:gd name="connsiteX4" fmla="*/ 2616040 w 4620510"/>
              <a:gd name="connsiteY4" fmla="*/ 1082 h 5827877"/>
              <a:gd name="connsiteX0" fmla="*/ 2616040 w 4620510"/>
              <a:gd name="connsiteY0" fmla="*/ 1082 h 5821527"/>
              <a:gd name="connsiteX1" fmla="*/ 4620510 w 4620510"/>
              <a:gd name="connsiteY1" fmla="*/ 0 h 5821527"/>
              <a:gd name="connsiteX2" fmla="*/ 1828876 w 4620510"/>
              <a:gd name="connsiteY2" fmla="*/ 5821527 h 5821527"/>
              <a:gd name="connsiteX3" fmla="*/ 0 w 4620510"/>
              <a:gd name="connsiteY3" fmla="*/ 5821527 h 5821527"/>
              <a:gd name="connsiteX4" fmla="*/ 2616040 w 4620510"/>
              <a:gd name="connsiteY4" fmla="*/ 1082 h 5821527"/>
              <a:gd name="connsiteX0" fmla="*/ 2616040 w 4620510"/>
              <a:gd name="connsiteY0" fmla="*/ 1082 h 5821527"/>
              <a:gd name="connsiteX1" fmla="*/ 4620510 w 4620510"/>
              <a:gd name="connsiteY1" fmla="*/ 0 h 5821527"/>
              <a:gd name="connsiteX2" fmla="*/ 1641914 w 4620510"/>
              <a:gd name="connsiteY2" fmla="*/ 5821527 h 5821527"/>
              <a:gd name="connsiteX3" fmla="*/ 0 w 4620510"/>
              <a:gd name="connsiteY3" fmla="*/ 5821527 h 5821527"/>
              <a:gd name="connsiteX4" fmla="*/ 2616040 w 4620510"/>
              <a:gd name="connsiteY4" fmla="*/ 1082 h 5821527"/>
              <a:gd name="connsiteX0" fmla="*/ 2616040 w 4620510"/>
              <a:gd name="connsiteY0" fmla="*/ 1082 h 5821527"/>
              <a:gd name="connsiteX1" fmla="*/ 4620510 w 4620510"/>
              <a:gd name="connsiteY1" fmla="*/ 0 h 5821527"/>
              <a:gd name="connsiteX2" fmla="*/ 1699441 w 4620510"/>
              <a:gd name="connsiteY2" fmla="*/ 5808827 h 5821527"/>
              <a:gd name="connsiteX3" fmla="*/ 0 w 4620510"/>
              <a:gd name="connsiteY3" fmla="*/ 5821527 h 5821527"/>
              <a:gd name="connsiteX4" fmla="*/ 2616040 w 4620510"/>
              <a:gd name="connsiteY4" fmla="*/ 1082 h 5821527"/>
              <a:gd name="connsiteX0" fmla="*/ 2616040 w 4620510"/>
              <a:gd name="connsiteY0" fmla="*/ 1082 h 5821527"/>
              <a:gd name="connsiteX1" fmla="*/ 4620510 w 4620510"/>
              <a:gd name="connsiteY1" fmla="*/ 0 h 5821527"/>
              <a:gd name="connsiteX2" fmla="*/ 1692250 w 4620510"/>
              <a:gd name="connsiteY2" fmla="*/ 5821527 h 5821527"/>
              <a:gd name="connsiteX3" fmla="*/ 0 w 4620510"/>
              <a:gd name="connsiteY3" fmla="*/ 5821527 h 5821527"/>
              <a:gd name="connsiteX4" fmla="*/ 2616040 w 4620510"/>
              <a:gd name="connsiteY4" fmla="*/ 1082 h 5821527"/>
              <a:gd name="connsiteX0" fmla="*/ 2780776 w 4620510"/>
              <a:gd name="connsiteY0" fmla="*/ 1082 h 5821527"/>
              <a:gd name="connsiteX1" fmla="*/ 4620510 w 4620510"/>
              <a:gd name="connsiteY1" fmla="*/ 0 h 5821527"/>
              <a:gd name="connsiteX2" fmla="*/ 1692250 w 4620510"/>
              <a:gd name="connsiteY2" fmla="*/ 5821527 h 5821527"/>
              <a:gd name="connsiteX3" fmla="*/ 0 w 4620510"/>
              <a:gd name="connsiteY3" fmla="*/ 5821527 h 5821527"/>
              <a:gd name="connsiteX4" fmla="*/ 2780776 w 4620510"/>
              <a:gd name="connsiteY4" fmla="*/ 1082 h 5821527"/>
              <a:gd name="connsiteX0" fmla="*/ 2780776 w 4526375"/>
              <a:gd name="connsiteY0" fmla="*/ 11473 h 5831918"/>
              <a:gd name="connsiteX1" fmla="*/ 4526375 w 4526375"/>
              <a:gd name="connsiteY1" fmla="*/ 0 h 5831918"/>
              <a:gd name="connsiteX2" fmla="*/ 1692250 w 4526375"/>
              <a:gd name="connsiteY2" fmla="*/ 5831918 h 5831918"/>
              <a:gd name="connsiteX3" fmla="*/ 0 w 4526375"/>
              <a:gd name="connsiteY3" fmla="*/ 5831918 h 5831918"/>
              <a:gd name="connsiteX4" fmla="*/ 2780776 w 4526375"/>
              <a:gd name="connsiteY4" fmla="*/ 11473 h 5831918"/>
              <a:gd name="connsiteX0" fmla="*/ 2780776 w 4526375"/>
              <a:gd name="connsiteY0" fmla="*/ 0 h 5820445"/>
              <a:gd name="connsiteX1" fmla="*/ 4526375 w 4526375"/>
              <a:gd name="connsiteY1" fmla="*/ 9309 h 5820445"/>
              <a:gd name="connsiteX2" fmla="*/ 1692250 w 4526375"/>
              <a:gd name="connsiteY2" fmla="*/ 5820445 h 5820445"/>
              <a:gd name="connsiteX3" fmla="*/ 0 w 4526375"/>
              <a:gd name="connsiteY3" fmla="*/ 5820445 h 5820445"/>
              <a:gd name="connsiteX4" fmla="*/ 2780776 w 4526375"/>
              <a:gd name="connsiteY4" fmla="*/ 0 h 5820445"/>
              <a:gd name="connsiteX0" fmla="*/ 2780776 w 4526375"/>
              <a:gd name="connsiteY0" fmla="*/ 6278 h 5811136"/>
              <a:gd name="connsiteX1" fmla="*/ 4526375 w 4526375"/>
              <a:gd name="connsiteY1" fmla="*/ 0 h 5811136"/>
              <a:gd name="connsiteX2" fmla="*/ 1692250 w 4526375"/>
              <a:gd name="connsiteY2" fmla="*/ 5811136 h 5811136"/>
              <a:gd name="connsiteX3" fmla="*/ 0 w 4526375"/>
              <a:gd name="connsiteY3" fmla="*/ 5811136 h 5811136"/>
              <a:gd name="connsiteX4" fmla="*/ 2780776 w 4526375"/>
              <a:gd name="connsiteY4" fmla="*/ 6278 h 5811136"/>
              <a:gd name="connsiteX0" fmla="*/ 2828323 w 4526375"/>
              <a:gd name="connsiteY0" fmla="*/ 0 h 5814189"/>
              <a:gd name="connsiteX1" fmla="*/ 4526375 w 4526375"/>
              <a:gd name="connsiteY1" fmla="*/ 3053 h 5814189"/>
              <a:gd name="connsiteX2" fmla="*/ 1692250 w 4526375"/>
              <a:gd name="connsiteY2" fmla="*/ 5814189 h 5814189"/>
              <a:gd name="connsiteX3" fmla="*/ 0 w 4526375"/>
              <a:gd name="connsiteY3" fmla="*/ 5814189 h 5814189"/>
              <a:gd name="connsiteX4" fmla="*/ 2828323 w 4526375"/>
              <a:gd name="connsiteY4" fmla="*/ 0 h 5814189"/>
              <a:gd name="connsiteX0" fmla="*/ 2828323 w 4526375"/>
              <a:gd name="connsiteY0" fmla="*/ 1048 h 5811136"/>
              <a:gd name="connsiteX1" fmla="*/ 4526375 w 4526375"/>
              <a:gd name="connsiteY1" fmla="*/ 0 h 5811136"/>
              <a:gd name="connsiteX2" fmla="*/ 1692250 w 4526375"/>
              <a:gd name="connsiteY2" fmla="*/ 5811136 h 5811136"/>
              <a:gd name="connsiteX3" fmla="*/ 0 w 4526375"/>
              <a:gd name="connsiteY3" fmla="*/ 5811136 h 5811136"/>
              <a:gd name="connsiteX4" fmla="*/ 2828323 w 4526375"/>
              <a:gd name="connsiteY4" fmla="*/ 1048 h 5811136"/>
              <a:gd name="connsiteX0" fmla="*/ 1712019 w 4526375"/>
              <a:gd name="connsiteY0" fmla="*/ 1048 h 5811136"/>
              <a:gd name="connsiteX1" fmla="*/ 4526375 w 4526375"/>
              <a:gd name="connsiteY1" fmla="*/ 0 h 5811136"/>
              <a:gd name="connsiteX2" fmla="*/ 1692250 w 4526375"/>
              <a:gd name="connsiteY2" fmla="*/ 5811136 h 5811136"/>
              <a:gd name="connsiteX3" fmla="*/ 0 w 4526375"/>
              <a:gd name="connsiteY3" fmla="*/ 5811136 h 5811136"/>
              <a:gd name="connsiteX4" fmla="*/ 1712019 w 4526375"/>
              <a:gd name="connsiteY4" fmla="*/ 1048 h 5811136"/>
              <a:gd name="connsiteX0" fmla="*/ 2828323 w 5642679"/>
              <a:gd name="connsiteY0" fmla="*/ 1048 h 5811136"/>
              <a:gd name="connsiteX1" fmla="*/ 5642679 w 5642679"/>
              <a:gd name="connsiteY1" fmla="*/ 0 h 5811136"/>
              <a:gd name="connsiteX2" fmla="*/ 2808554 w 5642679"/>
              <a:gd name="connsiteY2" fmla="*/ 5811136 h 5811136"/>
              <a:gd name="connsiteX3" fmla="*/ 0 w 5642679"/>
              <a:gd name="connsiteY3" fmla="*/ 5811136 h 5811136"/>
              <a:gd name="connsiteX4" fmla="*/ 2828323 w 5642679"/>
              <a:gd name="connsiteY4" fmla="*/ 1048 h 58111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642679" h="5811136">
                <a:moveTo>
                  <a:pt x="2828323" y="1048"/>
                </a:moveTo>
                <a:lnTo>
                  <a:pt x="5642679" y="0"/>
                </a:lnTo>
                <a:lnTo>
                  <a:pt x="2808554" y="5811136"/>
                </a:lnTo>
                <a:lnTo>
                  <a:pt x="0" y="5811136"/>
                </a:lnTo>
                <a:lnTo>
                  <a:pt x="2828323" y="1048"/>
                </a:lnTo>
                <a:close/>
              </a:path>
            </a:pathLst>
          </a:custGeom>
          <a:solidFill>
            <a:srgbClr val="0046B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Rectangle 4">
            <a:extLst>
              <a:ext uri="{FF2B5EF4-FFF2-40B4-BE49-F238E27FC236}">
                <a16:creationId xmlns:a16="http://schemas.microsoft.com/office/drawing/2014/main" id="{C43FAE3C-C86C-5FEF-B78F-15759988DE46}"/>
              </a:ext>
            </a:extLst>
          </p:cNvPr>
          <p:cNvSpPr/>
          <p:nvPr userDrawn="1"/>
        </p:nvSpPr>
        <p:spPr>
          <a:xfrm rot="10800000">
            <a:off x="23259477" y="-12075851"/>
            <a:ext cx="5606988" cy="8113011"/>
          </a:xfrm>
          <a:custGeom>
            <a:avLst/>
            <a:gdLst>
              <a:gd name="connsiteX0" fmla="*/ 0 w 2505206"/>
              <a:gd name="connsiteY0" fmla="*/ 0 h 5824603"/>
              <a:gd name="connsiteX1" fmla="*/ 2505206 w 2505206"/>
              <a:gd name="connsiteY1" fmla="*/ 0 h 5824603"/>
              <a:gd name="connsiteX2" fmla="*/ 2505206 w 2505206"/>
              <a:gd name="connsiteY2" fmla="*/ 5824603 h 5824603"/>
              <a:gd name="connsiteX3" fmla="*/ 0 w 2505206"/>
              <a:gd name="connsiteY3" fmla="*/ 5824603 h 5824603"/>
              <a:gd name="connsiteX4" fmla="*/ 0 w 2505206"/>
              <a:gd name="connsiteY4" fmla="*/ 0 h 5824603"/>
              <a:gd name="connsiteX0" fmla="*/ 0 w 3535109"/>
              <a:gd name="connsiteY0" fmla="*/ 0 h 5824603"/>
              <a:gd name="connsiteX1" fmla="*/ 3535109 w 3535109"/>
              <a:gd name="connsiteY1" fmla="*/ 0 h 5824603"/>
              <a:gd name="connsiteX2" fmla="*/ 2505206 w 3535109"/>
              <a:gd name="connsiteY2" fmla="*/ 5824603 h 5824603"/>
              <a:gd name="connsiteX3" fmla="*/ 0 w 3535109"/>
              <a:gd name="connsiteY3" fmla="*/ 5824603 h 5824603"/>
              <a:gd name="connsiteX4" fmla="*/ 0 w 3535109"/>
              <a:gd name="connsiteY4" fmla="*/ 0 h 5824603"/>
              <a:gd name="connsiteX0" fmla="*/ 1126156 w 3535109"/>
              <a:gd name="connsiteY0" fmla="*/ 0 h 5834229"/>
              <a:gd name="connsiteX1" fmla="*/ 3535109 w 3535109"/>
              <a:gd name="connsiteY1" fmla="*/ 9626 h 5834229"/>
              <a:gd name="connsiteX2" fmla="*/ 2505206 w 3535109"/>
              <a:gd name="connsiteY2" fmla="*/ 5834229 h 5834229"/>
              <a:gd name="connsiteX3" fmla="*/ 0 w 3535109"/>
              <a:gd name="connsiteY3" fmla="*/ 5834229 h 5834229"/>
              <a:gd name="connsiteX4" fmla="*/ 1126156 w 3535109"/>
              <a:gd name="connsiteY4" fmla="*/ 0 h 5834229"/>
              <a:gd name="connsiteX0" fmla="*/ 1103854 w 3535109"/>
              <a:gd name="connsiteY0" fmla="*/ 20110 h 5824603"/>
              <a:gd name="connsiteX1" fmla="*/ 3535109 w 3535109"/>
              <a:gd name="connsiteY1" fmla="*/ 0 h 5824603"/>
              <a:gd name="connsiteX2" fmla="*/ 2505206 w 3535109"/>
              <a:gd name="connsiteY2" fmla="*/ 5824603 h 5824603"/>
              <a:gd name="connsiteX3" fmla="*/ 0 w 3535109"/>
              <a:gd name="connsiteY3" fmla="*/ 5824603 h 5824603"/>
              <a:gd name="connsiteX4" fmla="*/ 1103854 w 3535109"/>
              <a:gd name="connsiteY4" fmla="*/ 20110 h 5824603"/>
              <a:gd name="connsiteX0" fmla="*/ 1111288 w 3535109"/>
              <a:gd name="connsiteY0" fmla="*/ 0 h 5826795"/>
              <a:gd name="connsiteX1" fmla="*/ 3535109 w 3535109"/>
              <a:gd name="connsiteY1" fmla="*/ 2192 h 5826795"/>
              <a:gd name="connsiteX2" fmla="*/ 2505206 w 3535109"/>
              <a:gd name="connsiteY2" fmla="*/ 5826795 h 5826795"/>
              <a:gd name="connsiteX3" fmla="*/ 0 w 3535109"/>
              <a:gd name="connsiteY3" fmla="*/ 5826795 h 5826795"/>
              <a:gd name="connsiteX4" fmla="*/ 1111288 w 3535109"/>
              <a:gd name="connsiteY4" fmla="*/ 0 h 5826795"/>
              <a:gd name="connsiteX0" fmla="*/ 1111288 w 4940163"/>
              <a:gd name="connsiteY0" fmla="*/ 0 h 5826795"/>
              <a:gd name="connsiteX1" fmla="*/ 4940163 w 4940163"/>
              <a:gd name="connsiteY1" fmla="*/ 2192 h 5826795"/>
              <a:gd name="connsiteX2" fmla="*/ 2505206 w 4940163"/>
              <a:gd name="connsiteY2" fmla="*/ 5826795 h 5826795"/>
              <a:gd name="connsiteX3" fmla="*/ 0 w 4940163"/>
              <a:gd name="connsiteY3" fmla="*/ 5826795 h 5826795"/>
              <a:gd name="connsiteX4" fmla="*/ 1111288 w 4940163"/>
              <a:gd name="connsiteY4" fmla="*/ 0 h 5826795"/>
              <a:gd name="connsiteX0" fmla="*/ 2486605 w 4940163"/>
              <a:gd name="connsiteY0" fmla="*/ 0 h 5826795"/>
              <a:gd name="connsiteX1" fmla="*/ 4940163 w 4940163"/>
              <a:gd name="connsiteY1" fmla="*/ 2192 h 5826795"/>
              <a:gd name="connsiteX2" fmla="*/ 2505206 w 4940163"/>
              <a:gd name="connsiteY2" fmla="*/ 5826795 h 5826795"/>
              <a:gd name="connsiteX3" fmla="*/ 0 w 4940163"/>
              <a:gd name="connsiteY3" fmla="*/ 5826795 h 5826795"/>
              <a:gd name="connsiteX4" fmla="*/ 2486605 w 4940163"/>
              <a:gd name="connsiteY4" fmla="*/ 0 h 5826795"/>
              <a:gd name="connsiteX0" fmla="*/ 2486605 w 4940163"/>
              <a:gd name="connsiteY0" fmla="*/ 0 h 5826795"/>
              <a:gd name="connsiteX1" fmla="*/ 4940163 w 4940163"/>
              <a:gd name="connsiteY1" fmla="*/ 2192 h 5826795"/>
              <a:gd name="connsiteX2" fmla="*/ 2001457 w 4940163"/>
              <a:gd name="connsiteY2" fmla="*/ 5826795 h 5826795"/>
              <a:gd name="connsiteX3" fmla="*/ 0 w 4940163"/>
              <a:gd name="connsiteY3" fmla="*/ 5826795 h 5826795"/>
              <a:gd name="connsiteX4" fmla="*/ 2486605 w 4940163"/>
              <a:gd name="connsiteY4" fmla="*/ 0 h 5826795"/>
              <a:gd name="connsiteX0" fmla="*/ 2486605 w 4478393"/>
              <a:gd name="connsiteY0" fmla="*/ 10165 h 5836960"/>
              <a:gd name="connsiteX1" fmla="*/ 4478393 w 4478393"/>
              <a:gd name="connsiteY1" fmla="*/ 0 h 5836960"/>
              <a:gd name="connsiteX2" fmla="*/ 2001457 w 4478393"/>
              <a:gd name="connsiteY2" fmla="*/ 5836960 h 5836960"/>
              <a:gd name="connsiteX3" fmla="*/ 0 w 4478393"/>
              <a:gd name="connsiteY3" fmla="*/ 5836960 h 5836960"/>
              <a:gd name="connsiteX4" fmla="*/ 2486605 w 4478393"/>
              <a:gd name="connsiteY4" fmla="*/ 10165 h 5836960"/>
              <a:gd name="connsiteX0" fmla="*/ 2486605 w 4422421"/>
              <a:gd name="connsiteY0" fmla="*/ 10165 h 5836960"/>
              <a:gd name="connsiteX1" fmla="*/ 4422421 w 4422421"/>
              <a:gd name="connsiteY1" fmla="*/ 0 h 5836960"/>
              <a:gd name="connsiteX2" fmla="*/ 2001457 w 4422421"/>
              <a:gd name="connsiteY2" fmla="*/ 5836960 h 5836960"/>
              <a:gd name="connsiteX3" fmla="*/ 0 w 4422421"/>
              <a:gd name="connsiteY3" fmla="*/ 5836960 h 5836960"/>
              <a:gd name="connsiteX4" fmla="*/ 2486605 w 4422421"/>
              <a:gd name="connsiteY4" fmla="*/ 10165 h 5836960"/>
              <a:gd name="connsiteX0" fmla="*/ 2486605 w 4478393"/>
              <a:gd name="connsiteY0" fmla="*/ 0 h 5826795"/>
              <a:gd name="connsiteX1" fmla="*/ 4478393 w 4478393"/>
              <a:gd name="connsiteY1" fmla="*/ 14549 h 5826795"/>
              <a:gd name="connsiteX2" fmla="*/ 2001457 w 4478393"/>
              <a:gd name="connsiteY2" fmla="*/ 5826795 h 5826795"/>
              <a:gd name="connsiteX3" fmla="*/ 0 w 4478393"/>
              <a:gd name="connsiteY3" fmla="*/ 5826795 h 5826795"/>
              <a:gd name="connsiteX4" fmla="*/ 2486605 w 4478393"/>
              <a:gd name="connsiteY4" fmla="*/ 0 h 5826795"/>
              <a:gd name="connsiteX0" fmla="*/ 2486605 w 4522645"/>
              <a:gd name="connsiteY0" fmla="*/ 1082 h 5827877"/>
              <a:gd name="connsiteX1" fmla="*/ 4522645 w 4522645"/>
              <a:gd name="connsiteY1" fmla="*/ 0 h 5827877"/>
              <a:gd name="connsiteX2" fmla="*/ 2001457 w 4522645"/>
              <a:gd name="connsiteY2" fmla="*/ 5827877 h 5827877"/>
              <a:gd name="connsiteX3" fmla="*/ 0 w 4522645"/>
              <a:gd name="connsiteY3" fmla="*/ 5827877 h 5827877"/>
              <a:gd name="connsiteX4" fmla="*/ 2486605 w 4522645"/>
              <a:gd name="connsiteY4" fmla="*/ 1082 h 5827877"/>
              <a:gd name="connsiteX0" fmla="*/ 2486605 w 4491075"/>
              <a:gd name="connsiteY0" fmla="*/ 1082 h 5827877"/>
              <a:gd name="connsiteX1" fmla="*/ 4491075 w 4491075"/>
              <a:gd name="connsiteY1" fmla="*/ 0 h 5827877"/>
              <a:gd name="connsiteX2" fmla="*/ 2001457 w 4491075"/>
              <a:gd name="connsiteY2" fmla="*/ 5827877 h 5827877"/>
              <a:gd name="connsiteX3" fmla="*/ 0 w 4491075"/>
              <a:gd name="connsiteY3" fmla="*/ 5827877 h 5827877"/>
              <a:gd name="connsiteX4" fmla="*/ 2486605 w 4491075"/>
              <a:gd name="connsiteY4" fmla="*/ 1082 h 5827877"/>
              <a:gd name="connsiteX0" fmla="*/ 2616040 w 4620510"/>
              <a:gd name="connsiteY0" fmla="*/ 1082 h 5827877"/>
              <a:gd name="connsiteX1" fmla="*/ 4620510 w 4620510"/>
              <a:gd name="connsiteY1" fmla="*/ 0 h 5827877"/>
              <a:gd name="connsiteX2" fmla="*/ 2130892 w 4620510"/>
              <a:gd name="connsiteY2" fmla="*/ 5827877 h 5827877"/>
              <a:gd name="connsiteX3" fmla="*/ 0 w 4620510"/>
              <a:gd name="connsiteY3" fmla="*/ 5821527 h 5827877"/>
              <a:gd name="connsiteX4" fmla="*/ 2616040 w 4620510"/>
              <a:gd name="connsiteY4" fmla="*/ 1082 h 5827877"/>
              <a:gd name="connsiteX0" fmla="*/ 2616040 w 4620510"/>
              <a:gd name="connsiteY0" fmla="*/ 1082 h 5821527"/>
              <a:gd name="connsiteX1" fmla="*/ 4620510 w 4620510"/>
              <a:gd name="connsiteY1" fmla="*/ 0 h 5821527"/>
              <a:gd name="connsiteX2" fmla="*/ 1828876 w 4620510"/>
              <a:gd name="connsiteY2" fmla="*/ 5821527 h 5821527"/>
              <a:gd name="connsiteX3" fmla="*/ 0 w 4620510"/>
              <a:gd name="connsiteY3" fmla="*/ 5821527 h 5821527"/>
              <a:gd name="connsiteX4" fmla="*/ 2616040 w 4620510"/>
              <a:gd name="connsiteY4" fmla="*/ 1082 h 5821527"/>
              <a:gd name="connsiteX0" fmla="*/ 2616040 w 4620510"/>
              <a:gd name="connsiteY0" fmla="*/ 1082 h 5821527"/>
              <a:gd name="connsiteX1" fmla="*/ 4620510 w 4620510"/>
              <a:gd name="connsiteY1" fmla="*/ 0 h 5821527"/>
              <a:gd name="connsiteX2" fmla="*/ 1641914 w 4620510"/>
              <a:gd name="connsiteY2" fmla="*/ 5821527 h 5821527"/>
              <a:gd name="connsiteX3" fmla="*/ 0 w 4620510"/>
              <a:gd name="connsiteY3" fmla="*/ 5821527 h 5821527"/>
              <a:gd name="connsiteX4" fmla="*/ 2616040 w 4620510"/>
              <a:gd name="connsiteY4" fmla="*/ 1082 h 5821527"/>
              <a:gd name="connsiteX0" fmla="*/ 2616040 w 4620510"/>
              <a:gd name="connsiteY0" fmla="*/ 1082 h 5821527"/>
              <a:gd name="connsiteX1" fmla="*/ 4620510 w 4620510"/>
              <a:gd name="connsiteY1" fmla="*/ 0 h 5821527"/>
              <a:gd name="connsiteX2" fmla="*/ 1699441 w 4620510"/>
              <a:gd name="connsiteY2" fmla="*/ 5808827 h 5821527"/>
              <a:gd name="connsiteX3" fmla="*/ 0 w 4620510"/>
              <a:gd name="connsiteY3" fmla="*/ 5821527 h 5821527"/>
              <a:gd name="connsiteX4" fmla="*/ 2616040 w 4620510"/>
              <a:gd name="connsiteY4" fmla="*/ 1082 h 5821527"/>
              <a:gd name="connsiteX0" fmla="*/ 2616040 w 4620510"/>
              <a:gd name="connsiteY0" fmla="*/ 1082 h 5821527"/>
              <a:gd name="connsiteX1" fmla="*/ 4620510 w 4620510"/>
              <a:gd name="connsiteY1" fmla="*/ 0 h 5821527"/>
              <a:gd name="connsiteX2" fmla="*/ 1692250 w 4620510"/>
              <a:gd name="connsiteY2" fmla="*/ 5821527 h 5821527"/>
              <a:gd name="connsiteX3" fmla="*/ 0 w 4620510"/>
              <a:gd name="connsiteY3" fmla="*/ 5821527 h 5821527"/>
              <a:gd name="connsiteX4" fmla="*/ 2616040 w 4620510"/>
              <a:gd name="connsiteY4" fmla="*/ 1082 h 5821527"/>
              <a:gd name="connsiteX0" fmla="*/ 2780776 w 4620510"/>
              <a:gd name="connsiteY0" fmla="*/ 1082 h 5821527"/>
              <a:gd name="connsiteX1" fmla="*/ 4620510 w 4620510"/>
              <a:gd name="connsiteY1" fmla="*/ 0 h 5821527"/>
              <a:gd name="connsiteX2" fmla="*/ 1692250 w 4620510"/>
              <a:gd name="connsiteY2" fmla="*/ 5821527 h 5821527"/>
              <a:gd name="connsiteX3" fmla="*/ 0 w 4620510"/>
              <a:gd name="connsiteY3" fmla="*/ 5821527 h 5821527"/>
              <a:gd name="connsiteX4" fmla="*/ 2780776 w 4620510"/>
              <a:gd name="connsiteY4" fmla="*/ 1082 h 5821527"/>
              <a:gd name="connsiteX0" fmla="*/ 2780776 w 4526375"/>
              <a:gd name="connsiteY0" fmla="*/ 11473 h 5831918"/>
              <a:gd name="connsiteX1" fmla="*/ 4526375 w 4526375"/>
              <a:gd name="connsiteY1" fmla="*/ 0 h 5831918"/>
              <a:gd name="connsiteX2" fmla="*/ 1692250 w 4526375"/>
              <a:gd name="connsiteY2" fmla="*/ 5831918 h 5831918"/>
              <a:gd name="connsiteX3" fmla="*/ 0 w 4526375"/>
              <a:gd name="connsiteY3" fmla="*/ 5831918 h 5831918"/>
              <a:gd name="connsiteX4" fmla="*/ 2780776 w 4526375"/>
              <a:gd name="connsiteY4" fmla="*/ 11473 h 5831918"/>
              <a:gd name="connsiteX0" fmla="*/ 2780776 w 4526375"/>
              <a:gd name="connsiteY0" fmla="*/ 0 h 5820445"/>
              <a:gd name="connsiteX1" fmla="*/ 4526375 w 4526375"/>
              <a:gd name="connsiteY1" fmla="*/ 9309 h 5820445"/>
              <a:gd name="connsiteX2" fmla="*/ 1692250 w 4526375"/>
              <a:gd name="connsiteY2" fmla="*/ 5820445 h 5820445"/>
              <a:gd name="connsiteX3" fmla="*/ 0 w 4526375"/>
              <a:gd name="connsiteY3" fmla="*/ 5820445 h 5820445"/>
              <a:gd name="connsiteX4" fmla="*/ 2780776 w 4526375"/>
              <a:gd name="connsiteY4" fmla="*/ 0 h 5820445"/>
              <a:gd name="connsiteX0" fmla="*/ 2780776 w 4526375"/>
              <a:gd name="connsiteY0" fmla="*/ 6278 h 5811136"/>
              <a:gd name="connsiteX1" fmla="*/ 4526375 w 4526375"/>
              <a:gd name="connsiteY1" fmla="*/ 0 h 5811136"/>
              <a:gd name="connsiteX2" fmla="*/ 1692250 w 4526375"/>
              <a:gd name="connsiteY2" fmla="*/ 5811136 h 5811136"/>
              <a:gd name="connsiteX3" fmla="*/ 0 w 4526375"/>
              <a:gd name="connsiteY3" fmla="*/ 5811136 h 5811136"/>
              <a:gd name="connsiteX4" fmla="*/ 2780776 w 4526375"/>
              <a:gd name="connsiteY4" fmla="*/ 6278 h 5811136"/>
              <a:gd name="connsiteX0" fmla="*/ 2828323 w 4526375"/>
              <a:gd name="connsiteY0" fmla="*/ 0 h 5814189"/>
              <a:gd name="connsiteX1" fmla="*/ 4526375 w 4526375"/>
              <a:gd name="connsiteY1" fmla="*/ 3053 h 5814189"/>
              <a:gd name="connsiteX2" fmla="*/ 1692250 w 4526375"/>
              <a:gd name="connsiteY2" fmla="*/ 5814189 h 5814189"/>
              <a:gd name="connsiteX3" fmla="*/ 0 w 4526375"/>
              <a:gd name="connsiteY3" fmla="*/ 5814189 h 5814189"/>
              <a:gd name="connsiteX4" fmla="*/ 2828323 w 4526375"/>
              <a:gd name="connsiteY4" fmla="*/ 0 h 5814189"/>
              <a:gd name="connsiteX0" fmla="*/ 2828323 w 4526375"/>
              <a:gd name="connsiteY0" fmla="*/ 1048 h 5811136"/>
              <a:gd name="connsiteX1" fmla="*/ 4526375 w 4526375"/>
              <a:gd name="connsiteY1" fmla="*/ 0 h 5811136"/>
              <a:gd name="connsiteX2" fmla="*/ 1692250 w 4526375"/>
              <a:gd name="connsiteY2" fmla="*/ 5811136 h 5811136"/>
              <a:gd name="connsiteX3" fmla="*/ 0 w 4526375"/>
              <a:gd name="connsiteY3" fmla="*/ 5811136 h 5811136"/>
              <a:gd name="connsiteX4" fmla="*/ 2828323 w 4526375"/>
              <a:gd name="connsiteY4" fmla="*/ 1048 h 5811136"/>
              <a:gd name="connsiteX0" fmla="*/ 1712019 w 4526375"/>
              <a:gd name="connsiteY0" fmla="*/ 1048 h 5811136"/>
              <a:gd name="connsiteX1" fmla="*/ 4526375 w 4526375"/>
              <a:gd name="connsiteY1" fmla="*/ 0 h 5811136"/>
              <a:gd name="connsiteX2" fmla="*/ 1692250 w 4526375"/>
              <a:gd name="connsiteY2" fmla="*/ 5811136 h 5811136"/>
              <a:gd name="connsiteX3" fmla="*/ 0 w 4526375"/>
              <a:gd name="connsiteY3" fmla="*/ 5811136 h 5811136"/>
              <a:gd name="connsiteX4" fmla="*/ 1712019 w 4526375"/>
              <a:gd name="connsiteY4" fmla="*/ 1048 h 5811136"/>
              <a:gd name="connsiteX0" fmla="*/ 2828323 w 5642679"/>
              <a:gd name="connsiteY0" fmla="*/ 1048 h 5811136"/>
              <a:gd name="connsiteX1" fmla="*/ 5642679 w 5642679"/>
              <a:gd name="connsiteY1" fmla="*/ 0 h 5811136"/>
              <a:gd name="connsiteX2" fmla="*/ 2808554 w 5642679"/>
              <a:gd name="connsiteY2" fmla="*/ 5811136 h 5811136"/>
              <a:gd name="connsiteX3" fmla="*/ 0 w 5642679"/>
              <a:gd name="connsiteY3" fmla="*/ 5811136 h 5811136"/>
              <a:gd name="connsiteX4" fmla="*/ 2828323 w 5642679"/>
              <a:gd name="connsiteY4" fmla="*/ 1048 h 58111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642679" h="5811136">
                <a:moveTo>
                  <a:pt x="2828323" y="1048"/>
                </a:moveTo>
                <a:lnTo>
                  <a:pt x="5642679" y="0"/>
                </a:lnTo>
                <a:lnTo>
                  <a:pt x="2808554" y="5811136"/>
                </a:lnTo>
                <a:lnTo>
                  <a:pt x="0" y="5811136"/>
                </a:lnTo>
                <a:lnTo>
                  <a:pt x="2828323" y="1048"/>
                </a:lnTo>
                <a:close/>
              </a:path>
            </a:pathLst>
          </a:custGeom>
          <a:solidFill>
            <a:srgbClr val="D454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Rectangle 4">
            <a:extLst>
              <a:ext uri="{FF2B5EF4-FFF2-40B4-BE49-F238E27FC236}">
                <a16:creationId xmlns:a16="http://schemas.microsoft.com/office/drawing/2014/main" id="{14417D61-BC9E-B9D3-AA81-C7D5F0467826}"/>
              </a:ext>
            </a:extLst>
          </p:cNvPr>
          <p:cNvSpPr/>
          <p:nvPr userDrawn="1"/>
        </p:nvSpPr>
        <p:spPr>
          <a:xfrm rot="10800000">
            <a:off x="26734197" y="-12075851"/>
            <a:ext cx="5606988" cy="8113011"/>
          </a:xfrm>
          <a:custGeom>
            <a:avLst/>
            <a:gdLst>
              <a:gd name="connsiteX0" fmla="*/ 0 w 2505206"/>
              <a:gd name="connsiteY0" fmla="*/ 0 h 5824603"/>
              <a:gd name="connsiteX1" fmla="*/ 2505206 w 2505206"/>
              <a:gd name="connsiteY1" fmla="*/ 0 h 5824603"/>
              <a:gd name="connsiteX2" fmla="*/ 2505206 w 2505206"/>
              <a:gd name="connsiteY2" fmla="*/ 5824603 h 5824603"/>
              <a:gd name="connsiteX3" fmla="*/ 0 w 2505206"/>
              <a:gd name="connsiteY3" fmla="*/ 5824603 h 5824603"/>
              <a:gd name="connsiteX4" fmla="*/ 0 w 2505206"/>
              <a:gd name="connsiteY4" fmla="*/ 0 h 5824603"/>
              <a:gd name="connsiteX0" fmla="*/ 0 w 3535109"/>
              <a:gd name="connsiteY0" fmla="*/ 0 h 5824603"/>
              <a:gd name="connsiteX1" fmla="*/ 3535109 w 3535109"/>
              <a:gd name="connsiteY1" fmla="*/ 0 h 5824603"/>
              <a:gd name="connsiteX2" fmla="*/ 2505206 w 3535109"/>
              <a:gd name="connsiteY2" fmla="*/ 5824603 h 5824603"/>
              <a:gd name="connsiteX3" fmla="*/ 0 w 3535109"/>
              <a:gd name="connsiteY3" fmla="*/ 5824603 h 5824603"/>
              <a:gd name="connsiteX4" fmla="*/ 0 w 3535109"/>
              <a:gd name="connsiteY4" fmla="*/ 0 h 5824603"/>
              <a:gd name="connsiteX0" fmla="*/ 1126156 w 3535109"/>
              <a:gd name="connsiteY0" fmla="*/ 0 h 5834229"/>
              <a:gd name="connsiteX1" fmla="*/ 3535109 w 3535109"/>
              <a:gd name="connsiteY1" fmla="*/ 9626 h 5834229"/>
              <a:gd name="connsiteX2" fmla="*/ 2505206 w 3535109"/>
              <a:gd name="connsiteY2" fmla="*/ 5834229 h 5834229"/>
              <a:gd name="connsiteX3" fmla="*/ 0 w 3535109"/>
              <a:gd name="connsiteY3" fmla="*/ 5834229 h 5834229"/>
              <a:gd name="connsiteX4" fmla="*/ 1126156 w 3535109"/>
              <a:gd name="connsiteY4" fmla="*/ 0 h 5834229"/>
              <a:gd name="connsiteX0" fmla="*/ 1103854 w 3535109"/>
              <a:gd name="connsiteY0" fmla="*/ 20110 h 5824603"/>
              <a:gd name="connsiteX1" fmla="*/ 3535109 w 3535109"/>
              <a:gd name="connsiteY1" fmla="*/ 0 h 5824603"/>
              <a:gd name="connsiteX2" fmla="*/ 2505206 w 3535109"/>
              <a:gd name="connsiteY2" fmla="*/ 5824603 h 5824603"/>
              <a:gd name="connsiteX3" fmla="*/ 0 w 3535109"/>
              <a:gd name="connsiteY3" fmla="*/ 5824603 h 5824603"/>
              <a:gd name="connsiteX4" fmla="*/ 1103854 w 3535109"/>
              <a:gd name="connsiteY4" fmla="*/ 20110 h 5824603"/>
              <a:gd name="connsiteX0" fmla="*/ 1111288 w 3535109"/>
              <a:gd name="connsiteY0" fmla="*/ 0 h 5826795"/>
              <a:gd name="connsiteX1" fmla="*/ 3535109 w 3535109"/>
              <a:gd name="connsiteY1" fmla="*/ 2192 h 5826795"/>
              <a:gd name="connsiteX2" fmla="*/ 2505206 w 3535109"/>
              <a:gd name="connsiteY2" fmla="*/ 5826795 h 5826795"/>
              <a:gd name="connsiteX3" fmla="*/ 0 w 3535109"/>
              <a:gd name="connsiteY3" fmla="*/ 5826795 h 5826795"/>
              <a:gd name="connsiteX4" fmla="*/ 1111288 w 3535109"/>
              <a:gd name="connsiteY4" fmla="*/ 0 h 5826795"/>
              <a:gd name="connsiteX0" fmla="*/ 1111288 w 4940163"/>
              <a:gd name="connsiteY0" fmla="*/ 0 h 5826795"/>
              <a:gd name="connsiteX1" fmla="*/ 4940163 w 4940163"/>
              <a:gd name="connsiteY1" fmla="*/ 2192 h 5826795"/>
              <a:gd name="connsiteX2" fmla="*/ 2505206 w 4940163"/>
              <a:gd name="connsiteY2" fmla="*/ 5826795 h 5826795"/>
              <a:gd name="connsiteX3" fmla="*/ 0 w 4940163"/>
              <a:gd name="connsiteY3" fmla="*/ 5826795 h 5826795"/>
              <a:gd name="connsiteX4" fmla="*/ 1111288 w 4940163"/>
              <a:gd name="connsiteY4" fmla="*/ 0 h 5826795"/>
              <a:gd name="connsiteX0" fmla="*/ 2486605 w 4940163"/>
              <a:gd name="connsiteY0" fmla="*/ 0 h 5826795"/>
              <a:gd name="connsiteX1" fmla="*/ 4940163 w 4940163"/>
              <a:gd name="connsiteY1" fmla="*/ 2192 h 5826795"/>
              <a:gd name="connsiteX2" fmla="*/ 2505206 w 4940163"/>
              <a:gd name="connsiteY2" fmla="*/ 5826795 h 5826795"/>
              <a:gd name="connsiteX3" fmla="*/ 0 w 4940163"/>
              <a:gd name="connsiteY3" fmla="*/ 5826795 h 5826795"/>
              <a:gd name="connsiteX4" fmla="*/ 2486605 w 4940163"/>
              <a:gd name="connsiteY4" fmla="*/ 0 h 5826795"/>
              <a:gd name="connsiteX0" fmla="*/ 2486605 w 4940163"/>
              <a:gd name="connsiteY0" fmla="*/ 0 h 5826795"/>
              <a:gd name="connsiteX1" fmla="*/ 4940163 w 4940163"/>
              <a:gd name="connsiteY1" fmla="*/ 2192 h 5826795"/>
              <a:gd name="connsiteX2" fmla="*/ 2001457 w 4940163"/>
              <a:gd name="connsiteY2" fmla="*/ 5826795 h 5826795"/>
              <a:gd name="connsiteX3" fmla="*/ 0 w 4940163"/>
              <a:gd name="connsiteY3" fmla="*/ 5826795 h 5826795"/>
              <a:gd name="connsiteX4" fmla="*/ 2486605 w 4940163"/>
              <a:gd name="connsiteY4" fmla="*/ 0 h 5826795"/>
              <a:gd name="connsiteX0" fmla="*/ 2486605 w 4478393"/>
              <a:gd name="connsiteY0" fmla="*/ 10165 h 5836960"/>
              <a:gd name="connsiteX1" fmla="*/ 4478393 w 4478393"/>
              <a:gd name="connsiteY1" fmla="*/ 0 h 5836960"/>
              <a:gd name="connsiteX2" fmla="*/ 2001457 w 4478393"/>
              <a:gd name="connsiteY2" fmla="*/ 5836960 h 5836960"/>
              <a:gd name="connsiteX3" fmla="*/ 0 w 4478393"/>
              <a:gd name="connsiteY3" fmla="*/ 5836960 h 5836960"/>
              <a:gd name="connsiteX4" fmla="*/ 2486605 w 4478393"/>
              <a:gd name="connsiteY4" fmla="*/ 10165 h 5836960"/>
              <a:gd name="connsiteX0" fmla="*/ 2486605 w 4422421"/>
              <a:gd name="connsiteY0" fmla="*/ 10165 h 5836960"/>
              <a:gd name="connsiteX1" fmla="*/ 4422421 w 4422421"/>
              <a:gd name="connsiteY1" fmla="*/ 0 h 5836960"/>
              <a:gd name="connsiteX2" fmla="*/ 2001457 w 4422421"/>
              <a:gd name="connsiteY2" fmla="*/ 5836960 h 5836960"/>
              <a:gd name="connsiteX3" fmla="*/ 0 w 4422421"/>
              <a:gd name="connsiteY3" fmla="*/ 5836960 h 5836960"/>
              <a:gd name="connsiteX4" fmla="*/ 2486605 w 4422421"/>
              <a:gd name="connsiteY4" fmla="*/ 10165 h 5836960"/>
              <a:gd name="connsiteX0" fmla="*/ 2486605 w 4478393"/>
              <a:gd name="connsiteY0" fmla="*/ 0 h 5826795"/>
              <a:gd name="connsiteX1" fmla="*/ 4478393 w 4478393"/>
              <a:gd name="connsiteY1" fmla="*/ 14549 h 5826795"/>
              <a:gd name="connsiteX2" fmla="*/ 2001457 w 4478393"/>
              <a:gd name="connsiteY2" fmla="*/ 5826795 h 5826795"/>
              <a:gd name="connsiteX3" fmla="*/ 0 w 4478393"/>
              <a:gd name="connsiteY3" fmla="*/ 5826795 h 5826795"/>
              <a:gd name="connsiteX4" fmla="*/ 2486605 w 4478393"/>
              <a:gd name="connsiteY4" fmla="*/ 0 h 5826795"/>
              <a:gd name="connsiteX0" fmla="*/ 2486605 w 4522645"/>
              <a:gd name="connsiteY0" fmla="*/ 1082 h 5827877"/>
              <a:gd name="connsiteX1" fmla="*/ 4522645 w 4522645"/>
              <a:gd name="connsiteY1" fmla="*/ 0 h 5827877"/>
              <a:gd name="connsiteX2" fmla="*/ 2001457 w 4522645"/>
              <a:gd name="connsiteY2" fmla="*/ 5827877 h 5827877"/>
              <a:gd name="connsiteX3" fmla="*/ 0 w 4522645"/>
              <a:gd name="connsiteY3" fmla="*/ 5827877 h 5827877"/>
              <a:gd name="connsiteX4" fmla="*/ 2486605 w 4522645"/>
              <a:gd name="connsiteY4" fmla="*/ 1082 h 5827877"/>
              <a:gd name="connsiteX0" fmla="*/ 2486605 w 4491075"/>
              <a:gd name="connsiteY0" fmla="*/ 1082 h 5827877"/>
              <a:gd name="connsiteX1" fmla="*/ 4491075 w 4491075"/>
              <a:gd name="connsiteY1" fmla="*/ 0 h 5827877"/>
              <a:gd name="connsiteX2" fmla="*/ 2001457 w 4491075"/>
              <a:gd name="connsiteY2" fmla="*/ 5827877 h 5827877"/>
              <a:gd name="connsiteX3" fmla="*/ 0 w 4491075"/>
              <a:gd name="connsiteY3" fmla="*/ 5827877 h 5827877"/>
              <a:gd name="connsiteX4" fmla="*/ 2486605 w 4491075"/>
              <a:gd name="connsiteY4" fmla="*/ 1082 h 5827877"/>
              <a:gd name="connsiteX0" fmla="*/ 2616040 w 4620510"/>
              <a:gd name="connsiteY0" fmla="*/ 1082 h 5827877"/>
              <a:gd name="connsiteX1" fmla="*/ 4620510 w 4620510"/>
              <a:gd name="connsiteY1" fmla="*/ 0 h 5827877"/>
              <a:gd name="connsiteX2" fmla="*/ 2130892 w 4620510"/>
              <a:gd name="connsiteY2" fmla="*/ 5827877 h 5827877"/>
              <a:gd name="connsiteX3" fmla="*/ 0 w 4620510"/>
              <a:gd name="connsiteY3" fmla="*/ 5821527 h 5827877"/>
              <a:gd name="connsiteX4" fmla="*/ 2616040 w 4620510"/>
              <a:gd name="connsiteY4" fmla="*/ 1082 h 5827877"/>
              <a:gd name="connsiteX0" fmla="*/ 2616040 w 4620510"/>
              <a:gd name="connsiteY0" fmla="*/ 1082 h 5821527"/>
              <a:gd name="connsiteX1" fmla="*/ 4620510 w 4620510"/>
              <a:gd name="connsiteY1" fmla="*/ 0 h 5821527"/>
              <a:gd name="connsiteX2" fmla="*/ 1828876 w 4620510"/>
              <a:gd name="connsiteY2" fmla="*/ 5821527 h 5821527"/>
              <a:gd name="connsiteX3" fmla="*/ 0 w 4620510"/>
              <a:gd name="connsiteY3" fmla="*/ 5821527 h 5821527"/>
              <a:gd name="connsiteX4" fmla="*/ 2616040 w 4620510"/>
              <a:gd name="connsiteY4" fmla="*/ 1082 h 5821527"/>
              <a:gd name="connsiteX0" fmla="*/ 2616040 w 4620510"/>
              <a:gd name="connsiteY0" fmla="*/ 1082 h 5821527"/>
              <a:gd name="connsiteX1" fmla="*/ 4620510 w 4620510"/>
              <a:gd name="connsiteY1" fmla="*/ 0 h 5821527"/>
              <a:gd name="connsiteX2" fmla="*/ 1641914 w 4620510"/>
              <a:gd name="connsiteY2" fmla="*/ 5821527 h 5821527"/>
              <a:gd name="connsiteX3" fmla="*/ 0 w 4620510"/>
              <a:gd name="connsiteY3" fmla="*/ 5821527 h 5821527"/>
              <a:gd name="connsiteX4" fmla="*/ 2616040 w 4620510"/>
              <a:gd name="connsiteY4" fmla="*/ 1082 h 5821527"/>
              <a:gd name="connsiteX0" fmla="*/ 2616040 w 4620510"/>
              <a:gd name="connsiteY0" fmla="*/ 1082 h 5821527"/>
              <a:gd name="connsiteX1" fmla="*/ 4620510 w 4620510"/>
              <a:gd name="connsiteY1" fmla="*/ 0 h 5821527"/>
              <a:gd name="connsiteX2" fmla="*/ 1699441 w 4620510"/>
              <a:gd name="connsiteY2" fmla="*/ 5808827 h 5821527"/>
              <a:gd name="connsiteX3" fmla="*/ 0 w 4620510"/>
              <a:gd name="connsiteY3" fmla="*/ 5821527 h 5821527"/>
              <a:gd name="connsiteX4" fmla="*/ 2616040 w 4620510"/>
              <a:gd name="connsiteY4" fmla="*/ 1082 h 5821527"/>
              <a:gd name="connsiteX0" fmla="*/ 2616040 w 4620510"/>
              <a:gd name="connsiteY0" fmla="*/ 1082 h 5821527"/>
              <a:gd name="connsiteX1" fmla="*/ 4620510 w 4620510"/>
              <a:gd name="connsiteY1" fmla="*/ 0 h 5821527"/>
              <a:gd name="connsiteX2" fmla="*/ 1692250 w 4620510"/>
              <a:gd name="connsiteY2" fmla="*/ 5821527 h 5821527"/>
              <a:gd name="connsiteX3" fmla="*/ 0 w 4620510"/>
              <a:gd name="connsiteY3" fmla="*/ 5821527 h 5821527"/>
              <a:gd name="connsiteX4" fmla="*/ 2616040 w 4620510"/>
              <a:gd name="connsiteY4" fmla="*/ 1082 h 5821527"/>
              <a:gd name="connsiteX0" fmla="*/ 2780776 w 4620510"/>
              <a:gd name="connsiteY0" fmla="*/ 1082 h 5821527"/>
              <a:gd name="connsiteX1" fmla="*/ 4620510 w 4620510"/>
              <a:gd name="connsiteY1" fmla="*/ 0 h 5821527"/>
              <a:gd name="connsiteX2" fmla="*/ 1692250 w 4620510"/>
              <a:gd name="connsiteY2" fmla="*/ 5821527 h 5821527"/>
              <a:gd name="connsiteX3" fmla="*/ 0 w 4620510"/>
              <a:gd name="connsiteY3" fmla="*/ 5821527 h 5821527"/>
              <a:gd name="connsiteX4" fmla="*/ 2780776 w 4620510"/>
              <a:gd name="connsiteY4" fmla="*/ 1082 h 5821527"/>
              <a:gd name="connsiteX0" fmla="*/ 2780776 w 4526375"/>
              <a:gd name="connsiteY0" fmla="*/ 11473 h 5831918"/>
              <a:gd name="connsiteX1" fmla="*/ 4526375 w 4526375"/>
              <a:gd name="connsiteY1" fmla="*/ 0 h 5831918"/>
              <a:gd name="connsiteX2" fmla="*/ 1692250 w 4526375"/>
              <a:gd name="connsiteY2" fmla="*/ 5831918 h 5831918"/>
              <a:gd name="connsiteX3" fmla="*/ 0 w 4526375"/>
              <a:gd name="connsiteY3" fmla="*/ 5831918 h 5831918"/>
              <a:gd name="connsiteX4" fmla="*/ 2780776 w 4526375"/>
              <a:gd name="connsiteY4" fmla="*/ 11473 h 5831918"/>
              <a:gd name="connsiteX0" fmla="*/ 2780776 w 4526375"/>
              <a:gd name="connsiteY0" fmla="*/ 0 h 5820445"/>
              <a:gd name="connsiteX1" fmla="*/ 4526375 w 4526375"/>
              <a:gd name="connsiteY1" fmla="*/ 9309 h 5820445"/>
              <a:gd name="connsiteX2" fmla="*/ 1692250 w 4526375"/>
              <a:gd name="connsiteY2" fmla="*/ 5820445 h 5820445"/>
              <a:gd name="connsiteX3" fmla="*/ 0 w 4526375"/>
              <a:gd name="connsiteY3" fmla="*/ 5820445 h 5820445"/>
              <a:gd name="connsiteX4" fmla="*/ 2780776 w 4526375"/>
              <a:gd name="connsiteY4" fmla="*/ 0 h 5820445"/>
              <a:gd name="connsiteX0" fmla="*/ 2780776 w 4526375"/>
              <a:gd name="connsiteY0" fmla="*/ 6278 h 5811136"/>
              <a:gd name="connsiteX1" fmla="*/ 4526375 w 4526375"/>
              <a:gd name="connsiteY1" fmla="*/ 0 h 5811136"/>
              <a:gd name="connsiteX2" fmla="*/ 1692250 w 4526375"/>
              <a:gd name="connsiteY2" fmla="*/ 5811136 h 5811136"/>
              <a:gd name="connsiteX3" fmla="*/ 0 w 4526375"/>
              <a:gd name="connsiteY3" fmla="*/ 5811136 h 5811136"/>
              <a:gd name="connsiteX4" fmla="*/ 2780776 w 4526375"/>
              <a:gd name="connsiteY4" fmla="*/ 6278 h 5811136"/>
              <a:gd name="connsiteX0" fmla="*/ 2828323 w 4526375"/>
              <a:gd name="connsiteY0" fmla="*/ 0 h 5814189"/>
              <a:gd name="connsiteX1" fmla="*/ 4526375 w 4526375"/>
              <a:gd name="connsiteY1" fmla="*/ 3053 h 5814189"/>
              <a:gd name="connsiteX2" fmla="*/ 1692250 w 4526375"/>
              <a:gd name="connsiteY2" fmla="*/ 5814189 h 5814189"/>
              <a:gd name="connsiteX3" fmla="*/ 0 w 4526375"/>
              <a:gd name="connsiteY3" fmla="*/ 5814189 h 5814189"/>
              <a:gd name="connsiteX4" fmla="*/ 2828323 w 4526375"/>
              <a:gd name="connsiteY4" fmla="*/ 0 h 5814189"/>
              <a:gd name="connsiteX0" fmla="*/ 2828323 w 4526375"/>
              <a:gd name="connsiteY0" fmla="*/ 1048 h 5811136"/>
              <a:gd name="connsiteX1" fmla="*/ 4526375 w 4526375"/>
              <a:gd name="connsiteY1" fmla="*/ 0 h 5811136"/>
              <a:gd name="connsiteX2" fmla="*/ 1692250 w 4526375"/>
              <a:gd name="connsiteY2" fmla="*/ 5811136 h 5811136"/>
              <a:gd name="connsiteX3" fmla="*/ 0 w 4526375"/>
              <a:gd name="connsiteY3" fmla="*/ 5811136 h 5811136"/>
              <a:gd name="connsiteX4" fmla="*/ 2828323 w 4526375"/>
              <a:gd name="connsiteY4" fmla="*/ 1048 h 5811136"/>
              <a:gd name="connsiteX0" fmla="*/ 1712019 w 4526375"/>
              <a:gd name="connsiteY0" fmla="*/ 1048 h 5811136"/>
              <a:gd name="connsiteX1" fmla="*/ 4526375 w 4526375"/>
              <a:gd name="connsiteY1" fmla="*/ 0 h 5811136"/>
              <a:gd name="connsiteX2" fmla="*/ 1692250 w 4526375"/>
              <a:gd name="connsiteY2" fmla="*/ 5811136 h 5811136"/>
              <a:gd name="connsiteX3" fmla="*/ 0 w 4526375"/>
              <a:gd name="connsiteY3" fmla="*/ 5811136 h 5811136"/>
              <a:gd name="connsiteX4" fmla="*/ 1712019 w 4526375"/>
              <a:gd name="connsiteY4" fmla="*/ 1048 h 5811136"/>
              <a:gd name="connsiteX0" fmla="*/ 2828323 w 5642679"/>
              <a:gd name="connsiteY0" fmla="*/ 1048 h 5811136"/>
              <a:gd name="connsiteX1" fmla="*/ 5642679 w 5642679"/>
              <a:gd name="connsiteY1" fmla="*/ 0 h 5811136"/>
              <a:gd name="connsiteX2" fmla="*/ 2808554 w 5642679"/>
              <a:gd name="connsiteY2" fmla="*/ 5811136 h 5811136"/>
              <a:gd name="connsiteX3" fmla="*/ 0 w 5642679"/>
              <a:gd name="connsiteY3" fmla="*/ 5811136 h 5811136"/>
              <a:gd name="connsiteX4" fmla="*/ 2828323 w 5642679"/>
              <a:gd name="connsiteY4" fmla="*/ 1048 h 58111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642679" h="5811136">
                <a:moveTo>
                  <a:pt x="2828323" y="1048"/>
                </a:moveTo>
                <a:lnTo>
                  <a:pt x="5642679" y="0"/>
                </a:lnTo>
                <a:lnTo>
                  <a:pt x="2808554" y="5811136"/>
                </a:lnTo>
                <a:lnTo>
                  <a:pt x="0" y="5811136"/>
                </a:lnTo>
                <a:lnTo>
                  <a:pt x="2828323" y="1048"/>
                </a:lnTo>
                <a:close/>
              </a:path>
            </a:pathLst>
          </a:custGeom>
          <a:solidFill>
            <a:srgbClr val="B6C8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Rectangle 4">
            <a:extLst>
              <a:ext uri="{FF2B5EF4-FFF2-40B4-BE49-F238E27FC236}">
                <a16:creationId xmlns:a16="http://schemas.microsoft.com/office/drawing/2014/main" id="{3373C453-48A5-D95D-430B-A6946CEB5106}"/>
              </a:ext>
            </a:extLst>
          </p:cNvPr>
          <p:cNvSpPr/>
          <p:nvPr userDrawn="1"/>
        </p:nvSpPr>
        <p:spPr>
          <a:xfrm rot="10800000">
            <a:off x="-612895" y="-17149552"/>
            <a:ext cx="3367864" cy="5815517"/>
          </a:xfrm>
          <a:custGeom>
            <a:avLst/>
            <a:gdLst>
              <a:gd name="connsiteX0" fmla="*/ 0 w 2505206"/>
              <a:gd name="connsiteY0" fmla="*/ 0 h 5824603"/>
              <a:gd name="connsiteX1" fmla="*/ 2505206 w 2505206"/>
              <a:gd name="connsiteY1" fmla="*/ 0 h 5824603"/>
              <a:gd name="connsiteX2" fmla="*/ 2505206 w 2505206"/>
              <a:gd name="connsiteY2" fmla="*/ 5824603 h 5824603"/>
              <a:gd name="connsiteX3" fmla="*/ 0 w 2505206"/>
              <a:gd name="connsiteY3" fmla="*/ 5824603 h 5824603"/>
              <a:gd name="connsiteX4" fmla="*/ 0 w 2505206"/>
              <a:gd name="connsiteY4" fmla="*/ 0 h 5824603"/>
              <a:gd name="connsiteX0" fmla="*/ 0 w 3535109"/>
              <a:gd name="connsiteY0" fmla="*/ 0 h 5824603"/>
              <a:gd name="connsiteX1" fmla="*/ 3535109 w 3535109"/>
              <a:gd name="connsiteY1" fmla="*/ 0 h 5824603"/>
              <a:gd name="connsiteX2" fmla="*/ 2505206 w 3535109"/>
              <a:gd name="connsiteY2" fmla="*/ 5824603 h 5824603"/>
              <a:gd name="connsiteX3" fmla="*/ 0 w 3535109"/>
              <a:gd name="connsiteY3" fmla="*/ 5824603 h 5824603"/>
              <a:gd name="connsiteX4" fmla="*/ 0 w 3535109"/>
              <a:gd name="connsiteY4" fmla="*/ 0 h 5824603"/>
              <a:gd name="connsiteX0" fmla="*/ 1126156 w 3535109"/>
              <a:gd name="connsiteY0" fmla="*/ 0 h 5834229"/>
              <a:gd name="connsiteX1" fmla="*/ 3535109 w 3535109"/>
              <a:gd name="connsiteY1" fmla="*/ 9626 h 5834229"/>
              <a:gd name="connsiteX2" fmla="*/ 2505206 w 3535109"/>
              <a:gd name="connsiteY2" fmla="*/ 5834229 h 5834229"/>
              <a:gd name="connsiteX3" fmla="*/ 0 w 3535109"/>
              <a:gd name="connsiteY3" fmla="*/ 5834229 h 5834229"/>
              <a:gd name="connsiteX4" fmla="*/ 1126156 w 3535109"/>
              <a:gd name="connsiteY4" fmla="*/ 0 h 5834229"/>
              <a:gd name="connsiteX0" fmla="*/ 1103854 w 3535109"/>
              <a:gd name="connsiteY0" fmla="*/ 20110 h 5824603"/>
              <a:gd name="connsiteX1" fmla="*/ 3535109 w 3535109"/>
              <a:gd name="connsiteY1" fmla="*/ 0 h 5824603"/>
              <a:gd name="connsiteX2" fmla="*/ 2505206 w 3535109"/>
              <a:gd name="connsiteY2" fmla="*/ 5824603 h 5824603"/>
              <a:gd name="connsiteX3" fmla="*/ 0 w 3535109"/>
              <a:gd name="connsiteY3" fmla="*/ 5824603 h 5824603"/>
              <a:gd name="connsiteX4" fmla="*/ 1103854 w 3535109"/>
              <a:gd name="connsiteY4" fmla="*/ 20110 h 5824603"/>
              <a:gd name="connsiteX0" fmla="*/ 1111288 w 3535109"/>
              <a:gd name="connsiteY0" fmla="*/ 0 h 5826795"/>
              <a:gd name="connsiteX1" fmla="*/ 3535109 w 3535109"/>
              <a:gd name="connsiteY1" fmla="*/ 2192 h 5826795"/>
              <a:gd name="connsiteX2" fmla="*/ 2505206 w 3535109"/>
              <a:gd name="connsiteY2" fmla="*/ 5826795 h 5826795"/>
              <a:gd name="connsiteX3" fmla="*/ 0 w 3535109"/>
              <a:gd name="connsiteY3" fmla="*/ 5826795 h 5826795"/>
              <a:gd name="connsiteX4" fmla="*/ 1111288 w 3535109"/>
              <a:gd name="connsiteY4" fmla="*/ 0 h 5826795"/>
              <a:gd name="connsiteX0" fmla="*/ 1111288 w 4940163"/>
              <a:gd name="connsiteY0" fmla="*/ 0 h 5826795"/>
              <a:gd name="connsiteX1" fmla="*/ 4940163 w 4940163"/>
              <a:gd name="connsiteY1" fmla="*/ 2192 h 5826795"/>
              <a:gd name="connsiteX2" fmla="*/ 2505206 w 4940163"/>
              <a:gd name="connsiteY2" fmla="*/ 5826795 h 5826795"/>
              <a:gd name="connsiteX3" fmla="*/ 0 w 4940163"/>
              <a:gd name="connsiteY3" fmla="*/ 5826795 h 5826795"/>
              <a:gd name="connsiteX4" fmla="*/ 1111288 w 4940163"/>
              <a:gd name="connsiteY4" fmla="*/ 0 h 5826795"/>
              <a:gd name="connsiteX0" fmla="*/ 2486605 w 4940163"/>
              <a:gd name="connsiteY0" fmla="*/ 0 h 5826795"/>
              <a:gd name="connsiteX1" fmla="*/ 4940163 w 4940163"/>
              <a:gd name="connsiteY1" fmla="*/ 2192 h 5826795"/>
              <a:gd name="connsiteX2" fmla="*/ 2505206 w 4940163"/>
              <a:gd name="connsiteY2" fmla="*/ 5826795 h 5826795"/>
              <a:gd name="connsiteX3" fmla="*/ 0 w 4940163"/>
              <a:gd name="connsiteY3" fmla="*/ 5826795 h 5826795"/>
              <a:gd name="connsiteX4" fmla="*/ 2486605 w 4940163"/>
              <a:gd name="connsiteY4" fmla="*/ 0 h 5826795"/>
              <a:gd name="connsiteX0" fmla="*/ 2486605 w 4940163"/>
              <a:gd name="connsiteY0" fmla="*/ 0 h 5826795"/>
              <a:gd name="connsiteX1" fmla="*/ 4940163 w 4940163"/>
              <a:gd name="connsiteY1" fmla="*/ 2192 h 5826795"/>
              <a:gd name="connsiteX2" fmla="*/ 2001457 w 4940163"/>
              <a:gd name="connsiteY2" fmla="*/ 5826795 h 5826795"/>
              <a:gd name="connsiteX3" fmla="*/ 0 w 4940163"/>
              <a:gd name="connsiteY3" fmla="*/ 5826795 h 5826795"/>
              <a:gd name="connsiteX4" fmla="*/ 2486605 w 4940163"/>
              <a:gd name="connsiteY4" fmla="*/ 0 h 5826795"/>
              <a:gd name="connsiteX0" fmla="*/ 2486605 w 4478393"/>
              <a:gd name="connsiteY0" fmla="*/ 10165 h 5836960"/>
              <a:gd name="connsiteX1" fmla="*/ 4478393 w 4478393"/>
              <a:gd name="connsiteY1" fmla="*/ 0 h 5836960"/>
              <a:gd name="connsiteX2" fmla="*/ 2001457 w 4478393"/>
              <a:gd name="connsiteY2" fmla="*/ 5836960 h 5836960"/>
              <a:gd name="connsiteX3" fmla="*/ 0 w 4478393"/>
              <a:gd name="connsiteY3" fmla="*/ 5836960 h 5836960"/>
              <a:gd name="connsiteX4" fmla="*/ 2486605 w 4478393"/>
              <a:gd name="connsiteY4" fmla="*/ 10165 h 5836960"/>
              <a:gd name="connsiteX0" fmla="*/ 2486605 w 4422421"/>
              <a:gd name="connsiteY0" fmla="*/ 10165 h 5836960"/>
              <a:gd name="connsiteX1" fmla="*/ 4422421 w 4422421"/>
              <a:gd name="connsiteY1" fmla="*/ 0 h 5836960"/>
              <a:gd name="connsiteX2" fmla="*/ 2001457 w 4422421"/>
              <a:gd name="connsiteY2" fmla="*/ 5836960 h 5836960"/>
              <a:gd name="connsiteX3" fmla="*/ 0 w 4422421"/>
              <a:gd name="connsiteY3" fmla="*/ 5836960 h 5836960"/>
              <a:gd name="connsiteX4" fmla="*/ 2486605 w 4422421"/>
              <a:gd name="connsiteY4" fmla="*/ 10165 h 5836960"/>
              <a:gd name="connsiteX0" fmla="*/ 2486605 w 4478393"/>
              <a:gd name="connsiteY0" fmla="*/ 0 h 5826795"/>
              <a:gd name="connsiteX1" fmla="*/ 4478393 w 4478393"/>
              <a:gd name="connsiteY1" fmla="*/ 14549 h 5826795"/>
              <a:gd name="connsiteX2" fmla="*/ 2001457 w 4478393"/>
              <a:gd name="connsiteY2" fmla="*/ 5826795 h 5826795"/>
              <a:gd name="connsiteX3" fmla="*/ 0 w 4478393"/>
              <a:gd name="connsiteY3" fmla="*/ 5826795 h 5826795"/>
              <a:gd name="connsiteX4" fmla="*/ 2486605 w 4478393"/>
              <a:gd name="connsiteY4" fmla="*/ 0 h 5826795"/>
              <a:gd name="connsiteX0" fmla="*/ 2486605 w 4522645"/>
              <a:gd name="connsiteY0" fmla="*/ 1082 h 5827877"/>
              <a:gd name="connsiteX1" fmla="*/ 4522645 w 4522645"/>
              <a:gd name="connsiteY1" fmla="*/ 0 h 5827877"/>
              <a:gd name="connsiteX2" fmla="*/ 2001457 w 4522645"/>
              <a:gd name="connsiteY2" fmla="*/ 5827877 h 5827877"/>
              <a:gd name="connsiteX3" fmla="*/ 0 w 4522645"/>
              <a:gd name="connsiteY3" fmla="*/ 5827877 h 5827877"/>
              <a:gd name="connsiteX4" fmla="*/ 2486605 w 4522645"/>
              <a:gd name="connsiteY4" fmla="*/ 1082 h 5827877"/>
              <a:gd name="connsiteX0" fmla="*/ 2486605 w 4491075"/>
              <a:gd name="connsiteY0" fmla="*/ 1082 h 5827877"/>
              <a:gd name="connsiteX1" fmla="*/ 4491075 w 4491075"/>
              <a:gd name="connsiteY1" fmla="*/ 0 h 5827877"/>
              <a:gd name="connsiteX2" fmla="*/ 2001457 w 4491075"/>
              <a:gd name="connsiteY2" fmla="*/ 5827877 h 5827877"/>
              <a:gd name="connsiteX3" fmla="*/ 0 w 4491075"/>
              <a:gd name="connsiteY3" fmla="*/ 5827877 h 5827877"/>
              <a:gd name="connsiteX4" fmla="*/ 2486605 w 4491075"/>
              <a:gd name="connsiteY4" fmla="*/ 1082 h 5827877"/>
              <a:gd name="connsiteX0" fmla="*/ 2616040 w 4620510"/>
              <a:gd name="connsiteY0" fmla="*/ 1082 h 5827877"/>
              <a:gd name="connsiteX1" fmla="*/ 4620510 w 4620510"/>
              <a:gd name="connsiteY1" fmla="*/ 0 h 5827877"/>
              <a:gd name="connsiteX2" fmla="*/ 2130892 w 4620510"/>
              <a:gd name="connsiteY2" fmla="*/ 5827877 h 5827877"/>
              <a:gd name="connsiteX3" fmla="*/ 0 w 4620510"/>
              <a:gd name="connsiteY3" fmla="*/ 5821527 h 5827877"/>
              <a:gd name="connsiteX4" fmla="*/ 2616040 w 4620510"/>
              <a:gd name="connsiteY4" fmla="*/ 1082 h 5827877"/>
              <a:gd name="connsiteX0" fmla="*/ 2616040 w 4620510"/>
              <a:gd name="connsiteY0" fmla="*/ 1082 h 5821527"/>
              <a:gd name="connsiteX1" fmla="*/ 4620510 w 4620510"/>
              <a:gd name="connsiteY1" fmla="*/ 0 h 5821527"/>
              <a:gd name="connsiteX2" fmla="*/ 1828876 w 4620510"/>
              <a:gd name="connsiteY2" fmla="*/ 5821527 h 5821527"/>
              <a:gd name="connsiteX3" fmla="*/ 0 w 4620510"/>
              <a:gd name="connsiteY3" fmla="*/ 5821527 h 5821527"/>
              <a:gd name="connsiteX4" fmla="*/ 2616040 w 4620510"/>
              <a:gd name="connsiteY4" fmla="*/ 1082 h 5821527"/>
              <a:gd name="connsiteX0" fmla="*/ 2616040 w 4620510"/>
              <a:gd name="connsiteY0" fmla="*/ 1082 h 5821527"/>
              <a:gd name="connsiteX1" fmla="*/ 4620510 w 4620510"/>
              <a:gd name="connsiteY1" fmla="*/ 0 h 5821527"/>
              <a:gd name="connsiteX2" fmla="*/ 1641914 w 4620510"/>
              <a:gd name="connsiteY2" fmla="*/ 5821527 h 5821527"/>
              <a:gd name="connsiteX3" fmla="*/ 0 w 4620510"/>
              <a:gd name="connsiteY3" fmla="*/ 5821527 h 5821527"/>
              <a:gd name="connsiteX4" fmla="*/ 2616040 w 4620510"/>
              <a:gd name="connsiteY4" fmla="*/ 1082 h 5821527"/>
              <a:gd name="connsiteX0" fmla="*/ 2616040 w 4620510"/>
              <a:gd name="connsiteY0" fmla="*/ 1082 h 5821527"/>
              <a:gd name="connsiteX1" fmla="*/ 4620510 w 4620510"/>
              <a:gd name="connsiteY1" fmla="*/ 0 h 5821527"/>
              <a:gd name="connsiteX2" fmla="*/ 1699441 w 4620510"/>
              <a:gd name="connsiteY2" fmla="*/ 5808827 h 5821527"/>
              <a:gd name="connsiteX3" fmla="*/ 0 w 4620510"/>
              <a:gd name="connsiteY3" fmla="*/ 5821527 h 5821527"/>
              <a:gd name="connsiteX4" fmla="*/ 2616040 w 4620510"/>
              <a:gd name="connsiteY4" fmla="*/ 1082 h 5821527"/>
              <a:gd name="connsiteX0" fmla="*/ 2616040 w 4620510"/>
              <a:gd name="connsiteY0" fmla="*/ 1082 h 5821527"/>
              <a:gd name="connsiteX1" fmla="*/ 4620510 w 4620510"/>
              <a:gd name="connsiteY1" fmla="*/ 0 h 5821527"/>
              <a:gd name="connsiteX2" fmla="*/ 1692250 w 4620510"/>
              <a:gd name="connsiteY2" fmla="*/ 5821527 h 5821527"/>
              <a:gd name="connsiteX3" fmla="*/ 0 w 4620510"/>
              <a:gd name="connsiteY3" fmla="*/ 5821527 h 5821527"/>
              <a:gd name="connsiteX4" fmla="*/ 2616040 w 4620510"/>
              <a:gd name="connsiteY4" fmla="*/ 1082 h 5821527"/>
              <a:gd name="connsiteX0" fmla="*/ 2780776 w 4620510"/>
              <a:gd name="connsiteY0" fmla="*/ 1082 h 5821527"/>
              <a:gd name="connsiteX1" fmla="*/ 4620510 w 4620510"/>
              <a:gd name="connsiteY1" fmla="*/ 0 h 5821527"/>
              <a:gd name="connsiteX2" fmla="*/ 1692250 w 4620510"/>
              <a:gd name="connsiteY2" fmla="*/ 5821527 h 5821527"/>
              <a:gd name="connsiteX3" fmla="*/ 0 w 4620510"/>
              <a:gd name="connsiteY3" fmla="*/ 5821527 h 5821527"/>
              <a:gd name="connsiteX4" fmla="*/ 2780776 w 4620510"/>
              <a:gd name="connsiteY4" fmla="*/ 1082 h 5821527"/>
              <a:gd name="connsiteX0" fmla="*/ 2780776 w 4526375"/>
              <a:gd name="connsiteY0" fmla="*/ 11473 h 5831918"/>
              <a:gd name="connsiteX1" fmla="*/ 4526375 w 4526375"/>
              <a:gd name="connsiteY1" fmla="*/ 0 h 5831918"/>
              <a:gd name="connsiteX2" fmla="*/ 1692250 w 4526375"/>
              <a:gd name="connsiteY2" fmla="*/ 5831918 h 5831918"/>
              <a:gd name="connsiteX3" fmla="*/ 0 w 4526375"/>
              <a:gd name="connsiteY3" fmla="*/ 5831918 h 5831918"/>
              <a:gd name="connsiteX4" fmla="*/ 2780776 w 4526375"/>
              <a:gd name="connsiteY4" fmla="*/ 11473 h 5831918"/>
              <a:gd name="connsiteX0" fmla="*/ 2780776 w 4526375"/>
              <a:gd name="connsiteY0" fmla="*/ 0 h 5820445"/>
              <a:gd name="connsiteX1" fmla="*/ 4526375 w 4526375"/>
              <a:gd name="connsiteY1" fmla="*/ 9309 h 5820445"/>
              <a:gd name="connsiteX2" fmla="*/ 1692250 w 4526375"/>
              <a:gd name="connsiteY2" fmla="*/ 5820445 h 5820445"/>
              <a:gd name="connsiteX3" fmla="*/ 0 w 4526375"/>
              <a:gd name="connsiteY3" fmla="*/ 5820445 h 5820445"/>
              <a:gd name="connsiteX4" fmla="*/ 2780776 w 4526375"/>
              <a:gd name="connsiteY4" fmla="*/ 0 h 5820445"/>
              <a:gd name="connsiteX0" fmla="*/ 2780776 w 4526375"/>
              <a:gd name="connsiteY0" fmla="*/ 6278 h 5811136"/>
              <a:gd name="connsiteX1" fmla="*/ 4526375 w 4526375"/>
              <a:gd name="connsiteY1" fmla="*/ 0 h 5811136"/>
              <a:gd name="connsiteX2" fmla="*/ 1692250 w 4526375"/>
              <a:gd name="connsiteY2" fmla="*/ 5811136 h 5811136"/>
              <a:gd name="connsiteX3" fmla="*/ 0 w 4526375"/>
              <a:gd name="connsiteY3" fmla="*/ 5811136 h 5811136"/>
              <a:gd name="connsiteX4" fmla="*/ 2780776 w 4526375"/>
              <a:gd name="connsiteY4" fmla="*/ 6278 h 5811136"/>
              <a:gd name="connsiteX0" fmla="*/ 2828323 w 4526375"/>
              <a:gd name="connsiteY0" fmla="*/ 0 h 5814189"/>
              <a:gd name="connsiteX1" fmla="*/ 4526375 w 4526375"/>
              <a:gd name="connsiteY1" fmla="*/ 3053 h 5814189"/>
              <a:gd name="connsiteX2" fmla="*/ 1692250 w 4526375"/>
              <a:gd name="connsiteY2" fmla="*/ 5814189 h 5814189"/>
              <a:gd name="connsiteX3" fmla="*/ 0 w 4526375"/>
              <a:gd name="connsiteY3" fmla="*/ 5814189 h 5814189"/>
              <a:gd name="connsiteX4" fmla="*/ 2828323 w 4526375"/>
              <a:gd name="connsiteY4" fmla="*/ 0 h 5814189"/>
              <a:gd name="connsiteX0" fmla="*/ 2828323 w 4526375"/>
              <a:gd name="connsiteY0" fmla="*/ 1048 h 5811136"/>
              <a:gd name="connsiteX1" fmla="*/ 4526375 w 4526375"/>
              <a:gd name="connsiteY1" fmla="*/ 0 h 5811136"/>
              <a:gd name="connsiteX2" fmla="*/ 1692250 w 4526375"/>
              <a:gd name="connsiteY2" fmla="*/ 5811136 h 5811136"/>
              <a:gd name="connsiteX3" fmla="*/ 0 w 4526375"/>
              <a:gd name="connsiteY3" fmla="*/ 5811136 h 5811136"/>
              <a:gd name="connsiteX4" fmla="*/ 2828323 w 4526375"/>
              <a:gd name="connsiteY4" fmla="*/ 1048 h 5811136"/>
              <a:gd name="connsiteX0" fmla="*/ 2207366 w 4526375"/>
              <a:gd name="connsiteY0" fmla="*/ 10475 h 5811136"/>
              <a:gd name="connsiteX1" fmla="*/ 4526375 w 4526375"/>
              <a:gd name="connsiteY1" fmla="*/ 0 h 5811136"/>
              <a:gd name="connsiteX2" fmla="*/ 1692250 w 4526375"/>
              <a:gd name="connsiteY2" fmla="*/ 5811136 h 5811136"/>
              <a:gd name="connsiteX3" fmla="*/ 0 w 4526375"/>
              <a:gd name="connsiteY3" fmla="*/ 5811136 h 5811136"/>
              <a:gd name="connsiteX4" fmla="*/ 2207366 w 4526375"/>
              <a:gd name="connsiteY4" fmla="*/ 10475 h 5811136"/>
              <a:gd name="connsiteX0" fmla="*/ 2197638 w 4526375"/>
              <a:gd name="connsiteY0" fmla="*/ 4125 h 5811136"/>
              <a:gd name="connsiteX1" fmla="*/ 4526375 w 4526375"/>
              <a:gd name="connsiteY1" fmla="*/ 0 h 5811136"/>
              <a:gd name="connsiteX2" fmla="*/ 1692250 w 4526375"/>
              <a:gd name="connsiteY2" fmla="*/ 5811136 h 5811136"/>
              <a:gd name="connsiteX3" fmla="*/ 0 w 4526375"/>
              <a:gd name="connsiteY3" fmla="*/ 5811136 h 5811136"/>
              <a:gd name="connsiteX4" fmla="*/ 2197638 w 4526375"/>
              <a:gd name="connsiteY4" fmla="*/ 4125 h 5811136"/>
              <a:gd name="connsiteX0" fmla="*/ 2187911 w 4526375"/>
              <a:gd name="connsiteY0" fmla="*/ 0 h 5813361"/>
              <a:gd name="connsiteX1" fmla="*/ 4526375 w 4526375"/>
              <a:gd name="connsiteY1" fmla="*/ 2225 h 5813361"/>
              <a:gd name="connsiteX2" fmla="*/ 1692250 w 4526375"/>
              <a:gd name="connsiteY2" fmla="*/ 5813361 h 5813361"/>
              <a:gd name="connsiteX3" fmla="*/ 0 w 4526375"/>
              <a:gd name="connsiteY3" fmla="*/ 5813361 h 5813361"/>
              <a:gd name="connsiteX4" fmla="*/ 2187911 w 4526375"/>
              <a:gd name="connsiteY4" fmla="*/ 0 h 5813361"/>
              <a:gd name="connsiteX0" fmla="*/ 2158728 w 4526375"/>
              <a:gd name="connsiteY0" fmla="*/ 0 h 5813361"/>
              <a:gd name="connsiteX1" fmla="*/ 4526375 w 4526375"/>
              <a:gd name="connsiteY1" fmla="*/ 2225 h 5813361"/>
              <a:gd name="connsiteX2" fmla="*/ 1692250 w 4526375"/>
              <a:gd name="connsiteY2" fmla="*/ 5813361 h 5813361"/>
              <a:gd name="connsiteX3" fmla="*/ 0 w 4526375"/>
              <a:gd name="connsiteY3" fmla="*/ 5813361 h 5813361"/>
              <a:gd name="connsiteX4" fmla="*/ 2158728 w 4526375"/>
              <a:gd name="connsiteY4" fmla="*/ 0 h 5813361"/>
              <a:gd name="connsiteX0" fmla="*/ 2771564 w 5139211"/>
              <a:gd name="connsiteY0" fmla="*/ 0 h 5819711"/>
              <a:gd name="connsiteX1" fmla="*/ 5139211 w 5139211"/>
              <a:gd name="connsiteY1" fmla="*/ 2225 h 5819711"/>
              <a:gd name="connsiteX2" fmla="*/ 2305086 w 5139211"/>
              <a:gd name="connsiteY2" fmla="*/ 5813361 h 5819711"/>
              <a:gd name="connsiteX3" fmla="*/ 0 w 5139211"/>
              <a:gd name="connsiteY3" fmla="*/ 5819711 h 5819711"/>
              <a:gd name="connsiteX4" fmla="*/ 2771564 w 5139211"/>
              <a:gd name="connsiteY4" fmla="*/ 0 h 5819711"/>
              <a:gd name="connsiteX0" fmla="*/ 2771564 w 5139211"/>
              <a:gd name="connsiteY0" fmla="*/ 0 h 5815517"/>
              <a:gd name="connsiteX1" fmla="*/ 5139211 w 5139211"/>
              <a:gd name="connsiteY1" fmla="*/ 2225 h 5815517"/>
              <a:gd name="connsiteX2" fmla="*/ 2305086 w 5139211"/>
              <a:gd name="connsiteY2" fmla="*/ 5813361 h 5815517"/>
              <a:gd name="connsiteX3" fmla="*/ 0 w 5139211"/>
              <a:gd name="connsiteY3" fmla="*/ 5815517 h 5815517"/>
              <a:gd name="connsiteX4" fmla="*/ 2771564 w 5139211"/>
              <a:gd name="connsiteY4" fmla="*/ 0 h 5815517"/>
              <a:gd name="connsiteX0" fmla="*/ 2791575 w 5159222"/>
              <a:gd name="connsiteY0" fmla="*/ 0 h 5815517"/>
              <a:gd name="connsiteX1" fmla="*/ 5159222 w 5159222"/>
              <a:gd name="connsiteY1" fmla="*/ 2225 h 5815517"/>
              <a:gd name="connsiteX2" fmla="*/ 2325097 w 5159222"/>
              <a:gd name="connsiteY2" fmla="*/ 5813361 h 5815517"/>
              <a:gd name="connsiteX3" fmla="*/ 0 w 5159222"/>
              <a:gd name="connsiteY3" fmla="*/ 5815517 h 5815517"/>
              <a:gd name="connsiteX4" fmla="*/ 2791575 w 5159222"/>
              <a:gd name="connsiteY4" fmla="*/ 0 h 58155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159222" h="5815517">
                <a:moveTo>
                  <a:pt x="2791575" y="0"/>
                </a:moveTo>
                <a:lnTo>
                  <a:pt x="5159222" y="2225"/>
                </a:lnTo>
                <a:lnTo>
                  <a:pt x="2325097" y="5813361"/>
                </a:lnTo>
                <a:lnTo>
                  <a:pt x="0" y="5815517"/>
                </a:lnTo>
                <a:lnTo>
                  <a:pt x="2791575" y="0"/>
                </a:lnTo>
                <a:close/>
              </a:path>
            </a:pathLst>
          </a:custGeom>
          <a:solidFill>
            <a:srgbClr val="02A98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Rectangle 4">
            <a:extLst>
              <a:ext uri="{FF2B5EF4-FFF2-40B4-BE49-F238E27FC236}">
                <a16:creationId xmlns:a16="http://schemas.microsoft.com/office/drawing/2014/main" id="{61BCFA9A-0A01-B54B-3DA7-B07EB121E5A8}"/>
              </a:ext>
            </a:extLst>
          </p:cNvPr>
          <p:cNvSpPr/>
          <p:nvPr userDrawn="1"/>
        </p:nvSpPr>
        <p:spPr>
          <a:xfrm rot="10800000">
            <a:off x="1444505" y="-17149552"/>
            <a:ext cx="3367864" cy="5815517"/>
          </a:xfrm>
          <a:custGeom>
            <a:avLst/>
            <a:gdLst>
              <a:gd name="connsiteX0" fmla="*/ 0 w 2505206"/>
              <a:gd name="connsiteY0" fmla="*/ 0 h 5824603"/>
              <a:gd name="connsiteX1" fmla="*/ 2505206 w 2505206"/>
              <a:gd name="connsiteY1" fmla="*/ 0 h 5824603"/>
              <a:gd name="connsiteX2" fmla="*/ 2505206 w 2505206"/>
              <a:gd name="connsiteY2" fmla="*/ 5824603 h 5824603"/>
              <a:gd name="connsiteX3" fmla="*/ 0 w 2505206"/>
              <a:gd name="connsiteY3" fmla="*/ 5824603 h 5824603"/>
              <a:gd name="connsiteX4" fmla="*/ 0 w 2505206"/>
              <a:gd name="connsiteY4" fmla="*/ 0 h 5824603"/>
              <a:gd name="connsiteX0" fmla="*/ 0 w 3535109"/>
              <a:gd name="connsiteY0" fmla="*/ 0 h 5824603"/>
              <a:gd name="connsiteX1" fmla="*/ 3535109 w 3535109"/>
              <a:gd name="connsiteY1" fmla="*/ 0 h 5824603"/>
              <a:gd name="connsiteX2" fmla="*/ 2505206 w 3535109"/>
              <a:gd name="connsiteY2" fmla="*/ 5824603 h 5824603"/>
              <a:gd name="connsiteX3" fmla="*/ 0 w 3535109"/>
              <a:gd name="connsiteY3" fmla="*/ 5824603 h 5824603"/>
              <a:gd name="connsiteX4" fmla="*/ 0 w 3535109"/>
              <a:gd name="connsiteY4" fmla="*/ 0 h 5824603"/>
              <a:gd name="connsiteX0" fmla="*/ 1126156 w 3535109"/>
              <a:gd name="connsiteY0" fmla="*/ 0 h 5834229"/>
              <a:gd name="connsiteX1" fmla="*/ 3535109 w 3535109"/>
              <a:gd name="connsiteY1" fmla="*/ 9626 h 5834229"/>
              <a:gd name="connsiteX2" fmla="*/ 2505206 w 3535109"/>
              <a:gd name="connsiteY2" fmla="*/ 5834229 h 5834229"/>
              <a:gd name="connsiteX3" fmla="*/ 0 w 3535109"/>
              <a:gd name="connsiteY3" fmla="*/ 5834229 h 5834229"/>
              <a:gd name="connsiteX4" fmla="*/ 1126156 w 3535109"/>
              <a:gd name="connsiteY4" fmla="*/ 0 h 5834229"/>
              <a:gd name="connsiteX0" fmla="*/ 1103854 w 3535109"/>
              <a:gd name="connsiteY0" fmla="*/ 20110 h 5824603"/>
              <a:gd name="connsiteX1" fmla="*/ 3535109 w 3535109"/>
              <a:gd name="connsiteY1" fmla="*/ 0 h 5824603"/>
              <a:gd name="connsiteX2" fmla="*/ 2505206 w 3535109"/>
              <a:gd name="connsiteY2" fmla="*/ 5824603 h 5824603"/>
              <a:gd name="connsiteX3" fmla="*/ 0 w 3535109"/>
              <a:gd name="connsiteY3" fmla="*/ 5824603 h 5824603"/>
              <a:gd name="connsiteX4" fmla="*/ 1103854 w 3535109"/>
              <a:gd name="connsiteY4" fmla="*/ 20110 h 5824603"/>
              <a:gd name="connsiteX0" fmla="*/ 1111288 w 3535109"/>
              <a:gd name="connsiteY0" fmla="*/ 0 h 5826795"/>
              <a:gd name="connsiteX1" fmla="*/ 3535109 w 3535109"/>
              <a:gd name="connsiteY1" fmla="*/ 2192 h 5826795"/>
              <a:gd name="connsiteX2" fmla="*/ 2505206 w 3535109"/>
              <a:gd name="connsiteY2" fmla="*/ 5826795 h 5826795"/>
              <a:gd name="connsiteX3" fmla="*/ 0 w 3535109"/>
              <a:gd name="connsiteY3" fmla="*/ 5826795 h 5826795"/>
              <a:gd name="connsiteX4" fmla="*/ 1111288 w 3535109"/>
              <a:gd name="connsiteY4" fmla="*/ 0 h 5826795"/>
              <a:gd name="connsiteX0" fmla="*/ 1111288 w 4940163"/>
              <a:gd name="connsiteY0" fmla="*/ 0 h 5826795"/>
              <a:gd name="connsiteX1" fmla="*/ 4940163 w 4940163"/>
              <a:gd name="connsiteY1" fmla="*/ 2192 h 5826795"/>
              <a:gd name="connsiteX2" fmla="*/ 2505206 w 4940163"/>
              <a:gd name="connsiteY2" fmla="*/ 5826795 h 5826795"/>
              <a:gd name="connsiteX3" fmla="*/ 0 w 4940163"/>
              <a:gd name="connsiteY3" fmla="*/ 5826795 h 5826795"/>
              <a:gd name="connsiteX4" fmla="*/ 1111288 w 4940163"/>
              <a:gd name="connsiteY4" fmla="*/ 0 h 5826795"/>
              <a:gd name="connsiteX0" fmla="*/ 2486605 w 4940163"/>
              <a:gd name="connsiteY0" fmla="*/ 0 h 5826795"/>
              <a:gd name="connsiteX1" fmla="*/ 4940163 w 4940163"/>
              <a:gd name="connsiteY1" fmla="*/ 2192 h 5826795"/>
              <a:gd name="connsiteX2" fmla="*/ 2505206 w 4940163"/>
              <a:gd name="connsiteY2" fmla="*/ 5826795 h 5826795"/>
              <a:gd name="connsiteX3" fmla="*/ 0 w 4940163"/>
              <a:gd name="connsiteY3" fmla="*/ 5826795 h 5826795"/>
              <a:gd name="connsiteX4" fmla="*/ 2486605 w 4940163"/>
              <a:gd name="connsiteY4" fmla="*/ 0 h 5826795"/>
              <a:gd name="connsiteX0" fmla="*/ 2486605 w 4940163"/>
              <a:gd name="connsiteY0" fmla="*/ 0 h 5826795"/>
              <a:gd name="connsiteX1" fmla="*/ 4940163 w 4940163"/>
              <a:gd name="connsiteY1" fmla="*/ 2192 h 5826795"/>
              <a:gd name="connsiteX2" fmla="*/ 2001457 w 4940163"/>
              <a:gd name="connsiteY2" fmla="*/ 5826795 h 5826795"/>
              <a:gd name="connsiteX3" fmla="*/ 0 w 4940163"/>
              <a:gd name="connsiteY3" fmla="*/ 5826795 h 5826795"/>
              <a:gd name="connsiteX4" fmla="*/ 2486605 w 4940163"/>
              <a:gd name="connsiteY4" fmla="*/ 0 h 5826795"/>
              <a:gd name="connsiteX0" fmla="*/ 2486605 w 4478393"/>
              <a:gd name="connsiteY0" fmla="*/ 10165 h 5836960"/>
              <a:gd name="connsiteX1" fmla="*/ 4478393 w 4478393"/>
              <a:gd name="connsiteY1" fmla="*/ 0 h 5836960"/>
              <a:gd name="connsiteX2" fmla="*/ 2001457 w 4478393"/>
              <a:gd name="connsiteY2" fmla="*/ 5836960 h 5836960"/>
              <a:gd name="connsiteX3" fmla="*/ 0 w 4478393"/>
              <a:gd name="connsiteY3" fmla="*/ 5836960 h 5836960"/>
              <a:gd name="connsiteX4" fmla="*/ 2486605 w 4478393"/>
              <a:gd name="connsiteY4" fmla="*/ 10165 h 5836960"/>
              <a:gd name="connsiteX0" fmla="*/ 2486605 w 4422421"/>
              <a:gd name="connsiteY0" fmla="*/ 10165 h 5836960"/>
              <a:gd name="connsiteX1" fmla="*/ 4422421 w 4422421"/>
              <a:gd name="connsiteY1" fmla="*/ 0 h 5836960"/>
              <a:gd name="connsiteX2" fmla="*/ 2001457 w 4422421"/>
              <a:gd name="connsiteY2" fmla="*/ 5836960 h 5836960"/>
              <a:gd name="connsiteX3" fmla="*/ 0 w 4422421"/>
              <a:gd name="connsiteY3" fmla="*/ 5836960 h 5836960"/>
              <a:gd name="connsiteX4" fmla="*/ 2486605 w 4422421"/>
              <a:gd name="connsiteY4" fmla="*/ 10165 h 5836960"/>
              <a:gd name="connsiteX0" fmla="*/ 2486605 w 4478393"/>
              <a:gd name="connsiteY0" fmla="*/ 0 h 5826795"/>
              <a:gd name="connsiteX1" fmla="*/ 4478393 w 4478393"/>
              <a:gd name="connsiteY1" fmla="*/ 14549 h 5826795"/>
              <a:gd name="connsiteX2" fmla="*/ 2001457 w 4478393"/>
              <a:gd name="connsiteY2" fmla="*/ 5826795 h 5826795"/>
              <a:gd name="connsiteX3" fmla="*/ 0 w 4478393"/>
              <a:gd name="connsiteY3" fmla="*/ 5826795 h 5826795"/>
              <a:gd name="connsiteX4" fmla="*/ 2486605 w 4478393"/>
              <a:gd name="connsiteY4" fmla="*/ 0 h 5826795"/>
              <a:gd name="connsiteX0" fmla="*/ 2486605 w 4522645"/>
              <a:gd name="connsiteY0" fmla="*/ 1082 h 5827877"/>
              <a:gd name="connsiteX1" fmla="*/ 4522645 w 4522645"/>
              <a:gd name="connsiteY1" fmla="*/ 0 h 5827877"/>
              <a:gd name="connsiteX2" fmla="*/ 2001457 w 4522645"/>
              <a:gd name="connsiteY2" fmla="*/ 5827877 h 5827877"/>
              <a:gd name="connsiteX3" fmla="*/ 0 w 4522645"/>
              <a:gd name="connsiteY3" fmla="*/ 5827877 h 5827877"/>
              <a:gd name="connsiteX4" fmla="*/ 2486605 w 4522645"/>
              <a:gd name="connsiteY4" fmla="*/ 1082 h 5827877"/>
              <a:gd name="connsiteX0" fmla="*/ 2486605 w 4491075"/>
              <a:gd name="connsiteY0" fmla="*/ 1082 h 5827877"/>
              <a:gd name="connsiteX1" fmla="*/ 4491075 w 4491075"/>
              <a:gd name="connsiteY1" fmla="*/ 0 h 5827877"/>
              <a:gd name="connsiteX2" fmla="*/ 2001457 w 4491075"/>
              <a:gd name="connsiteY2" fmla="*/ 5827877 h 5827877"/>
              <a:gd name="connsiteX3" fmla="*/ 0 w 4491075"/>
              <a:gd name="connsiteY3" fmla="*/ 5827877 h 5827877"/>
              <a:gd name="connsiteX4" fmla="*/ 2486605 w 4491075"/>
              <a:gd name="connsiteY4" fmla="*/ 1082 h 5827877"/>
              <a:gd name="connsiteX0" fmla="*/ 2616040 w 4620510"/>
              <a:gd name="connsiteY0" fmla="*/ 1082 h 5827877"/>
              <a:gd name="connsiteX1" fmla="*/ 4620510 w 4620510"/>
              <a:gd name="connsiteY1" fmla="*/ 0 h 5827877"/>
              <a:gd name="connsiteX2" fmla="*/ 2130892 w 4620510"/>
              <a:gd name="connsiteY2" fmla="*/ 5827877 h 5827877"/>
              <a:gd name="connsiteX3" fmla="*/ 0 w 4620510"/>
              <a:gd name="connsiteY3" fmla="*/ 5821527 h 5827877"/>
              <a:gd name="connsiteX4" fmla="*/ 2616040 w 4620510"/>
              <a:gd name="connsiteY4" fmla="*/ 1082 h 5827877"/>
              <a:gd name="connsiteX0" fmla="*/ 2616040 w 4620510"/>
              <a:gd name="connsiteY0" fmla="*/ 1082 h 5821527"/>
              <a:gd name="connsiteX1" fmla="*/ 4620510 w 4620510"/>
              <a:gd name="connsiteY1" fmla="*/ 0 h 5821527"/>
              <a:gd name="connsiteX2" fmla="*/ 1828876 w 4620510"/>
              <a:gd name="connsiteY2" fmla="*/ 5821527 h 5821527"/>
              <a:gd name="connsiteX3" fmla="*/ 0 w 4620510"/>
              <a:gd name="connsiteY3" fmla="*/ 5821527 h 5821527"/>
              <a:gd name="connsiteX4" fmla="*/ 2616040 w 4620510"/>
              <a:gd name="connsiteY4" fmla="*/ 1082 h 5821527"/>
              <a:gd name="connsiteX0" fmla="*/ 2616040 w 4620510"/>
              <a:gd name="connsiteY0" fmla="*/ 1082 h 5821527"/>
              <a:gd name="connsiteX1" fmla="*/ 4620510 w 4620510"/>
              <a:gd name="connsiteY1" fmla="*/ 0 h 5821527"/>
              <a:gd name="connsiteX2" fmla="*/ 1641914 w 4620510"/>
              <a:gd name="connsiteY2" fmla="*/ 5821527 h 5821527"/>
              <a:gd name="connsiteX3" fmla="*/ 0 w 4620510"/>
              <a:gd name="connsiteY3" fmla="*/ 5821527 h 5821527"/>
              <a:gd name="connsiteX4" fmla="*/ 2616040 w 4620510"/>
              <a:gd name="connsiteY4" fmla="*/ 1082 h 5821527"/>
              <a:gd name="connsiteX0" fmla="*/ 2616040 w 4620510"/>
              <a:gd name="connsiteY0" fmla="*/ 1082 h 5821527"/>
              <a:gd name="connsiteX1" fmla="*/ 4620510 w 4620510"/>
              <a:gd name="connsiteY1" fmla="*/ 0 h 5821527"/>
              <a:gd name="connsiteX2" fmla="*/ 1699441 w 4620510"/>
              <a:gd name="connsiteY2" fmla="*/ 5808827 h 5821527"/>
              <a:gd name="connsiteX3" fmla="*/ 0 w 4620510"/>
              <a:gd name="connsiteY3" fmla="*/ 5821527 h 5821527"/>
              <a:gd name="connsiteX4" fmla="*/ 2616040 w 4620510"/>
              <a:gd name="connsiteY4" fmla="*/ 1082 h 5821527"/>
              <a:gd name="connsiteX0" fmla="*/ 2616040 w 4620510"/>
              <a:gd name="connsiteY0" fmla="*/ 1082 h 5821527"/>
              <a:gd name="connsiteX1" fmla="*/ 4620510 w 4620510"/>
              <a:gd name="connsiteY1" fmla="*/ 0 h 5821527"/>
              <a:gd name="connsiteX2" fmla="*/ 1692250 w 4620510"/>
              <a:gd name="connsiteY2" fmla="*/ 5821527 h 5821527"/>
              <a:gd name="connsiteX3" fmla="*/ 0 w 4620510"/>
              <a:gd name="connsiteY3" fmla="*/ 5821527 h 5821527"/>
              <a:gd name="connsiteX4" fmla="*/ 2616040 w 4620510"/>
              <a:gd name="connsiteY4" fmla="*/ 1082 h 5821527"/>
              <a:gd name="connsiteX0" fmla="*/ 2780776 w 4620510"/>
              <a:gd name="connsiteY0" fmla="*/ 1082 h 5821527"/>
              <a:gd name="connsiteX1" fmla="*/ 4620510 w 4620510"/>
              <a:gd name="connsiteY1" fmla="*/ 0 h 5821527"/>
              <a:gd name="connsiteX2" fmla="*/ 1692250 w 4620510"/>
              <a:gd name="connsiteY2" fmla="*/ 5821527 h 5821527"/>
              <a:gd name="connsiteX3" fmla="*/ 0 w 4620510"/>
              <a:gd name="connsiteY3" fmla="*/ 5821527 h 5821527"/>
              <a:gd name="connsiteX4" fmla="*/ 2780776 w 4620510"/>
              <a:gd name="connsiteY4" fmla="*/ 1082 h 5821527"/>
              <a:gd name="connsiteX0" fmla="*/ 2780776 w 4526375"/>
              <a:gd name="connsiteY0" fmla="*/ 11473 h 5831918"/>
              <a:gd name="connsiteX1" fmla="*/ 4526375 w 4526375"/>
              <a:gd name="connsiteY1" fmla="*/ 0 h 5831918"/>
              <a:gd name="connsiteX2" fmla="*/ 1692250 w 4526375"/>
              <a:gd name="connsiteY2" fmla="*/ 5831918 h 5831918"/>
              <a:gd name="connsiteX3" fmla="*/ 0 w 4526375"/>
              <a:gd name="connsiteY3" fmla="*/ 5831918 h 5831918"/>
              <a:gd name="connsiteX4" fmla="*/ 2780776 w 4526375"/>
              <a:gd name="connsiteY4" fmla="*/ 11473 h 5831918"/>
              <a:gd name="connsiteX0" fmla="*/ 2780776 w 4526375"/>
              <a:gd name="connsiteY0" fmla="*/ 0 h 5820445"/>
              <a:gd name="connsiteX1" fmla="*/ 4526375 w 4526375"/>
              <a:gd name="connsiteY1" fmla="*/ 9309 h 5820445"/>
              <a:gd name="connsiteX2" fmla="*/ 1692250 w 4526375"/>
              <a:gd name="connsiteY2" fmla="*/ 5820445 h 5820445"/>
              <a:gd name="connsiteX3" fmla="*/ 0 w 4526375"/>
              <a:gd name="connsiteY3" fmla="*/ 5820445 h 5820445"/>
              <a:gd name="connsiteX4" fmla="*/ 2780776 w 4526375"/>
              <a:gd name="connsiteY4" fmla="*/ 0 h 5820445"/>
              <a:gd name="connsiteX0" fmla="*/ 2780776 w 4526375"/>
              <a:gd name="connsiteY0" fmla="*/ 6278 h 5811136"/>
              <a:gd name="connsiteX1" fmla="*/ 4526375 w 4526375"/>
              <a:gd name="connsiteY1" fmla="*/ 0 h 5811136"/>
              <a:gd name="connsiteX2" fmla="*/ 1692250 w 4526375"/>
              <a:gd name="connsiteY2" fmla="*/ 5811136 h 5811136"/>
              <a:gd name="connsiteX3" fmla="*/ 0 w 4526375"/>
              <a:gd name="connsiteY3" fmla="*/ 5811136 h 5811136"/>
              <a:gd name="connsiteX4" fmla="*/ 2780776 w 4526375"/>
              <a:gd name="connsiteY4" fmla="*/ 6278 h 5811136"/>
              <a:gd name="connsiteX0" fmla="*/ 2828323 w 4526375"/>
              <a:gd name="connsiteY0" fmla="*/ 0 h 5814189"/>
              <a:gd name="connsiteX1" fmla="*/ 4526375 w 4526375"/>
              <a:gd name="connsiteY1" fmla="*/ 3053 h 5814189"/>
              <a:gd name="connsiteX2" fmla="*/ 1692250 w 4526375"/>
              <a:gd name="connsiteY2" fmla="*/ 5814189 h 5814189"/>
              <a:gd name="connsiteX3" fmla="*/ 0 w 4526375"/>
              <a:gd name="connsiteY3" fmla="*/ 5814189 h 5814189"/>
              <a:gd name="connsiteX4" fmla="*/ 2828323 w 4526375"/>
              <a:gd name="connsiteY4" fmla="*/ 0 h 5814189"/>
              <a:gd name="connsiteX0" fmla="*/ 2828323 w 4526375"/>
              <a:gd name="connsiteY0" fmla="*/ 1048 h 5811136"/>
              <a:gd name="connsiteX1" fmla="*/ 4526375 w 4526375"/>
              <a:gd name="connsiteY1" fmla="*/ 0 h 5811136"/>
              <a:gd name="connsiteX2" fmla="*/ 1692250 w 4526375"/>
              <a:gd name="connsiteY2" fmla="*/ 5811136 h 5811136"/>
              <a:gd name="connsiteX3" fmla="*/ 0 w 4526375"/>
              <a:gd name="connsiteY3" fmla="*/ 5811136 h 5811136"/>
              <a:gd name="connsiteX4" fmla="*/ 2828323 w 4526375"/>
              <a:gd name="connsiteY4" fmla="*/ 1048 h 5811136"/>
              <a:gd name="connsiteX0" fmla="*/ 2207366 w 4526375"/>
              <a:gd name="connsiteY0" fmla="*/ 10475 h 5811136"/>
              <a:gd name="connsiteX1" fmla="*/ 4526375 w 4526375"/>
              <a:gd name="connsiteY1" fmla="*/ 0 h 5811136"/>
              <a:gd name="connsiteX2" fmla="*/ 1692250 w 4526375"/>
              <a:gd name="connsiteY2" fmla="*/ 5811136 h 5811136"/>
              <a:gd name="connsiteX3" fmla="*/ 0 w 4526375"/>
              <a:gd name="connsiteY3" fmla="*/ 5811136 h 5811136"/>
              <a:gd name="connsiteX4" fmla="*/ 2207366 w 4526375"/>
              <a:gd name="connsiteY4" fmla="*/ 10475 h 5811136"/>
              <a:gd name="connsiteX0" fmla="*/ 2197638 w 4526375"/>
              <a:gd name="connsiteY0" fmla="*/ 4125 h 5811136"/>
              <a:gd name="connsiteX1" fmla="*/ 4526375 w 4526375"/>
              <a:gd name="connsiteY1" fmla="*/ 0 h 5811136"/>
              <a:gd name="connsiteX2" fmla="*/ 1692250 w 4526375"/>
              <a:gd name="connsiteY2" fmla="*/ 5811136 h 5811136"/>
              <a:gd name="connsiteX3" fmla="*/ 0 w 4526375"/>
              <a:gd name="connsiteY3" fmla="*/ 5811136 h 5811136"/>
              <a:gd name="connsiteX4" fmla="*/ 2197638 w 4526375"/>
              <a:gd name="connsiteY4" fmla="*/ 4125 h 5811136"/>
              <a:gd name="connsiteX0" fmla="*/ 2187911 w 4526375"/>
              <a:gd name="connsiteY0" fmla="*/ 0 h 5813361"/>
              <a:gd name="connsiteX1" fmla="*/ 4526375 w 4526375"/>
              <a:gd name="connsiteY1" fmla="*/ 2225 h 5813361"/>
              <a:gd name="connsiteX2" fmla="*/ 1692250 w 4526375"/>
              <a:gd name="connsiteY2" fmla="*/ 5813361 h 5813361"/>
              <a:gd name="connsiteX3" fmla="*/ 0 w 4526375"/>
              <a:gd name="connsiteY3" fmla="*/ 5813361 h 5813361"/>
              <a:gd name="connsiteX4" fmla="*/ 2187911 w 4526375"/>
              <a:gd name="connsiteY4" fmla="*/ 0 h 5813361"/>
              <a:gd name="connsiteX0" fmla="*/ 2158728 w 4526375"/>
              <a:gd name="connsiteY0" fmla="*/ 0 h 5813361"/>
              <a:gd name="connsiteX1" fmla="*/ 4526375 w 4526375"/>
              <a:gd name="connsiteY1" fmla="*/ 2225 h 5813361"/>
              <a:gd name="connsiteX2" fmla="*/ 1692250 w 4526375"/>
              <a:gd name="connsiteY2" fmla="*/ 5813361 h 5813361"/>
              <a:gd name="connsiteX3" fmla="*/ 0 w 4526375"/>
              <a:gd name="connsiteY3" fmla="*/ 5813361 h 5813361"/>
              <a:gd name="connsiteX4" fmla="*/ 2158728 w 4526375"/>
              <a:gd name="connsiteY4" fmla="*/ 0 h 5813361"/>
              <a:gd name="connsiteX0" fmla="*/ 2771564 w 5139211"/>
              <a:gd name="connsiteY0" fmla="*/ 0 h 5819711"/>
              <a:gd name="connsiteX1" fmla="*/ 5139211 w 5139211"/>
              <a:gd name="connsiteY1" fmla="*/ 2225 h 5819711"/>
              <a:gd name="connsiteX2" fmla="*/ 2305086 w 5139211"/>
              <a:gd name="connsiteY2" fmla="*/ 5813361 h 5819711"/>
              <a:gd name="connsiteX3" fmla="*/ 0 w 5139211"/>
              <a:gd name="connsiteY3" fmla="*/ 5819711 h 5819711"/>
              <a:gd name="connsiteX4" fmla="*/ 2771564 w 5139211"/>
              <a:gd name="connsiteY4" fmla="*/ 0 h 5819711"/>
              <a:gd name="connsiteX0" fmla="*/ 2771564 w 5139211"/>
              <a:gd name="connsiteY0" fmla="*/ 0 h 5815517"/>
              <a:gd name="connsiteX1" fmla="*/ 5139211 w 5139211"/>
              <a:gd name="connsiteY1" fmla="*/ 2225 h 5815517"/>
              <a:gd name="connsiteX2" fmla="*/ 2305086 w 5139211"/>
              <a:gd name="connsiteY2" fmla="*/ 5813361 h 5815517"/>
              <a:gd name="connsiteX3" fmla="*/ 0 w 5139211"/>
              <a:gd name="connsiteY3" fmla="*/ 5815517 h 5815517"/>
              <a:gd name="connsiteX4" fmla="*/ 2771564 w 5139211"/>
              <a:gd name="connsiteY4" fmla="*/ 0 h 5815517"/>
              <a:gd name="connsiteX0" fmla="*/ 2791575 w 5159222"/>
              <a:gd name="connsiteY0" fmla="*/ 0 h 5815517"/>
              <a:gd name="connsiteX1" fmla="*/ 5159222 w 5159222"/>
              <a:gd name="connsiteY1" fmla="*/ 2225 h 5815517"/>
              <a:gd name="connsiteX2" fmla="*/ 2325097 w 5159222"/>
              <a:gd name="connsiteY2" fmla="*/ 5813361 h 5815517"/>
              <a:gd name="connsiteX3" fmla="*/ 0 w 5159222"/>
              <a:gd name="connsiteY3" fmla="*/ 5815517 h 5815517"/>
              <a:gd name="connsiteX4" fmla="*/ 2791575 w 5159222"/>
              <a:gd name="connsiteY4" fmla="*/ 0 h 58155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159222" h="5815517">
                <a:moveTo>
                  <a:pt x="2791575" y="0"/>
                </a:moveTo>
                <a:lnTo>
                  <a:pt x="5159222" y="2225"/>
                </a:lnTo>
                <a:lnTo>
                  <a:pt x="2325097" y="5813361"/>
                </a:lnTo>
                <a:lnTo>
                  <a:pt x="0" y="5815517"/>
                </a:lnTo>
                <a:lnTo>
                  <a:pt x="2791575" y="0"/>
                </a:lnTo>
                <a:close/>
              </a:path>
            </a:pathLst>
          </a:custGeom>
          <a:solidFill>
            <a:srgbClr val="0046B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Rectangle 4">
            <a:extLst>
              <a:ext uri="{FF2B5EF4-FFF2-40B4-BE49-F238E27FC236}">
                <a16:creationId xmlns:a16="http://schemas.microsoft.com/office/drawing/2014/main" id="{D0458E8F-964A-5639-72CF-6C4EEB16DF6F}"/>
              </a:ext>
            </a:extLst>
          </p:cNvPr>
          <p:cNvSpPr/>
          <p:nvPr userDrawn="1"/>
        </p:nvSpPr>
        <p:spPr>
          <a:xfrm rot="10800000">
            <a:off x="3547625" y="-17149552"/>
            <a:ext cx="3367864" cy="5815517"/>
          </a:xfrm>
          <a:custGeom>
            <a:avLst/>
            <a:gdLst>
              <a:gd name="connsiteX0" fmla="*/ 0 w 2505206"/>
              <a:gd name="connsiteY0" fmla="*/ 0 h 5824603"/>
              <a:gd name="connsiteX1" fmla="*/ 2505206 w 2505206"/>
              <a:gd name="connsiteY1" fmla="*/ 0 h 5824603"/>
              <a:gd name="connsiteX2" fmla="*/ 2505206 w 2505206"/>
              <a:gd name="connsiteY2" fmla="*/ 5824603 h 5824603"/>
              <a:gd name="connsiteX3" fmla="*/ 0 w 2505206"/>
              <a:gd name="connsiteY3" fmla="*/ 5824603 h 5824603"/>
              <a:gd name="connsiteX4" fmla="*/ 0 w 2505206"/>
              <a:gd name="connsiteY4" fmla="*/ 0 h 5824603"/>
              <a:gd name="connsiteX0" fmla="*/ 0 w 3535109"/>
              <a:gd name="connsiteY0" fmla="*/ 0 h 5824603"/>
              <a:gd name="connsiteX1" fmla="*/ 3535109 w 3535109"/>
              <a:gd name="connsiteY1" fmla="*/ 0 h 5824603"/>
              <a:gd name="connsiteX2" fmla="*/ 2505206 w 3535109"/>
              <a:gd name="connsiteY2" fmla="*/ 5824603 h 5824603"/>
              <a:gd name="connsiteX3" fmla="*/ 0 w 3535109"/>
              <a:gd name="connsiteY3" fmla="*/ 5824603 h 5824603"/>
              <a:gd name="connsiteX4" fmla="*/ 0 w 3535109"/>
              <a:gd name="connsiteY4" fmla="*/ 0 h 5824603"/>
              <a:gd name="connsiteX0" fmla="*/ 1126156 w 3535109"/>
              <a:gd name="connsiteY0" fmla="*/ 0 h 5834229"/>
              <a:gd name="connsiteX1" fmla="*/ 3535109 w 3535109"/>
              <a:gd name="connsiteY1" fmla="*/ 9626 h 5834229"/>
              <a:gd name="connsiteX2" fmla="*/ 2505206 w 3535109"/>
              <a:gd name="connsiteY2" fmla="*/ 5834229 h 5834229"/>
              <a:gd name="connsiteX3" fmla="*/ 0 w 3535109"/>
              <a:gd name="connsiteY3" fmla="*/ 5834229 h 5834229"/>
              <a:gd name="connsiteX4" fmla="*/ 1126156 w 3535109"/>
              <a:gd name="connsiteY4" fmla="*/ 0 h 5834229"/>
              <a:gd name="connsiteX0" fmla="*/ 1103854 w 3535109"/>
              <a:gd name="connsiteY0" fmla="*/ 20110 h 5824603"/>
              <a:gd name="connsiteX1" fmla="*/ 3535109 w 3535109"/>
              <a:gd name="connsiteY1" fmla="*/ 0 h 5824603"/>
              <a:gd name="connsiteX2" fmla="*/ 2505206 w 3535109"/>
              <a:gd name="connsiteY2" fmla="*/ 5824603 h 5824603"/>
              <a:gd name="connsiteX3" fmla="*/ 0 w 3535109"/>
              <a:gd name="connsiteY3" fmla="*/ 5824603 h 5824603"/>
              <a:gd name="connsiteX4" fmla="*/ 1103854 w 3535109"/>
              <a:gd name="connsiteY4" fmla="*/ 20110 h 5824603"/>
              <a:gd name="connsiteX0" fmla="*/ 1111288 w 3535109"/>
              <a:gd name="connsiteY0" fmla="*/ 0 h 5826795"/>
              <a:gd name="connsiteX1" fmla="*/ 3535109 w 3535109"/>
              <a:gd name="connsiteY1" fmla="*/ 2192 h 5826795"/>
              <a:gd name="connsiteX2" fmla="*/ 2505206 w 3535109"/>
              <a:gd name="connsiteY2" fmla="*/ 5826795 h 5826795"/>
              <a:gd name="connsiteX3" fmla="*/ 0 w 3535109"/>
              <a:gd name="connsiteY3" fmla="*/ 5826795 h 5826795"/>
              <a:gd name="connsiteX4" fmla="*/ 1111288 w 3535109"/>
              <a:gd name="connsiteY4" fmla="*/ 0 h 5826795"/>
              <a:gd name="connsiteX0" fmla="*/ 1111288 w 4940163"/>
              <a:gd name="connsiteY0" fmla="*/ 0 h 5826795"/>
              <a:gd name="connsiteX1" fmla="*/ 4940163 w 4940163"/>
              <a:gd name="connsiteY1" fmla="*/ 2192 h 5826795"/>
              <a:gd name="connsiteX2" fmla="*/ 2505206 w 4940163"/>
              <a:gd name="connsiteY2" fmla="*/ 5826795 h 5826795"/>
              <a:gd name="connsiteX3" fmla="*/ 0 w 4940163"/>
              <a:gd name="connsiteY3" fmla="*/ 5826795 h 5826795"/>
              <a:gd name="connsiteX4" fmla="*/ 1111288 w 4940163"/>
              <a:gd name="connsiteY4" fmla="*/ 0 h 5826795"/>
              <a:gd name="connsiteX0" fmla="*/ 2486605 w 4940163"/>
              <a:gd name="connsiteY0" fmla="*/ 0 h 5826795"/>
              <a:gd name="connsiteX1" fmla="*/ 4940163 w 4940163"/>
              <a:gd name="connsiteY1" fmla="*/ 2192 h 5826795"/>
              <a:gd name="connsiteX2" fmla="*/ 2505206 w 4940163"/>
              <a:gd name="connsiteY2" fmla="*/ 5826795 h 5826795"/>
              <a:gd name="connsiteX3" fmla="*/ 0 w 4940163"/>
              <a:gd name="connsiteY3" fmla="*/ 5826795 h 5826795"/>
              <a:gd name="connsiteX4" fmla="*/ 2486605 w 4940163"/>
              <a:gd name="connsiteY4" fmla="*/ 0 h 5826795"/>
              <a:gd name="connsiteX0" fmla="*/ 2486605 w 4940163"/>
              <a:gd name="connsiteY0" fmla="*/ 0 h 5826795"/>
              <a:gd name="connsiteX1" fmla="*/ 4940163 w 4940163"/>
              <a:gd name="connsiteY1" fmla="*/ 2192 h 5826795"/>
              <a:gd name="connsiteX2" fmla="*/ 2001457 w 4940163"/>
              <a:gd name="connsiteY2" fmla="*/ 5826795 h 5826795"/>
              <a:gd name="connsiteX3" fmla="*/ 0 w 4940163"/>
              <a:gd name="connsiteY3" fmla="*/ 5826795 h 5826795"/>
              <a:gd name="connsiteX4" fmla="*/ 2486605 w 4940163"/>
              <a:gd name="connsiteY4" fmla="*/ 0 h 5826795"/>
              <a:gd name="connsiteX0" fmla="*/ 2486605 w 4478393"/>
              <a:gd name="connsiteY0" fmla="*/ 10165 h 5836960"/>
              <a:gd name="connsiteX1" fmla="*/ 4478393 w 4478393"/>
              <a:gd name="connsiteY1" fmla="*/ 0 h 5836960"/>
              <a:gd name="connsiteX2" fmla="*/ 2001457 w 4478393"/>
              <a:gd name="connsiteY2" fmla="*/ 5836960 h 5836960"/>
              <a:gd name="connsiteX3" fmla="*/ 0 w 4478393"/>
              <a:gd name="connsiteY3" fmla="*/ 5836960 h 5836960"/>
              <a:gd name="connsiteX4" fmla="*/ 2486605 w 4478393"/>
              <a:gd name="connsiteY4" fmla="*/ 10165 h 5836960"/>
              <a:gd name="connsiteX0" fmla="*/ 2486605 w 4422421"/>
              <a:gd name="connsiteY0" fmla="*/ 10165 h 5836960"/>
              <a:gd name="connsiteX1" fmla="*/ 4422421 w 4422421"/>
              <a:gd name="connsiteY1" fmla="*/ 0 h 5836960"/>
              <a:gd name="connsiteX2" fmla="*/ 2001457 w 4422421"/>
              <a:gd name="connsiteY2" fmla="*/ 5836960 h 5836960"/>
              <a:gd name="connsiteX3" fmla="*/ 0 w 4422421"/>
              <a:gd name="connsiteY3" fmla="*/ 5836960 h 5836960"/>
              <a:gd name="connsiteX4" fmla="*/ 2486605 w 4422421"/>
              <a:gd name="connsiteY4" fmla="*/ 10165 h 5836960"/>
              <a:gd name="connsiteX0" fmla="*/ 2486605 w 4478393"/>
              <a:gd name="connsiteY0" fmla="*/ 0 h 5826795"/>
              <a:gd name="connsiteX1" fmla="*/ 4478393 w 4478393"/>
              <a:gd name="connsiteY1" fmla="*/ 14549 h 5826795"/>
              <a:gd name="connsiteX2" fmla="*/ 2001457 w 4478393"/>
              <a:gd name="connsiteY2" fmla="*/ 5826795 h 5826795"/>
              <a:gd name="connsiteX3" fmla="*/ 0 w 4478393"/>
              <a:gd name="connsiteY3" fmla="*/ 5826795 h 5826795"/>
              <a:gd name="connsiteX4" fmla="*/ 2486605 w 4478393"/>
              <a:gd name="connsiteY4" fmla="*/ 0 h 5826795"/>
              <a:gd name="connsiteX0" fmla="*/ 2486605 w 4522645"/>
              <a:gd name="connsiteY0" fmla="*/ 1082 h 5827877"/>
              <a:gd name="connsiteX1" fmla="*/ 4522645 w 4522645"/>
              <a:gd name="connsiteY1" fmla="*/ 0 h 5827877"/>
              <a:gd name="connsiteX2" fmla="*/ 2001457 w 4522645"/>
              <a:gd name="connsiteY2" fmla="*/ 5827877 h 5827877"/>
              <a:gd name="connsiteX3" fmla="*/ 0 w 4522645"/>
              <a:gd name="connsiteY3" fmla="*/ 5827877 h 5827877"/>
              <a:gd name="connsiteX4" fmla="*/ 2486605 w 4522645"/>
              <a:gd name="connsiteY4" fmla="*/ 1082 h 5827877"/>
              <a:gd name="connsiteX0" fmla="*/ 2486605 w 4491075"/>
              <a:gd name="connsiteY0" fmla="*/ 1082 h 5827877"/>
              <a:gd name="connsiteX1" fmla="*/ 4491075 w 4491075"/>
              <a:gd name="connsiteY1" fmla="*/ 0 h 5827877"/>
              <a:gd name="connsiteX2" fmla="*/ 2001457 w 4491075"/>
              <a:gd name="connsiteY2" fmla="*/ 5827877 h 5827877"/>
              <a:gd name="connsiteX3" fmla="*/ 0 w 4491075"/>
              <a:gd name="connsiteY3" fmla="*/ 5827877 h 5827877"/>
              <a:gd name="connsiteX4" fmla="*/ 2486605 w 4491075"/>
              <a:gd name="connsiteY4" fmla="*/ 1082 h 5827877"/>
              <a:gd name="connsiteX0" fmla="*/ 2616040 w 4620510"/>
              <a:gd name="connsiteY0" fmla="*/ 1082 h 5827877"/>
              <a:gd name="connsiteX1" fmla="*/ 4620510 w 4620510"/>
              <a:gd name="connsiteY1" fmla="*/ 0 h 5827877"/>
              <a:gd name="connsiteX2" fmla="*/ 2130892 w 4620510"/>
              <a:gd name="connsiteY2" fmla="*/ 5827877 h 5827877"/>
              <a:gd name="connsiteX3" fmla="*/ 0 w 4620510"/>
              <a:gd name="connsiteY3" fmla="*/ 5821527 h 5827877"/>
              <a:gd name="connsiteX4" fmla="*/ 2616040 w 4620510"/>
              <a:gd name="connsiteY4" fmla="*/ 1082 h 5827877"/>
              <a:gd name="connsiteX0" fmla="*/ 2616040 w 4620510"/>
              <a:gd name="connsiteY0" fmla="*/ 1082 h 5821527"/>
              <a:gd name="connsiteX1" fmla="*/ 4620510 w 4620510"/>
              <a:gd name="connsiteY1" fmla="*/ 0 h 5821527"/>
              <a:gd name="connsiteX2" fmla="*/ 1828876 w 4620510"/>
              <a:gd name="connsiteY2" fmla="*/ 5821527 h 5821527"/>
              <a:gd name="connsiteX3" fmla="*/ 0 w 4620510"/>
              <a:gd name="connsiteY3" fmla="*/ 5821527 h 5821527"/>
              <a:gd name="connsiteX4" fmla="*/ 2616040 w 4620510"/>
              <a:gd name="connsiteY4" fmla="*/ 1082 h 5821527"/>
              <a:gd name="connsiteX0" fmla="*/ 2616040 w 4620510"/>
              <a:gd name="connsiteY0" fmla="*/ 1082 h 5821527"/>
              <a:gd name="connsiteX1" fmla="*/ 4620510 w 4620510"/>
              <a:gd name="connsiteY1" fmla="*/ 0 h 5821527"/>
              <a:gd name="connsiteX2" fmla="*/ 1641914 w 4620510"/>
              <a:gd name="connsiteY2" fmla="*/ 5821527 h 5821527"/>
              <a:gd name="connsiteX3" fmla="*/ 0 w 4620510"/>
              <a:gd name="connsiteY3" fmla="*/ 5821527 h 5821527"/>
              <a:gd name="connsiteX4" fmla="*/ 2616040 w 4620510"/>
              <a:gd name="connsiteY4" fmla="*/ 1082 h 5821527"/>
              <a:gd name="connsiteX0" fmla="*/ 2616040 w 4620510"/>
              <a:gd name="connsiteY0" fmla="*/ 1082 h 5821527"/>
              <a:gd name="connsiteX1" fmla="*/ 4620510 w 4620510"/>
              <a:gd name="connsiteY1" fmla="*/ 0 h 5821527"/>
              <a:gd name="connsiteX2" fmla="*/ 1699441 w 4620510"/>
              <a:gd name="connsiteY2" fmla="*/ 5808827 h 5821527"/>
              <a:gd name="connsiteX3" fmla="*/ 0 w 4620510"/>
              <a:gd name="connsiteY3" fmla="*/ 5821527 h 5821527"/>
              <a:gd name="connsiteX4" fmla="*/ 2616040 w 4620510"/>
              <a:gd name="connsiteY4" fmla="*/ 1082 h 5821527"/>
              <a:gd name="connsiteX0" fmla="*/ 2616040 w 4620510"/>
              <a:gd name="connsiteY0" fmla="*/ 1082 h 5821527"/>
              <a:gd name="connsiteX1" fmla="*/ 4620510 w 4620510"/>
              <a:gd name="connsiteY1" fmla="*/ 0 h 5821527"/>
              <a:gd name="connsiteX2" fmla="*/ 1692250 w 4620510"/>
              <a:gd name="connsiteY2" fmla="*/ 5821527 h 5821527"/>
              <a:gd name="connsiteX3" fmla="*/ 0 w 4620510"/>
              <a:gd name="connsiteY3" fmla="*/ 5821527 h 5821527"/>
              <a:gd name="connsiteX4" fmla="*/ 2616040 w 4620510"/>
              <a:gd name="connsiteY4" fmla="*/ 1082 h 5821527"/>
              <a:gd name="connsiteX0" fmla="*/ 2780776 w 4620510"/>
              <a:gd name="connsiteY0" fmla="*/ 1082 h 5821527"/>
              <a:gd name="connsiteX1" fmla="*/ 4620510 w 4620510"/>
              <a:gd name="connsiteY1" fmla="*/ 0 h 5821527"/>
              <a:gd name="connsiteX2" fmla="*/ 1692250 w 4620510"/>
              <a:gd name="connsiteY2" fmla="*/ 5821527 h 5821527"/>
              <a:gd name="connsiteX3" fmla="*/ 0 w 4620510"/>
              <a:gd name="connsiteY3" fmla="*/ 5821527 h 5821527"/>
              <a:gd name="connsiteX4" fmla="*/ 2780776 w 4620510"/>
              <a:gd name="connsiteY4" fmla="*/ 1082 h 5821527"/>
              <a:gd name="connsiteX0" fmla="*/ 2780776 w 4526375"/>
              <a:gd name="connsiteY0" fmla="*/ 11473 h 5831918"/>
              <a:gd name="connsiteX1" fmla="*/ 4526375 w 4526375"/>
              <a:gd name="connsiteY1" fmla="*/ 0 h 5831918"/>
              <a:gd name="connsiteX2" fmla="*/ 1692250 w 4526375"/>
              <a:gd name="connsiteY2" fmla="*/ 5831918 h 5831918"/>
              <a:gd name="connsiteX3" fmla="*/ 0 w 4526375"/>
              <a:gd name="connsiteY3" fmla="*/ 5831918 h 5831918"/>
              <a:gd name="connsiteX4" fmla="*/ 2780776 w 4526375"/>
              <a:gd name="connsiteY4" fmla="*/ 11473 h 5831918"/>
              <a:gd name="connsiteX0" fmla="*/ 2780776 w 4526375"/>
              <a:gd name="connsiteY0" fmla="*/ 0 h 5820445"/>
              <a:gd name="connsiteX1" fmla="*/ 4526375 w 4526375"/>
              <a:gd name="connsiteY1" fmla="*/ 9309 h 5820445"/>
              <a:gd name="connsiteX2" fmla="*/ 1692250 w 4526375"/>
              <a:gd name="connsiteY2" fmla="*/ 5820445 h 5820445"/>
              <a:gd name="connsiteX3" fmla="*/ 0 w 4526375"/>
              <a:gd name="connsiteY3" fmla="*/ 5820445 h 5820445"/>
              <a:gd name="connsiteX4" fmla="*/ 2780776 w 4526375"/>
              <a:gd name="connsiteY4" fmla="*/ 0 h 5820445"/>
              <a:gd name="connsiteX0" fmla="*/ 2780776 w 4526375"/>
              <a:gd name="connsiteY0" fmla="*/ 6278 h 5811136"/>
              <a:gd name="connsiteX1" fmla="*/ 4526375 w 4526375"/>
              <a:gd name="connsiteY1" fmla="*/ 0 h 5811136"/>
              <a:gd name="connsiteX2" fmla="*/ 1692250 w 4526375"/>
              <a:gd name="connsiteY2" fmla="*/ 5811136 h 5811136"/>
              <a:gd name="connsiteX3" fmla="*/ 0 w 4526375"/>
              <a:gd name="connsiteY3" fmla="*/ 5811136 h 5811136"/>
              <a:gd name="connsiteX4" fmla="*/ 2780776 w 4526375"/>
              <a:gd name="connsiteY4" fmla="*/ 6278 h 5811136"/>
              <a:gd name="connsiteX0" fmla="*/ 2828323 w 4526375"/>
              <a:gd name="connsiteY0" fmla="*/ 0 h 5814189"/>
              <a:gd name="connsiteX1" fmla="*/ 4526375 w 4526375"/>
              <a:gd name="connsiteY1" fmla="*/ 3053 h 5814189"/>
              <a:gd name="connsiteX2" fmla="*/ 1692250 w 4526375"/>
              <a:gd name="connsiteY2" fmla="*/ 5814189 h 5814189"/>
              <a:gd name="connsiteX3" fmla="*/ 0 w 4526375"/>
              <a:gd name="connsiteY3" fmla="*/ 5814189 h 5814189"/>
              <a:gd name="connsiteX4" fmla="*/ 2828323 w 4526375"/>
              <a:gd name="connsiteY4" fmla="*/ 0 h 5814189"/>
              <a:gd name="connsiteX0" fmla="*/ 2828323 w 4526375"/>
              <a:gd name="connsiteY0" fmla="*/ 1048 h 5811136"/>
              <a:gd name="connsiteX1" fmla="*/ 4526375 w 4526375"/>
              <a:gd name="connsiteY1" fmla="*/ 0 h 5811136"/>
              <a:gd name="connsiteX2" fmla="*/ 1692250 w 4526375"/>
              <a:gd name="connsiteY2" fmla="*/ 5811136 h 5811136"/>
              <a:gd name="connsiteX3" fmla="*/ 0 w 4526375"/>
              <a:gd name="connsiteY3" fmla="*/ 5811136 h 5811136"/>
              <a:gd name="connsiteX4" fmla="*/ 2828323 w 4526375"/>
              <a:gd name="connsiteY4" fmla="*/ 1048 h 5811136"/>
              <a:gd name="connsiteX0" fmla="*/ 2207366 w 4526375"/>
              <a:gd name="connsiteY0" fmla="*/ 10475 h 5811136"/>
              <a:gd name="connsiteX1" fmla="*/ 4526375 w 4526375"/>
              <a:gd name="connsiteY1" fmla="*/ 0 h 5811136"/>
              <a:gd name="connsiteX2" fmla="*/ 1692250 w 4526375"/>
              <a:gd name="connsiteY2" fmla="*/ 5811136 h 5811136"/>
              <a:gd name="connsiteX3" fmla="*/ 0 w 4526375"/>
              <a:gd name="connsiteY3" fmla="*/ 5811136 h 5811136"/>
              <a:gd name="connsiteX4" fmla="*/ 2207366 w 4526375"/>
              <a:gd name="connsiteY4" fmla="*/ 10475 h 5811136"/>
              <a:gd name="connsiteX0" fmla="*/ 2197638 w 4526375"/>
              <a:gd name="connsiteY0" fmla="*/ 4125 h 5811136"/>
              <a:gd name="connsiteX1" fmla="*/ 4526375 w 4526375"/>
              <a:gd name="connsiteY1" fmla="*/ 0 h 5811136"/>
              <a:gd name="connsiteX2" fmla="*/ 1692250 w 4526375"/>
              <a:gd name="connsiteY2" fmla="*/ 5811136 h 5811136"/>
              <a:gd name="connsiteX3" fmla="*/ 0 w 4526375"/>
              <a:gd name="connsiteY3" fmla="*/ 5811136 h 5811136"/>
              <a:gd name="connsiteX4" fmla="*/ 2197638 w 4526375"/>
              <a:gd name="connsiteY4" fmla="*/ 4125 h 5811136"/>
              <a:gd name="connsiteX0" fmla="*/ 2187911 w 4526375"/>
              <a:gd name="connsiteY0" fmla="*/ 0 h 5813361"/>
              <a:gd name="connsiteX1" fmla="*/ 4526375 w 4526375"/>
              <a:gd name="connsiteY1" fmla="*/ 2225 h 5813361"/>
              <a:gd name="connsiteX2" fmla="*/ 1692250 w 4526375"/>
              <a:gd name="connsiteY2" fmla="*/ 5813361 h 5813361"/>
              <a:gd name="connsiteX3" fmla="*/ 0 w 4526375"/>
              <a:gd name="connsiteY3" fmla="*/ 5813361 h 5813361"/>
              <a:gd name="connsiteX4" fmla="*/ 2187911 w 4526375"/>
              <a:gd name="connsiteY4" fmla="*/ 0 h 5813361"/>
              <a:gd name="connsiteX0" fmla="*/ 2158728 w 4526375"/>
              <a:gd name="connsiteY0" fmla="*/ 0 h 5813361"/>
              <a:gd name="connsiteX1" fmla="*/ 4526375 w 4526375"/>
              <a:gd name="connsiteY1" fmla="*/ 2225 h 5813361"/>
              <a:gd name="connsiteX2" fmla="*/ 1692250 w 4526375"/>
              <a:gd name="connsiteY2" fmla="*/ 5813361 h 5813361"/>
              <a:gd name="connsiteX3" fmla="*/ 0 w 4526375"/>
              <a:gd name="connsiteY3" fmla="*/ 5813361 h 5813361"/>
              <a:gd name="connsiteX4" fmla="*/ 2158728 w 4526375"/>
              <a:gd name="connsiteY4" fmla="*/ 0 h 5813361"/>
              <a:gd name="connsiteX0" fmla="*/ 2771564 w 5139211"/>
              <a:gd name="connsiteY0" fmla="*/ 0 h 5819711"/>
              <a:gd name="connsiteX1" fmla="*/ 5139211 w 5139211"/>
              <a:gd name="connsiteY1" fmla="*/ 2225 h 5819711"/>
              <a:gd name="connsiteX2" fmla="*/ 2305086 w 5139211"/>
              <a:gd name="connsiteY2" fmla="*/ 5813361 h 5819711"/>
              <a:gd name="connsiteX3" fmla="*/ 0 w 5139211"/>
              <a:gd name="connsiteY3" fmla="*/ 5819711 h 5819711"/>
              <a:gd name="connsiteX4" fmla="*/ 2771564 w 5139211"/>
              <a:gd name="connsiteY4" fmla="*/ 0 h 5819711"/>
              <a:gd name="connsiteX0" fmla="*/ 2771564 w 5139211"/>
              <a:gd name="connsiteY0" fmla="*/ 0 h 5815517"/>
              <a:gd name="connsiteX1" fmla="*/ 5139211 w 5139211"/>
              <a:gd name="connsiteY1" fmla="*/ 2225 h 5815517"/>
              <a:gd name="connsiteX2" fmla="*/ 2305086 w 5139211"/>
              <a:gd name="connsiteY2" fmla="*/ 5813361 h 5815517"/>
              <a:gd name="connsiteX3" fmla="*/ 0 w 5139211"/>
              <a:gd name="connsiteY3" fmla="*/ 5815517 h 5815517"/>
              <a:gd name="connsiteX4" fmla="*/ 2771564 w 5139211"/>
              <a:gd name="connsiteY4" fmla="*/ 0 h 5815517"/>
              <a:gd name="connsiteX0" fmla="*/ 2791575 w 5159222"/>
              <a:gd name="connsiteY0" fmla="*/ 0 h 5815517"/>
              <a:gd name="connsiteX1" fmla="*/ 5159222 w 5159222"/>
              <a:gd name="connsiteY1" fmla="*/ 2225 h 5815517"/>
              <a:gd name="connsiteX2" fmla="*/ 2325097 w 5159222"/>
              <a:gd name="connsiteY2" fmla="*/ 5813361 h 5815517"/>
              <a:gd name="connsiteX3" fmla="*/ 0 w 5159222"/>
              <a:gd name="connsiteY3" fmla="*/ 5815517 h 5815517"/>
              <a:gd name="connsiteX4" fmla="*/ 2791575 w 5159222"/>
              <a:gd name="connsiteY4" fmla="*/ 0 h 58155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159222" h="5815517">
                <a:moveTo>
                  <a:pt x="2791575" y="0"/>
                </a:moveTo>
                <a:lnTo>
                  <a:pt x="5159222" y="2225"/>
                </a:lnTo>
                <a:lnTo>
                  <a:pt x="2325097" y="5813361"/>
                </a:lnTo>
                <a:lnTo>
                  <a:pt x="0" y="5815517"/>
                </a:lnTo>
                <a:lnTo>
                  <a:pt x="2791575" y="0"/>
                </a:lnTo>
                <a:close/>
              </a:path>
            </a:pathLst>
          </a:custGeom>
          <a:solidFill>
            <a:srgbClr val="D454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" name="Rectangle 4">
            <a:extLst>
              <a:ext uri="{FF2B5EF4-FFF2-40B4-BE49-F238E27FC236}">
                <a16:creationId xmlns:a16="http://schemas.microsoft.com/office/drawing/2014/main" id="{67121815-7830-97C1-D185-94E433B88EAA}"/>
              </a:ext>
            </a:extLst>
          </p:cNvPr>
          <p:cNvSpPr/>
          <p:nvPr userDrawn="1"/>
        </p:nvSpPr>
        <p:spPr>
          <a:xfrm rot="10800000">
            <a:off x="5559305" y="-17149552"/>
            <a:ext cx="3367864" cy="5815517"/>
          </a:xfrm>
          <a:custGeom>
            <a:avLst/>
            <a:gdLst>
              <a:gd name="connsiteX0" fmla="*/ 0 w 2505206"/>
              <a:gd name="connsiteY0" fmla="*/ 0 h 5824603"/>
              <a:gd name="connsiteX1" fmla="*/ 2505206 w 2505206"/>
              <a:gd name="connsiteY1" fmla="*/ 0 h 5824603"/>
              <a:gd name="connsiteX2" fmla="*/ 2505206 w 2505206"/>
              <a:gd name="connsiteY2" fmla="*/ 5824603 h 5824603"/>
              <a:gd name="connsiteX3" fmla="*/ 0 w 2505206"/>
              <a:gd name="connsiteY3" fmla="*/ 5824603 h 5824603"/>
              <a:gd name="connsiteX4" fmla="*/ 0 w 2505206"/>
              <a:gd name="connsiteY4" fmla="*/ 0 h 5824603"/>
              <a:gd name="connsiteX0" fmla="*/ 0 w 3535109"/>
              <a:gd name="connsiteY0" fmla="*/ 0 h 5824603"/>
              <a:gd name="connsiteX1" fmla="*/ 3535109 w 3535109"/>
              <a:gd name="connsiteY1" fmla="*/ 0 h 5824603"/>
              <a:gd name="connsiteX2" fmla="*/ 2505206 w 3535109"/>
              <a:gd name="connsiteY2" fmla="*/ 5824603 h 5824603"/>
              <a:gd name="connsiteX3" fmla="*/ 0 w 3535109"/>
              <a:gd name="connsiteY3" fmla="*/ 5824603 h 5824603"/>
              <a:gd name="connsiteX4" fmla="*/ 0 w 3535109"/>
              <a:gd name="connsiteY4" fmla="*/ 0 h 5824603"/>
              <a:gd name="connsiteX0" fmla="*/ 1126156 w 3535109"/>
              <a:gd name="connsiteY0" fmla="*/ 0 h 5834229"/>
              <a:gd name="connsiteX1" fmla="*/ 3535109 w 3535109"/>
              <a:gd name="connsiteY1" fmla="*/ 9626 h 5834229"/>
              <a:gd name="connsiteX2" fmla="*/ 2505206 w 3535109"/>
              <a:gd name="connsiteY2" fmla="*/ 5834229 h 5834229"/>
              <a:gd name="connsiteX3" fmla="*/ 0 w 3535109"/>
              <a:gd name="connsiteY3" fmla="*/ 5834229 h 5834229"/>
              <a:gd name="connsiteX4" fmla="*/ 1126156 w 3535109"/>
              <a:gd name="connsiteY4" fmla="*/ 0 h 5834229"/>
              <a:gd name="connsiteX0" fmla="*/ 1103854 w 3535109"/>
              <a:gd name="connsiteY0" fmla="*/ 20110 h 5824603"/>
              <a:gd name="connsiteX1" fmla="*/ 3535109 w 3535109"/>
              <a:gd name="connsiteY1" fmla="*/ 0 h 5824603"/>
              <a:gd name="connsiteX2" fmla="*/ 2505206 w 3535109"/>
              <a:gd name="connsiteY2" fmla="*/ 5824603 h 5824603"/>
              <a:gd name="connsiteX3" fmla="*/ 0 w 3535109"/>
              <a:gd name="connsiteY3" fmla="*/ 5824603 h 5824603"/>
              <a:gd name="connsiteX4" fmla="*/ 1103854 w 3535109"/>
              <a:gd name="connsiteY4" fmla="*/ 20110 h 5824603"/>
              <a:gd name="connsiteX0" fmla="*/ 1111288 w 3535109"/>
              <a:gd name="connsiteY0" fmla="*/ 0 h 5826795"/>
              <a:gd name="connsiteX1" fmla="*/ 3535109 w 3535109"/>
              <a:gd name="connsiteY1" fmla="*/ 2192 h 5826795"/>
              <a:gd name="connsiteX2" fmla="*/ 2505206 w 3535109"/>
              <a:gd name="connsiteY2" fmla="*/ 5826795 h 5826795"/>
              <a:gd name="connsiteX3" fmla="*/ 0 w 3535109"/>
              <a:gd name="connsiteY3" fmla="*/ 5826795 h 5826795"/>
              <a:gd name="connsiteX4" fmla="*/ 1111288 w 3535109"/>
              <a:gd name="connsiteY4" fmla="*/ 0 h 5826795"/>
              <a:gd name="connsiteX0" fmla="*/ 1111288 w 4940163"/>
              <a:gd name="connsiteY0" fmla="*/ 0 h 5826795"/>
              <a:gd name="connsiteX1" fmla="*/ 4940163 w 4940163"/>
              <a:gd name="connsiteY1" fmla="*/ 2192 h 5826795"/>
              <a:gd name="connsiteX2" fmla="*/ 2505206 w 4940163"/>
              <a:gd name="connsiteY2" fmla="*/ 5826795 h 5826795"/>
              <a:gd name="connsiteX3" fmla="*/ 0 w 4940163"/>
              <a:gd name="connsiteY3" fmla="*/ 5826795 h 5826795"/>
              <a:gd name="connsiteX4" fmla="*/ 1111288 w 4940163"/>
              <a:gd name="connsiteY4" fmla="*/ 0 h 5826795"/>
              <a:gd name="connsiteX0" fmla="*/ 2486605 w 4940163"/>
              <a:gd name="connsiteY0" fmla="*/ 0 h 5826795"/>
              <a:gd name="connsiteX1" fmla="*/ 4940163 w 4940163"/>
              <a:gd name="connsiteY1" fmla="*/ 2192 h 5826795"/>
              <a:gd name="connsiteX2" fmla="*/ 2505206 w 4940163"/>
              <a:gd name="connsiteY2" fmla="*/ 5826795 h 5826795"/>
              <a:gd name="connsiteX3" fmla="*/ 0 w 4940163"/>
              <a:gd name="connsiteY3" fmla="*/ 5826795 h 5826795"/>
              <a:gd name="connsiteX4" fmla="*/ 2486605 w 4940163"/>
              <a:gd name="connsiteY4" fmla="*/ 0 h 5826795"/>
              <a:gd name="connsiteX0" fmla="*/ 2486605 w 4940163"/>
              <a:gd name="connsiteY0" fmla="*/ 0 h 5826795"/>
              <a:gd name="connsiteX1" fmla="*/ 4940163 w 4940163"/>
              <a:gd name="connsiteY1" fmla="*/ 2192 h 5826795"/>
              <a:gd name="connsiteX2" fmla="*/ 2001457 w 4940163"/>
              <a:gd name="connsiteY2" fmla="*/ 5826795 h 5826795"/>
              <a:gd name="connsiteX3" fmla="*/ 0 w 4940163"/>
              <a:gd name="connsiteY3" fmla="*/ 5826795 h 5826795"/>
              <a:gd name="connsiteX4" fmla="*/ 2486605 w 4940163"/>
              <a:gd name="connsiteY4" fmla="*/ 0 h 5826795"/>
              <a:gd name="connsiteX0" fmla="*/ 2486605 w 4478393"/>
              <a:gd name="connsiteY0" fmla="*/ 10165 h 5836960"/>
              <a:gd name="connsiteX1" fmla="*/ 4478393 w 4478393"/>
              <a:gd name="connsiteY1" fmla="*/ 0 h 5836960"/>
              <a:gd name="connsiteX2" fmla="*/ 2001457 w 4478393"/>
              <a:gd name="connsiteY2" fmla="*/ 5836960 h 5836960"/>
              <a:gd name="connsiteX3" fmla="*/ 0 w 4478393"/>
              <a:gd name="connsiteY3" fmla="*/ 5836960 h 5836960"/>
              <a:gd name="connsiteX4" fmla="*/ 2486605 w 4478393"/>
              <a:gd name="connsiteY4" fmla="*/ 10165 h 5836960"/>
              <a:gd name="connsiteX0" fmla="*/ 2486605 w 4422421"/>
              <a:gd name="connsiteY0" fmla="*/ 10165 h 5836960"/>
              <a:gd name="connsiteX1" fmla="*/ 4422421 w 4422421"/>
              <a:gd name="connsiteY1" fmla="*/ 0 h 5836960"/>
              <a:gd name="connsiteX2" fmla="*/ 2001457 w 4422421"/>
              <a:gd name="connsiteY2" fmla="*/ 5836960 h 5836960"/>
              <a:gd name="connsiteX3" fmla="*/ 0 w 4422421"/>
              <a:gd name="connsiteY3" fmla="*/ 5836960 h 5836960"/>
              <a:gd name="connsiteX4" fmla="*/ 2486605 w 4422421"/>
              <a:gd name="connsiteY4" fmla="*/ 10165 h 5836960"/>
              <a:gd name="connsiteX0" fmla="*/ 2486605 w 4478393"/>
              <a:gd name="connsiteY0" fmla="*/ 0 h 5826795"/>
              <a:gd name="connsiteX1" fmla="*/ 4478393 w 4478393"/>
              <a:gd name="connsiteY1" fmla="*/ 14549 h 5826795"/>
              <a:gd name="connsiteX2" fmla="*/ 2001457 w 4478393"/>
              <a:gd name="connsiteY2" fmla="*/ 5826795 h 5826795"/>
              <a:gd name="connsiteX3" fmla="*/ 0 w 4478393"/>
              <a:gd name="connsiteY3" fmla="*/ 5826795 h 5826795"/>
              <a:gd name="connsiteX4" fmla="*/ 2486605 w 4478393"/>
              <a:gd name="connsiteY4" fmla="*/ 0 h 5826795"/>
              <a:gd name="connsiteX0" fmla="*/ 2486605 w 4522645"/>
              <a:gd name="connsiteY0" fmla="*/ 1082 h 5827877"/>
              <a:gd name="connsiteX1" fmla="*/ 4522645 w 4522645"/>
              <a:gd name="connsiteY1" fmla="*/ 0 h 5827877"/>
              <a:gd name="connsiteX2" fmla="*/ 2001457 w 4522645"/>
              <a:gd name="connsiteY2" fmla="*/ 5827877 h 5827877"/>
              <a:gd name="connsiteX3" fmla="*/ 0 w 4522645"/>
              <a:gd name="connsiteY3" fmla="*/ 5827877 h 5827877"/>
              <a:gd name="connsiteX4" fmla="*/ 2486605 w 4522645"/>
              <a:gd name="connsiteY4" fmla="*/ 1082 h 5827877"/>
              <a:gd name="connsiteX0" fmla="*/ 2486605 w 4491075"/>
              <a:gd name="connsiteY0" fmla="*/ 1082 h 5827877"/>
              <a:gd name="connsiteX1" fmla="*/ 4491075 w 4491075"/>
              <a:gd name="connsiteY1" fmla="*/ 0 h 5827877"/>
              <a:gd name="connsiteX2" fmla="*/ 2001457 w 4491075"/>
              <a:gd name="connsiteY2" fmla="*/ 5827877 h 5827877"/>
              <a:gd name="connsiteX3" fmla="*/ 0 w 4491075"/>
              <a:gd name="connsiteY3" fmla="*/ 5827877 h 5827877"/>
              <a:gd name="connsiteX4" fmla="*/ 2486605 w 4491075"/>
              <a:gd name="connsiteY4" fmla="*/ 1082 h 5827877"/>
              <a:gd name="connsiteX0" fmla="*/ 2616040 w 4620510"/>
              <a:gd name="connsiteY0" fmla="*/ 1082 h 5827877"/>
              <a:gd name="connsiteX1" fmla="*/ 4620510 w 4620510"/>
              <a:gd name="connsiteY1" fmla="*/ 0 h 5827877"/>
              <a:gd name="connsiteX2" fmla="*/ 2130892 w 4620510"/>
              <a:gd name="connsiteY2" fmla="*/ 5827877 h 5827877"/>
              <a:gd name="connsiteX3" fmla="*/ 0 w 4620510"/>
              <a:gd name="connsiteY3" fmla="*/ 5821527 h 5827877"/>
              <a:gd name="connsiteX4" fmla="*/ 2616040 w 4620510"/>
              <a:gd name="connsiteY4" fmla="*/ 1082 h 5827877"/>
              <a:gd name="connsiteX0" fmla="*/ 2616040 w 4620510"/>
              <a:gd name="connsiteY0" fmla="*/ 1082 h 5821527"/>
              <a:gd name="connsiteX1" fmla="*/ 4620510 w 4620510"/>
              <a:gd name="connsiteY1" fmla="*/ 0 h 5821527"/>
              <a:gd name="connsiteX2" fmla="*/ 1828876 w 4620510"/>
              <a:gd name="connsiteY2" fmla="*/ 5821527 h 5821527"/>
              <a:gd name="connsiteX3" fmla="*/ 0 w 4620510"/>
              <a:gd name="connsiteY3" fmla="*/ 5821527 h 5821527"/>
              <a:gd name="connsiteX4" fmla="*/ 2616040 w 4620510"/>
              <a:gd name="connsiteY4" fmla="*/ 1082 h 5821527"/>
              <a:gd name="connsiteX0" fmla="*/ 2616040 w 4620510"/>
              <a:gd name="connsiteY0" fmla="*/ 1082 h 5821527"/>
              <a:gd name="connsiteX1" fmla="*/ 4620510 w 4620510"/>
              <a:gd name="connsiteY1" fmla="*/ 0 h 5821527"/>
              <a:gd name="connsiteX2" fmla="*/ 1641914 w 4620510"/>
              <a:gd name="connsiteY2" fmla="*/ 5821527 h 5821527"/>
              <a:gd name="connsiteX3" fmla="*/ 0 w 4620510"/>
              <a:gd name="connsiteY3" fmla="*/ 5821527 h 5821527"/>
              <a:gd name="connsiteX4" fmla="*/ 2616040 w 4620510"/>
              <a:gd name="connsiteY4" fmla="*/ 1082 h 5821527"/>
              <a:gd name="connsiteX0" fmla="*/ 2616040 w 4620510"/>
              <a:gd name="connsiteY0" fmla="*/ 1082 h 5821527"/>
              <a:gd name="connsiteX1" fmla="*/ 4620510 w 4620510"/>
              <a:gd name="connsiteY1" fmla="*/ 0 h 5821527"/>
              <a:gd name="connsiteX2" fmla="*/ 1699441 w 4620510"/>
              <a:gd name="connsiteY2" fmla="*/ 5808827 h 5821527"/>
              <a:gd name="connsiteX3" fmla="*/ 0 w 4620510"/>
              <a:gd name="connsiteY3" fmla="*/ 5821527 h 5821527"/>
              <a:gd name="connsiteX4" fmla="*/ 2616040 w 4620510"/>
              <a:gd name="connsiteY4" fmla="*/ 1082 h 5821527"/>
              <a:gd name="connsiteX0" fmla="*/ 2616040 w 4620510"/>
              <a:gd name="connsiteY0" fmla="*/ 1082 h 5821527"/>
              <a:gd name="connsiteX1" fmla="*/ 4620510 w 4620510"/>
              <a:gd name="connsiteY1" fmla="*/ 0 h 5821527"/>
              <a:gd name="connsiteX2" fmla="*/ 1692250 w 4620510"/>
              <a:gd name="connsiteY2" fmla="*/ 5821527 h 5821527"/>
              <a:gd name="connsiteX3" fmla="*/ 0 w 4620510"/>
              <a:gd name="connsiteY3" fmla="*/ 5821527 h 5821527"/>
              <a:gd name="connsiteX4" fmla="*/ 2616040 w 4620510"/>
              <a:gd name="connsiteY4" fmla="*/ 1082 h 5821527"/>
              <a:gd name="connsiteX0" fmla="*/ 2780776 w 4620510"/>
              <a:gd name="connsiteY0" fmla="*/ 1082 h 5821527"/>
              <a:gd name="connsiteX1" fmla="*/ 4620510 w 4620510"/>
              <a:gd name="connsiteY1" fmla="*/ 0 h 5821527"/>
              <a:gd name="connsiteX2" fmla="*/ 1692250 w 4620510"/>
              <a:gd name="connsiteY2" fmla="*/ 5821527 h 5821527"/>
              <a:gd name="connsiteX3" fmla="*/ 0 w 4620510"/>
              <a:gd name="connsiteY3" fmla="*/ 5821527 h 5821527"/>
              <a:gd name="connsiteX4" fmla="*/ 2780776 w 4620510"/>
              <a:gd name="connsiteY4" fmla="*/ 1082 h 5821527"/>
              <a:gd name="connsiteX0" fmla="*/ 2780776 w 4526375"/>
              <a:gd name="connsiteY0" fmla="*/ 11473 h 5831918"/>
              <a:gd name="connsiteX1" fmla="*/ 4526375 w 4526375"/>
              <a:gd name="connsiteY1" fmla="*/ 0 h 5831918"/>
              <a:gd name="connsiteX2" fmla="*/ 1692250 w 4526375"/>
              <a:gd name="connsiteY2" fmla="*/ 5831918 h 5831918"/>
              <a:gd name="connsiteX3" fmla="*/ 0 w 4526375"/>
              <a:gd name="connsiteY3" fmla="*/ 5831918 h 5831918"/>
              <a:gd name="connsiteX4" fmla="*/ 2780776 w 4526375"/>
              <a:gd name="connsiteY4" fmla="*/ 11473 h 5831918"/>
              <a:gd name="connsiteX0" fmla="*/ 2780776 w 4526375"/>
              <a:gd name="connsiteY0" fmla="*/ 0 h 5820445"/>
              <a:gd name="connsiteX1" fmla="*/ 4526375 w 4526375"/>
              <a:gd name="connsiteY1" fmla="*/ 9309 h 5820445"/>
              <a:gd name="connsiteX2" fmla="*/ 1692250 w 4526375"/>
              <a:gd name="connsiteY2" fmla="*/ 5820445 h 5820445"/>
              <a:gd name="connsiteX3" fmla="*/ 0 w 4526375"/>
              <a:gd name="connsiteY3" fmla="*/ 5820445 h 5820445"/>
              <a:gd name="connsiteX4" fmla="*/ 2780776 w 4526375"/>
              <a:gd name="connsiteY4" fmla="*/ 0 h 5820445"/>
              <a:gd name="connsiteX0" fmla="*/ 2780776 w 4526375"/>
              <a:gd name="connsiteY0" fmla="*/ 6278 h 5811136"/>
              <a:gd name="connsiteX1" fmla="*/ 4526375 w 4526375"/>
              <a:gd name="connsiteY1" fmla="*/ 0 h 5811136"/>
              <a:gd name="connsiteX2" fmla="*/ 1692250 w 4526375"/>
              <a:gd name="connsiteY2" fmla="*/ 5811136 h 5811136"/>
              <a:gd name="connsiteX3" fmla="*/ 0 w 4526375"/>
              <a:gd name="connsiteY3" fmla="*/ 5811136 h 5811136"/>
              <a:gd name="connsiteX4" fmla="*/ 2780776 w 4526375"/>
              <a:gd name="connsiteY4" fmla="*/ 6278 h 5811136"/>
              <a:gd name="connsiteX0" fmla="*/ 2828323 w 4526375"/>
              <a:gd name="connsiteY0" fmla="*/ 0 h 5814189"/>
              <a:gd name="connsiteX1" fmla="*/ 4526375 w 4526375"/>
              <a:gd name="connsiteY1" fmla="*/ 3053 h 5814189"/>
              <a:gd name="connsiteX2" fmla="*/ 1692250 w 4526375"/>
              <a:gd name="connsiteY2" fmla="*/ 5814189 h 5814189"/>
              <a:gd name="connsiteX3" fmla="*/ 0 w 4526375"/>
              <a:gd name="connsiteY3" fmla="*/ 5814189 h 5814189"/>
              <a:gd name="connsiteX4" fmla="*/ 2828323 w 4526375"/>
              <a:gd name="connsiteY4" fmla="*/ 0 h 5814189"/>
              <a:gd name="connsiteX0" fmla="*/ 2828323 w 4526375"/>
              <a:gd name="connsiteY0" fmla="*/ 1048 h 5811136"/>
              <a:gd name="connsiteX1" fmla="*/ 4526375 w 4526375"/>
              <a:gd name="connsiteY1" fmla="*/ 0 h 5811136"/>
              <a:gd name="connsiteX2" fmla="*/ 1692250 w 4526375"/>
              <a:gd name="connsiteY2" fmla="*/ 5811136 h 5811136"/>
              <a:gd name="connsiteX3" fmla="*/ 0 w 4526375"/>
              <a:gd name="connsiteY3" fmla="*/ 5811136 h 5811136"/>
              <a:gd name="connsiteX4" fmla="*/ 2828323 w 4526375"/>
              <a:gd name="connsiteY4" fmla="*/ 1048 h 5811136"/>
              <a:gd name="connsiteX0" fmla="*/ 2207366 w 4526375"/>
              <a:gd name="connsiteY0" fmla="*/ 10475 h 5811136"/>
              <a:gd name="connsiteX1" fmla="*/ 4526375 w 4526375"/>
              <a:gd name="connsiteY1" fmla="*/ 0 h 5811136"/>
              <a:gd name="connsiteX2" fmla="*/ 1692250 w 4526375"/>
              <a:gd name="connsiteY2" fmla="*/ 5811136 h 5811136"/>
              <a:gd name="connsiteX3" fmla="*/ 0 w 4526375"/>
              <a:gd name="connsiteY3" fmla="*/ 5811136 h 5811136"/>
              <a:gd name="connsiteX4" fmla="*/ 2207366 w 4526375"/>
              <a:gd name="connsiteY4" fmla="*/ 10475 h 5811136"/>
              <a:gd name="connsiteX0" fmla="*/ 2197638 w 4526375"/>
              <a:gd name="connsiteY0" fmla="*/ 4125 h 5811136"/>
              <a:gd name="connsiteX1" fmla="*/ 4526375 w 4526375"/>
              <a:gd name="connsiteY1" fmla="*/ 0 h 5811136"/>
              <a:gd name="connsiteX2" fmla="*/ 1692250 w 4526375"/>
              <a:gd name="connsiteY2" fmla="*/ 5811136 h 5811136"/>
              <a:gd name="connsiteX3" fmla="*/ 0 w 4526375"/>
              <a:gd name="connsiteY3" fmla="*/ 5811136 h 5811136"/>
              <a:gd name="connsiteX4" fmla="*/ 2197638 w 4526375"/>
              <a:gd name="connsiteY4" fmla="*/ 4125 h 5811136"/>
              <a:gd name="connsiteX0" fmla="*/ 2187911 w 4526375"/>
              <a:gd name="connsiteY0" fmla="*/ 0 h 5813361"/>
              <a:gd name="connsiteX1" fmla="*/ 4526375 w 4526375"/>
              <a:gd name="connsiteY1" fmla="*/ 2225 h 5813361"/>
              <a:gd name="connsiteX2" fmla="*/ 1692250 w 4526375"/>
              <a:gd name="connsiteY2" fmla="*/ 5813361 h 5813361"/>
              <a:gd name="connsiteX3" fmla="*/ 0 w 4526375"/>
              <a:gd name="connsiteY3" fmla="*/ 5813361 h 5813361"/>
              <a:gd name="connsiteX4" fmla="*/ 2187911 w 4526375"/>
              <a:gd name="connsiteY4" fmla="*/ 0 h 5813361"/>
              <a:gd name="connsiteX0" fmla="*/ 2158728 w 4526375"/>
              <a:gd name="connsiteY0" fmla="*/ 0 h 5813361"/>
              <a:gd name="connsiteX1" fmla="*/ 4526375 w 4526375"/>
              <a:gd name="connsiteY1" fmla="*/ 2225 h 5813361"/>
              <a:gd name="connsiteX2" fmla="*/ 1692250 w 4526375"/>
              <a:gd name="connsiteY2" fmla="*/ 5813361 h 5813361"/>
              <a:gd name="connsiteX3" fmla="*/ 0 w 4526375"/>
              <a:gd name="connsiteY3" fmla="*/ 5813361 h 5813361"/>
              <a:gd name="connsiteX4" fmla="*/ 2158728 w 4526375"/>
              <a:gd name="connsiteY4" fmla="*/ 0 h 5813361"/>
              <a:gd name="connsiteX0" fmla="*/ 2771564 w 5139211"/>
              <a:gd name="connsiteY0" fmla="*/ 0 h 5819711"/>
              <a:gd name="connsiteX1" fmla="*/ 5139211 w 5139211"/>
              <a:gd name="connsiteY1" fmla="*/ 2225 h 5819711"/>
              <a:gd name="connsiteX2" fmla="*/ 2305086 w 5139211"/>
              <a:gd name="connsiteY2" fmla="*/ 5813361 h 5819711"/>
              <a:gd name="connsiteX3" fmla="*/ 0 w 5139211"/>
              <a:gd name="connsiteY3" fmla="*/ 5819711 h 5819711"/>
              <a:gd name="connsiteX4" fmla="*/ 2771564 w 5139211"/>
              <a:gd name="connsiteY4" fmla="*/ 0 h 5819711"/>
              <a:gd name="connsiteX0" fmla="*/ 2771564 w 5139211"/>
              <a:gd name="connsiteY0" fmla="*/ 0 h 5815517"/>
              <a:gd name="connsiteX1" fmla="*/ 5139211 w 5139211"/>
              <a:gd name="connsiteY1" fmla="*/ 2225 h 5815517"/>
              <a:gd name="connsiteX2" fmla="*/ 2305086 w 5139211"/>
              <a:gd name="connsiteY2" fmla="*/ 5813361 h 5815517"/>
              <a:gd name="connsiteX3" fmla="*/ 0 w 5139211"/>
              <a:gd name="connsiteY3" fmla="*/ 5815517 h 5815517"/>
              <a:gd name="connsiteX4" fmla="*/ 2771564 w 5139211"/>
              <a:gd name="connsiteY4" fmla="*/ 0 h 5815517"/>
              <a:gd name="connsiteX0" fmla="*/ 2791575 w 5159222"/>
              <a:gd name="connsiteY0" fmla="*/ 0 h 5815517"/>
              <a:gd name="connsiteX1" fmla="*/ 5159222 w 5159222"/>
              <a:gd name="connsiteY1" fmla="*/ 2225 h 5815517"/>
              <a:gd name="connsiteX2" fmla="*/ 2325097 w 5159222"/>
              <a:gd name="connsiteY2" fmla="*/ 5813361 h 5815517"/>
              <a:gd name="connsiteX3" fmla="*/ 0 w 5159222"/>
              <a:gd name="connsiteY3" fmla="*/ 5815517 h 5815517"/>
              <a:gd name="connsiteX4" fmla="*/ 2791575 w 5159222"/>
              <a:gd name="connsiteY4" fmla="*/ 0 h 58155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159222" h="5815517">
                <a:moveTo>
                  <a:pt x="2791575" y="0"/>
                </a:moveTo>
                <a:lnTo>
                  <a:pt x="5159222" y="2225"/>
                </a:lnTo>
                <a:lnTo>
                  <a:pt x="2325097" y="5813361"/>
                </a:lnTo>
                <a:lnTo>
                  <a:pt x="0" y="5815517"/>
                </a:lnTo>
                <a:lnTo>
                  <a:pt x="2791575" y="0"/>
                </a:lnTo>
                <a:close/>
              </a:path>
            </a:pathLst>
          </a:custGeom>
          <a:solidFill>
            <a:srgbClr val="B6C8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9" name="Graphic 48">
            <a:extLst>
              <a:ext uri="{FF2B5EF4-FFF2-40B4-BE49-F238E27FC236}">
                <a16:creationId xmlns:a16="http://schemas.microsoft.com/office/drawing/2014/main" id="{77B7DC55-1470-D4FD-68AC-FB504B87FD6C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77367" y="529111"/>
            <a:ext cx="2267327" cy="250630"/>
          </a:xfrm>
          <a:prstGeom prst="rect">
            <a:avLst/>
          </a:prstGeom>
        </p:spPr>
      </p:pic>
      <p:pic>
        <p:nvPicPr>
          <p:cNvPr id="54" name="Graphic 53">
            <a:extLst>
              <a:ext uri="{FF2B5EF4-FFF2-40B4-BE49-F238E27FC236}">
                <a16:creationId xmlns:a16="http://schemas.microsoft.com/office/drawing/2014/main" id="{A4FA8EBB-EACB-3866-C10B-045D01AADA24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093023" y="5922334"/>
            <a:ext cx="1747558" cy="646357"/>
          </a:xfrm>
          <a:prstGeom prst="rect">
            <a:avLst/>
          </a:prstGeom>
        </p:spPr>
      </p:pic>
      <p:sp>
        <p:nvSpPr>
          <p:cNvPr id="7" name="Title 1">
            <a:extLst>
              <a:ext uri="{FF2B5EF4-FFF2-40B4-BE49-F238E27FC236}">
                <a16:creationId xmlns:a16="http://schemas.microsoft.com/office/drawing/2014/main" id="{260F8357-585A-CA40-F0F0-C81D2D60CFC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711030" y="2647948"/>
            <a:ext cx="8474200" cy="2080640"/>
          </a:xfrm>
        </p:spPr>
        <p:txBody>
          <a:bodyPr anchor="t"/>
          <a:lstStyle>
            <a:lvl1pPr algn="l">
              <a:lnSpc>
                <a:spcPct val="80000"/>
              </a:lnSpc>
              <a:defRPr sz="6000" b="1" i="0">
                <a:latin typeface="Söhne Halbfett" panose="020B0503030202060203" pitchFamily="34" charset="77"/>
                <a:cs typeface="Söhne Halbfett" panose="020B0503030202060203" pitchFamily="34" charset="77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2" name="Subtitle 2">
            <a:extLst>
              <a:ext uri="{FF2B5EF4-FFF2-40B4-BE49-F238E27FC236}">
                <a16:creationId xmlns:a16="http://schemas.microsoft.com/office/drawing/2014/main" id="{7AD1EA9A-7D07-0A95-EA62-5A8D4FAF182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711030" y="4976045"/>
            <a:ext cx="8017000" cy="952916"/>
          </a:xfrm>
          <a:prstGeom prst="rect">
            <a:avLst/>
          </a:prstGeom>
        </p:spPr>
        <p:txBody>
          <a:bodyPr/>
          <a:lstStyle>
            <a:lvl1pPr marL="0" indent="0" algn="l">
              <a:spcBef>
                <a:spcPts val="0"/>
              </a:spcBef>
              <a:buNone/>
              <a:defRPr sz="3200" b="0" i="0">
                <a:latin typeface="Söhne Halbfett" panose="020B0303030202060203" pitchFamily="34" charset="77"/>
                <a:cs typeface="Söhne Halbfett" panose="020B0303030202060203" pitchFamily="34" charset="77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13" name="Rectangle 4">
            <a:extLst>
              <a:ext uri="{FF2B5EF4-FFF2-40B4-BE49-F238E27FC236}">
                <a16:creationId xmlns:a16="http://schemas.microsoft.com/office/drawing/2014/main" id="{18556046-5EA2-C3E7-C968-9856674CCDFD}"/>
              </a:ext>
            </a:extLst>
          </p:cNvPr>
          <p:cNvSpPr/>
          <p:nvPr userDrawn="1"/>
        </p:nvSpPr>
        <p:spPr>
          <a:xfrm rot="10800000">
            <a:off x="415636" y="2647948"/>
            <a:ext cx="1191228" cy="1889127"/>
          </a:xfrm>
          <a:custGeom>
            <a:avLst/>
            <a:gdLst>
              <a:gd name="connsiteX0" fmla="*/ 0 w 2505206"/>
              <a:gd name="connsiteY0" fmla="*/ 0 h 5824603"/>
              <a:gd name="connsiteX1" fmla="*/ 2505206 w 2505206"/>
              <a:gd name="connsiteY1" fmla="*/ 0 h 5824603"/>
              <a:gd name="connsiteX2" fmla="*/ 2505206 w 2505206"/>
              <a:gd name="connsiteY2" fmla="*/ 5824603 h 5824603"/>
              <a:gd name="connsiteX3" fmla="*/ 0 w 2505206"/>
              <a:gd name="connsiteY3" fmla="*/ 5824603 h 5824603"/>
              <a:gd name="connsiteX4" fmla="*/ 0 w 2505206"/>
              <a:gd name="connsiteY4" fmla="*/ 0 h 5824603"/>
              <a:gd name="connsiteX0" fmla="*/ 0 w 3535109"/>
              <a:gd name="connsiteY0" fmla="*/ 0 h 5824603"/>
              <a:gd name="connsiteX1" fmla="*/ 3535109 w 3535109"/>
              <a:gd name="connsiteY1" fmla="*/ 0 h 5824603"/>
              <a:gd name="connsiteX2" fmla="*/ 2505206 w 3535109"/>
              <a:gd name="connsiteY2" fmla="*/ 5824603 h 5824603"/>
              <a:gd name="connsiteX3" fmla="*/ 0 w 3535109"/>
              <a:gd name="connsiteY3" fmla="*/ 5824603 h 5824603"/>
              <a:gd name="connsiteX4" fmla="*/ 0 w 3535109"/>
              <a:gd name="connsiteY4" fmla="*/ 0 h 5824603"/>
              <a:gd name="connsiteX0" fmla="*/ 1126156 w 3535109"/>
              <a:gd name="connsiteY0" fmla="*/ 0 h 5834229"/>
              <a:gd name="connsiteX1" fmla="*/ 3535109 w 3535109"/>
              <a:gd name="connsiteY1" fmla="*/ 9626 h 5834229"/>
              <a:gd name="connsiteX2" fmla="*/ 2505206 w 3535109"/>
              <a:gd name="connsiteY2" fmla="*/ 5834229 h 5834229"/>
              <a:gd name="connsiteX3" fmla="*/ 0 w 3535109"/>
              <a:gd name="connsiteY3" fmla="*/ 5834229 h 5834229"/>
              <a:gd name="connsiteX4" fmla="*/ 1126156 w 3535109"/>
              <a:gd name="connsiteY4" fmla="*/ 0 h 5834229"/>
              <a:gd name="connsiteX0" fmla="*/ 1103854 w 3535109"/>
              <a:gd name="connsiteY0" fmla="*/ 20110 h 5824603"/>
              <a:gd name="connsiteX1" fmla="*/ 3535109 w 3535109"/>
              <a:gd name="connsiteY1" fmla="*/ 0 h 5824603"/>
              <a:gd name="connsiteX2" fmla="*/ 2505206 w 3535109"/>
              <a:gd name="connsiteY2" fmla="*/ 5824603 h 5824603"/>
              <a:gd name="connsiteX3" fmla="*/ 0 w 3535109"/>
              <a:gd name="connsiteY3" fmla="*/ 5824603 h 5824603"/>
              <a:gd name="connsiteX4" fmla="*/ 1103854 w 3535109"/>
              <a:gd name="connsiteY4" fmla="*/ 20110 h 5824603"/>
              <a:gd name="connsiteX0" fmla="*/ 1111288 w 3535109"/>
              <a:gd name="connsiteY0" fmla="*/ 0 h 5826795"/>
              <a:gd name="connsiteX1" fmla="*/ 3535109 w 3535109"/>
              <a:gd name="connsiteY1" fmla="*/ 2192 h 5826795"/>
              <a:gd name="connsiteX2" fmla="*/ 2505206 w 3535109"/>
              <a:gd name="connsiteY2" fmla="*/ 5826795 h 5826795"/>
              <a:gd name="connsiteX3" fmla="*/ 0 w 3535109"/>
              <a:gd name="connsiteY3" fmla="*/ 5826795 h 5826795"/>
              <a:gd name="connsiteX4" fmla="*/ 1111288 w 3535109"/>
              <a:gd name="connsiteY4" fmla="*/ 0 h 5826795"/>
              <a:gd name="connsiteX0" fmla="*/ 1111288 w 4940163"/>
              <a:gd name="connsiteY0" fmla="*/ 0 h 5826795"/>
              <a:gd name="connsiteX1" fmla="*/ 4940163 w 4940163"/>
              <a:gd name="connsiteY1" fmla="*/ 2192 h 5826795"/>
              <a:gd name="connsiteX2" fmla="*/ 2505206 w 4940163"/>
              <a:gd name="connsiteY2" fmla="*/ 5826795 h 5826795"/>
              <a:gd name="connsiteX3" fmla="*/ 0 w 4940163"/>
              <a:gd name="connsiteY3" fmla="*/ 5826795 h 5826795"/>
              <a:gd name="connsiteX4" fmla="*/ 1111288 w 4940163"/>
              <a:gd name="connsiteY4" fmla="*/ 0 h 5826795"/>
              <a:gd name="connsiteX0" fmla="*/ 2486605 w 4940163"/>
              <a:gd name="connsiteY0" fmla="*/ 0 h 5826795"/>
              <a:gd name="connsiteX1" fmla="*/ 4940163 w 4940163"/>
              <a:gd name="connsiteY1" fmla="*/ 2192 h 5826795"/>
              <a:gd name="connsiteX2" fmla="*/ 2505206 w 4940163"/>
              <a:gd name="connsiteY2" fmla="*/ 5826795 h 5826795"/>
              <a:gd name="connsiteX3" fmla="*/ 0 w 4940163"/>
              <a:gd name="connsiteY3" fmla="*/ 5826795 h 5826795"/>
              <a:gd name="connsiteX4" fmla="*/ 2486605 w 4940163"/>
              <a:gd name="connsiteY4" fmla="*/ 0 h 5826795"/>
              <a:gd name="connsiteX0" fmla="*/ 2486605 w 4940163"/>
              <a:gd name="connsiteY0" fmla="*/ 0 h 5826795"/>
              <a:gd name="connsiteX1" fmla="*/ 4940163 w 4940163"/>
              <a:gd name="connsiteY1" fmla="*/ 2192 h 5826795"/>
              <a:gd name="connsiteX2" fmla="*/ 2001457 w 4940163"/>
              <a:gd name="connsiteY2" fmla="*/ 5826795 h 5826795"/>
              <a:gd name="connsiteX3" fmla="*/ 0 w 4940163"/>
              <a:gd name="connsiteY3" fmla="*/ 5826795 h 5826795"/>
              <a:gd name="connsiteX4" fmla="*/ 2486605 w 4940163"/>
              <a:gd name="connsiteY4" fmla="*/ 0 h 5826795"/>
              <a:gd name="connsiteX0" fmla="*/ 2486605 w 4478393"/>
              <a:gd name="connsiteY0" fmla="*/ 10165 h 5836960"/>
              <a:gd name="connsiteX1" fmla="*/ 4478393 w 4478393"/>
              <a:gd name="connsiteY1" fmla="*/ 0 h 5836960"/>
              <a:gd name="connsiteX2" fmla="*/ 2001457 w 4478393"/>
              <a:gd name="connsiteY2" fmla="*/ 5836960 h 5836960"/>
              <a:gd name="connsiteX3" fmla="*/ 0 w 4478393"/>
              <a:gd name="connsiteY3" fmla="*/ 5836960 h 5836960"/>
              <a:gd name="connsiteX4" fmla="*/ 2486605 w 4478393"/>
              <a:gd name="connsiteY4" fmla="*/ 10165 h 5836960"/>
              <a:gd name="connsiteX0" fmla="*/ 2486605 w 4422421"/>
              <a:gd name="connsiteY0" fmla="*/ 10165 h 5836960"/>
              <a:gd name="connsiteX1" fmla="*/ 4422421 w 4422421"/>
              <a:gd name="connsiteY1" fmla="*/ 0 h 5836960"/>
              <a:gd name="connsiteX2" fmla="*/ 2001457 w 4422421"/>
              <a:gd name="connsiteY2" fmla="*/ 5836960 h 5836960"/>
              <a:gd name="connsiteX3" fmla="*/ 0 w 4422421"/>
              <a:gd name="connsiteY3" fmla="*/ 5836960 h 5836960"/>
              <a:gd name="connsiteX4" fmla="*/ 2486605 w 4422421"/>
              <a:gd name="connsiteY4" fmla="*/ 10165 h 5836960"/>
              <a:gd name="connsiteX0" fmla="*/ 2486605 w 4478393"/>
              <a:gd name="connsiteY0" fmla="*/ 0 h 5826795"/>
              <a:gd name="connsiteX1" fmla="*/ 4478393 w 4478393"/>
              <a:gd name="connsiteY1" fmla="*/ 14549 h 5826795"/>
              <a:gd name="connsiteX2" fmla="*/ 2001457 w 4478393"/>
              <a:gd name="connsiteY2" fmla="*/ 5826795 h 5826795"/>
              <a:gd name="connsiteX3" fmla="*/ 0 w 4478393"/>
              <a:gd name="connsiteY3" fmla="*/ 5826795 h 5826795"/>
              <a:gd name="connsiteX4" fmla="*/ 2486605 w 4478393"/>
              <a:gd name="connsiteY4" fmla="*/ 0 h 5826795"/>
              <a:gd name="connsiteX0" fmla="*/ 2486605 w 4522645"/>
              <a:gd name="connsiteY0" fmla="*/ 1082 h 5827877"/>
              <a:gd name="connsiteX1" fmla="*/ 4522645 w 4522645"/>
              <a:gd name="connsiteY1" fmla="*/ 0 h 5827877"/>
              <a:gd name="connsiteX2" fmla="*/ 2001457 w 4522645"/>
              <a:gd name="connsiteY2" fmla="*/ 5827877 h 5827877"/>
              <a:gd name="connsiteX3" fmla="*/ 0 w 4522645"/>
              <a:gd name="connsiteY3" fmla="*/ 5827877 h 5827877"/>
              <a:gd name="connsiteX4" fmla="*/ 2486605 w 4522645"/>
              <a:gd name="connsiteY4" fmla="*/ 1082 h 5827877"/>
              <a:gd name="connsiteX0" fmla="*/ 2486605 w 4491075"/>
              <a:gd name="connsiteY0" fmla="*/ 1082 h 5827877"/>
              <a:gd name="connsiteX1" fmla="*/ 4491075 w 4491075"/>
              <a:gd name="connsiteY1" fmla="*/ 0 h 5827877"/>
              <a:gd name="connsiteX2" fmla="*/ 2001457 w 4491075"/>
              <a:gd name="connsiteY2" fmla="*/ 5827877 h 5827877"/>
              <a:gd name="connsiteX3" fmla="*/ 0 w 4491075"/>
              <a:gd name="connsiteY3" fmla="*/ 5827877 h 5827877"/>
              <a:gd name="connsiteX4" fmla="*/ 2486605 w 4491075"/>
              <a:gd name="connsiteY4" fmla="*/ 1082 h 5827877"/>
              <a:gd name="connsiteX0" fmla="*/ 2616040 w 4620510"/>
              <a:gd name="connsiteY0" fmla="*/ 1082 h 5827877"/>
              <a:gd name="connsiteX1" fmla="*/ 4620510 w 4620510"/>
              <a:gd name="connsiteY1" fmla="*/ 0 h 5827877"/>
              <a:gd name="connsiteX2" fmla="*/ 2130892 w 4620510"/>
              <a:gd name="connsiteY2" fmla="*/ 5827877 h 5827877"/>
              <a:gd name="connsiteX3" fmla="*/ 0 w 4620510"/>
              <a:gd name="connsiteY3" fmla="*/ 5821527 h 5827877"/>
              <a:gd name="connsiteX4" fmla="*/ 2616040 w 4620510"/>
              <a:gd name="connsiteY4" fmla="*/ 1082 h 5827877"/>
              <a:gd name="connsiteX0" fmla="*/ 2616040 w 4620510"/>
              <a:gd name="connsiteY0" fmla="*/ 1082 h 5821527"/>
              <a:gd name="connsiteX1" fmla="*/ 4620510 w 4620510"/>
              <a:gd name="connsiteY1" fmla="*/ 0 h 5821527"/>
              <a:gd name="connsiteX2" fmla="*/ 1828876 w 4620510"/>
              <a:gd name="connsiteY2" fmla="*/ 5821527 h 5821527"/>
              <a:gd name="connsiteX3" fmla="*/ 0 w 4620510"/>
              <a:gd name="connsiteY3" fmla="*/ 5821527 h 5821527"/>
              <a:gd name="connsiteX4" fmla="*/ 2616040 w 4620510"/>
              <a:gd name="connsiteY4" fmla="*/ 1082 h 5821527"/>
              <a:gd name="connsiteX0" fmla="*/ 2616040 w 4620510"/>
              <a:gd name="connsiteY0" fmla="*/ 1082 h 5821527"/>
              <a:gd name="connsiteX1" fmla="*/ 4620510 w 4620510"/>
              <a:gd name="connsiteY1" fmla="*/ 0 h 5821527"/>
              <a:gd name="connsiteX2" fmla="*/ 1641914 w 4620510"/>
              <a:gd name="connsiteY2" fmla="*/ 5821527 h 5821527"/>
              <a:gd name="connsiteX3" fmla="*/ 0 w 4620510"/>
              <a:gd name="connsiteY3" fmla="*/ 5821527 h 5821527"/>
              <a:gd name="connsiteX4" fmla="*/ 2616040 w 4620510"/>
              <a:gd name="connsiteY4" fmla="*/ 1082 h 5821527"/>
              <a:gd name="connsiteX0" fmla="*/ 2616040 w 4620510"/>
              <a:gd name="connsiteY0" fmla="*/ 1082 h 5821527"/>
              <a:gd name="connsiteX1" fmla="*/ 4620510 w 4620510"/>
              <a:gd name="connsiteY1" fmla="*/ 0 h 5821527"/>
              <a:gd name="connsiteX2" fmla="*/ 1699441 w 4620510"/>
              <a:gd name="connsiteY2" fmla="*/ 5808827 h 5821527"/>
              <a:gd name="connsiteX3" fmla="*/ 0 w 4620510"/>
              <a:gd name="connsiteY3" fmla="*/ 5821527 h 5821527"/>
              <a:gd name="connsiteX4" fmla="*/ 2616040 w 4620510"/>
              <a:gd name="connsiteY4" fmla="*/ 1082 h 5821527"/>
              <a:gd name="connsiteX0" fmla="*/ 2616040 w 4620510"/>
              <a:gd name="connsiteY0" fmla="*/ 1082 h 5821527"/>
              <a:gd name="connsiteX1" fmla="*/ 4620510 w 4620510"/>
              <a:gd name="connsiteY1" fmla="*/ 0 h 5821527"/>
              <a:gd name="connsiteX2" fmla="*/ 1692250 w 4620510"/>
              <a:gd name="connsiteY2" fmla="*/ 5821527 h 5821527"/>
              <a:gd name="connsiteX3" fmla="*/ 0 w 4620510"/>
              <a:gd name="connsiteY3" fmla="*/ 5821527 h 5821527"/>
              <a:gd name="connsiteX4" fmla="*/ 2616040 w 4620510"/>
              <a:gd name="connsiteY4" fmla="*/ 1082 h 5821527"/>
              <a:gd name="connsiteX0" fmla="*/ 2780776 w 4620510"/>
              <a:gd name="connsiteY0" fmla="*/ 1082 h 5821527"/>
              <a:gd name="connsiteX1" fmla="*/ 4620510 w 4620510"/>
              <a:gd name="connsiteY1" fmla="*/ 0 h 5821527"/>
              <a:gd name="connsiteX2" fmla="*/ 1692250 w 4620510"/>
              <a:gd name="connsiteY2" fmla="*/ 5821527 h 5821527"/>
              <a:gd name="connsiteX3" fmla="*/ 0 w 4620510"/>
              <a:gd name="connsiteY3" fmla="*/ 5821527 h 5821527"/>
              <a:gd name="connsiteX4" fmla="*/ 2780776 w 4620510"/>
              <a:gd name="connsiteY4" fmla="*/ 1082 h 5821527"/>
              <a:gd name="connsiteX0" fmla="*/ 2780776 w 4526375"/>
              <a:gd name="connsiteY0" fmla="*/ 11473 h 5831918"/>
              <a:gd name="connsiteX1" fmla="*/ 4526375 w 4526375"/>
              <a:gd name="connsiteY1" fmla="*/ 0 h 5831918"/>
              <a:gd name="connsiteX2" fmla="*/ 1692250 w 4526375"/>
              <a:gd name="connsiteY2" fmla="*/ 5831918 h 5831918"/>
              <a:gd name="connsiteX3" fmla="*/ 0 w 4526375"/>
              <a:gd name="connsiteY3" fmla="*/ 5831918 h 5831918"/>
              <a:gd name="connsiteX4" fmla="*/ 2780776 w 4526375"/>
              <a:gd name="connsiteY4" fmla="*/ 11473 h 5831918"/>
              <a:gd name="connsiteX0" fmla="*/ 2780776 w 4526375"/>
              <a:gd name="connsiteY0" fmla="*/ 0 h 5820445"/>
              <a:gd name="connsiteX1" fmla="*/ 4526375 w 4526375"/>
              <a:gd name="connsiteY1" fmla="*/ 9309 h 5820445"/>
              <a:gd name="connsiteX2" fmla="*/ 1692250 w 4526375"/>
              <a:gd name="connsiteY2" fmla="*/ 5820445 h 5820445"/>
              <a:gd name="connsiteX3" fmla="*/ 0 w 4526375"/>
              <a:gd name="connsiteY3" fmla="*/ 5820445 h 5820445"/>
              <a:gd name="connsiteX4" fmla="*/ 2780776 w 4526375"/>
              <a:gd name="connsiteY4" fmla="*/ 0 h 5820445"/>
              <a:gd name="connsiteX0" fmla="*/ 2780776 w 4526375"/>
              <a:gd name="connsiteY0" fmla="*/ 6278 h 5811136"/>
              <a:gd name="connsiteX1" fmla="*/ 4526375 w 4526375"/>
              <a:gd name="connsiteY1" fmla="*/ 0 h 5811136"/>
              <a:gd name="connsiteX2" fmla="*/ 1692250 w 4526375"/>
              <a:gd name="connsiteY2" fmla="*/ 5811136 h 5811136"/>
              <a:gd name="connsiteX3" fmla="*/ 0 w 4526375"/>
              <a:gd name="connsiteY3" fmla="*/ 5811136 h 5811136"/>
              <a:gd name="connsiteX4" fmla="*/ 2780776 w 4526375"/>
              <a:gd name="connsiteY4" fmla="*/ 6278 h 5811136"/>
              <a:gd name="connsiteX0" fmla="*/ 2828323 w 4526375"/>
              <a:gd name="connsiteY0" fmla="*/ 0 h 5814189"/>
              <a:gd name="connsiteX1" fmla="*/ 4526375 w 4526375"/>
              <a:gd name="connsiteY1" fmla="*/ 3053 h 5814189"/>
              <a:gd name="connsiteX2" fmla="*/ 1692250 w 4526375"/>
              <a:gd name="connsiteY2" fmla="*/ 5814189 h 5814189"/>
              <a:gd name="connsiteX3" fmla="*/ 0 w 4526375"/>
              <a:gd name="connsiteY3" fmla="*/ 5814189 h 5814189"/>
              <a:gd name="connsiteX4" fmla="*/ 2828323 w 4526375"/>
              <a:gd name="connsiteY4" fmla="*/ 0 h 5814189"/>
              <a:gd name="connsiteX0" fmla="*/ 2828323 w 4526375"/>
              <a:gd name="connsiteY0" fmla="*/ 1048 h 5811136"/>
              <a:gd name="connsiteX1" fmla="*/ 4526375 w 4526375"/>
              <a:gd name="connsiteY1" fmla="*/ 0 h 5811136"/>
              <a:gd name="connsiteX2" fmla="*/ 1692250 w 4526375"/>
              <a:gd name="connsiteY2" fmla="*/ 5811136 h 5811136"/>
              <a:gd name="connsiteX3" fmla="*/ 0 w 4526375"/>
              <a:gd name="connsiteY3" fmla="*/ 5811136 h 5811136"/>
              <a:gd name="connsiteX4" fmla="*/ 2828323 w 4526375"/>
              <a:gd name="connsiteY4" fmla="*/ 1048 h 5811136"/>
              <a:gd name="connsiteX0" fmla="*/ 2207366 w 4526375"/>
              <a:gd name="connsiteY0" fmla="*/ 10475 h 5811136"/>
              <a:gd name="connsiteX1" fmla="*/ 4526375 w 4526375"/>
              <a:gd name="connsiteY1" fmla="*/ 0 h 5811136"/>
              <a:gd name="connsiteX2" fmla="*/ 1692250 w 4526375"/>
              <a:gd name="connsiteY2" fmla="*/ 5811136 h 5811136"/>
              <a:gd name="connsiteX3" fmla="*/ 0 w 4526375"/>
              <a:gd name="connsiteY3" fmla="*/ 5811136 h 5811136"/>
              <a:gd name="connsiteX4" fmla="*/ 2207366 w 4526375"/>
              <a:gd name="connsiteY4" fmla="*/ 10475 h 5811136"/>
              <a:gd name="connsiteX0" fmla="*/ 2197638 w 4526375"/>
              <a:gd name="connsiteY0" fmla="*/ 4125 h 5811136"/>
              <a:gd name="connsiteX1" fmla="*/ 4526375 w 4526375"/>
              <a:gd name="connsiteY1" fmla="*/ 0 h 5811136"/>
              <a:gd name="connsiteX2" fmla="*/ 1692250 w 4526375"/>
              <a:gd name="connsiteY2" fmla="*/ 5811136 h 5811136"/>
              <a:gd name="connsiteX3" fmla="*/ 0 w 4526375"/>
              <a:gd name="connsiteY3" fmla="*/ 5811136 h 5811136"/>
              <a:gd name="connsiteX4" fmla="*/ 2197638 w 4526375"/>
              <a:gd name="connsiteY4" fmla="*/ 4125 h 5811136"/>
              <a:gd name="connsiteX0" fmla="*/ 2187911 w 4526375"/>
              <a:gd name="connsiteY0" fmla="*/ 0 h 5813361"/>
              <a:gd name="connsiteX1" fmla="*/ 4526375 w 4526375"/>
              <a:gd name="connsiteY1" fmla="*/ 2225 h 5813361"/>
              <a:gd name="connsiteX2" fmla="*/ 1692250 w 4526375"/>
              <a:gd name="connsiteY2" fmla="*/ 5813361 h 5813361"/>
              <a:gd name="connsiteX3" fmla="*/ 0 w 4526375"/>
              <a:gd name="connsiteY3" fmla="*/ 5813361 h 5813361"/>
              <a:gd name="connsiteX4" fmla="*/ 2187911 w 4526375"/>
              <a:gd name="connsiteY4" fmla="*/ 0 h 5813361"/>
              <a:gd name="connsiteX0" fmla="*/ 2158728 w 4526375"/>
              <a:gd name="connsiteY0" fmla="*/ 0 h 5813361"/>
              <a:gd name="connsiteX1" fmla="*/ 4526375 w 4526375"/>
              <a:gd name="connsiteY1" fmla="*/ 2225 h 5813361"/>
              <a:gd name="connsiteX2" fmla="*/ 1692250 w 4526375"/>
              <a:gd name="connsiteY2" fmla="*/ 5813361 h 5813361"/>
              <a:gd name="connsiteX3" fmla="*/ 0 w 4526375"/>
              <a:gd name="connsiteY3" fmla="*/ 5813361 h 5813361"/>
              <a:gd name="connsiteX4" fmla="*/ 2158728 w 4526375"/>
              <a:gd name="connsiteY4" fmla="*/ 0 h 5813361"/>
              <a:gd name="connsiteX0" fmla="*/ 2771564 w 5139211"/>
              <a:gd name="connsiteY0" fmla="*/ 0 h 5819711"/>
              <a:gd name="connsiteX1" fmla="*/ 5139211 w 5139211"/>
              <a:gd name="connsiteY1" fmla="*/ 2225 h 5819711"/>
              <a:gd name="connsiteX2" fmla="*/ 2305086 w 5139211"/>
              <a:gd name="connsiteY2" fmla="*/ 5813361 h 5819711"/>
              <a:gd name="connsiteX3" fmla="*/ 0 w 5139211"/>
              <a:gd name="connsiteY3" fmla="*/ 5819711 h 5819711"/>
              <a:gd name="connsiteX4" fmla="*/ 2771564 w 5139211"/>
              <a:gd name="connsiteY4" fmla="*/ 0 h 5819711"/>
              <a:gd name="connsiteX0" fmla="*/ 2771564 w 5139211"/>
              <a:gd name="connsiteY0" fmla="*/ 0 h 5815517"/>
              <a:gd name="connsiteX1" fmla="*/ 5139211 w 5139211"/>
              <a:gd name="connsiteY1" fmla="*/ 2225 h 5815517"/>
              <a:gd name="connsiteX2" fmla="*/ 2305086 w 5139211"/>
              <a:gd name="connsiteY2" fmla="*/ 5813361 h 5815517"/>
              <a:gd name="connsiteX3" fmla="*/ 0 w 5139211"/>
              <a:gd name="connsiteY3" fmla="*/ 5815517 h 5815517"/>
              <a:gd name="connsiteX4" fmla="*/ 2771564 w 5139211"/>
              <a:gd name="connsiteY4" fmla="*/ 0 h 5815517"/>
              <a:gd name="connsiteX0" fmla="*/ 2791575 w 5159222"/>
              <a:gd name="connsiteY0" fmla="*/ 0 h 5815517"/>
              <a:gd name="connsiteX1" fmla="*/ 5159222 w 5159222"/>
              <a:gd name="connsiteY1" fmla="*/ 2225 h 5815517"/>
              <a:gd name="connsiteX2" fmla="*/ 2325097 w 5159222"/>
              <a:gd name="connsiteY2" fmla="*/ 5813361 h 5815517"/>
              <a:gd name="connsiteX3" fmla="*/ 0 w 5159222"/>
              <a:gd name="connsiteY3" fmla="*/ 5815517 h 5815517"/>
              <a:gd name="connsiteX4" fmla="*/ 2791575 w 5159222"/>
              <a:gd name="connsiteY4" fmla="*/ 0 h 58155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159222" h="5815517">
                <a:moveTo>
                  <a:pt x="2791575" y="0"/>
                </a:moveTo>
                <a:lnTo>
                  <a:pt x="5159222" y="2225"/>
                </a:lnTo>
                <a:lnTo>
                  <a:pt x="2325097" y="5813361"/>
                </a:lnTo>
                <a:lnTo>
                  <a:pt x="0" y="5815517"/>
                </a:lnTo>
                <a:lnTo>
                  <a:pt x="2791575" y="0"/>
                </a:lnTo>
                <a:close/>
              </a:path>
            </a:pathLst>
          </a:custGeom>
          <a:solidFill>
            <a:srgbClr val="10A98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127136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B6F8B19-FB0D-3C77-EB6F-06FFDE9F49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49CF8C6C-59D6-1C5B-320F-19AF7955FAD6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74744" y="726121"/>
            <a:ext cx="287256" cy="475621"/>
          </a:xfrm>
          <a:prstGeom prst="rect">
            <a:avLst/>
          </a:prstGeom>
        </p:spPr>
      </p:pic>
      <p:pic>
        <p:nvPicPr>
          <p:cNvPr id="10" name="Graphic 9">
            <a:extLst>
              <a:ext uri="{FF2B5EF4-FFF2-40B4-BE49-F238E27FC236}">
                <a16:creationId xmlns:a16="http://schemas.microsoft.com/office/drawing/2014/main" id="{F379BFA7-8882-8778-B1FC-033A65B84FE6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093023" y="5922334"/>
            <a:ext cx="1747558" cy="646357"/>
          </a:xfrm>
          <a:prstGeom prst="rect">
            <a:avLst/>
          </a:prstGeom>
        </p:spPr>
      </p:pic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8D389491-83DC-AD45-F6D1-6B8DA02CE4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274820" y="6356350"/>
            <a:ext cx="563380" cy="365125"/>
          </a:xfrm>
        </p:spPr>
        <p:txBody>
          <a:bodyPr/>
          <a:lstStyle>
            <a:lvl1pPr algn="l">
              <a:defRPr/>
            </a:lvl1pPr>
          </a:lstStyle>
          <a:p>
            <a:fld id="{7C8598A7-94B2-594C-8A98-02B4613DD73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FB2D6EF1-F2EA-A471-D243-5C6D0C8BC5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08702"/>
            <a:ext cx="10515600" cy="925195"/>
          </a:xfrm>
        </p:spPr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81607994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5906B2-ED2E-0129-C21A-B248D7F32D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1106" y="364182"/>
            <a:ext cx="10515600" cy="1325563"/>
          </a:xfrm>
        </p:spPr>
        <p:txBody>
          <a:bodyPr anchor="t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EDA2CC8C-55CE-D74A-0C1A-3DB6E96E108F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093023" y="5922334"/>
            <a:ext cx="1747558" cy="646357"/>
          </a:xfrm>
          <a:prstGeom prst="rect">
            <a:avLst/>
          </a:prstGeom>
        </p:spPr>
      </p:pic>
      <p:pic>
        <p:nvPicPr>
          <p:cNvPr id="4" name="Graphic 3">
            <a:extLst>
              <a:ext uri="{FF2B5EF4-FFF2-40B4-BE49-F238E27FC236}">
                <a16:creationId xmlns:a16="http://schemas.microsoft.com/office/drawing/2014/main" id="{DB924939-E65E-159C-803A-156354515A1E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62389" y="5922334"/>
            <a:ext cx="1747559" cy="606034"/>
          </a:xfrm>
          <a:prstGeom prst="rect">
            <a:avLst/>
          </a:prstGeom>
        </p:spPr>
      </p:pic>
      <p:pic>
        <p:nvPicPr>
          <p:cNvPr id="5" name="Graphic 4">
            <a:extLst>
              <a:ext uri="{FF2B5EF4-FFF2-40B4-BE49-F238E27FC236}">
                <a16:creationId xmlns:a16="http://schemas.microsoft.com/office/drawing/2014/main" id="{60A38C83-95F4-0FE1-C290-1E2BC06928A0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62389" y="329632"/>
            <a:ext cx="287256" cy="4756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00690812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1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5906B2-ED2E-0129-C21A-B248D7F32D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1106" y="365125"/>
            <a:ext cx="10392694" cy="1325563"/>
          </a:xfrm>
        </p:spPr>
        <p:txBody>
          <a:bodyPr anchor="t">
            <a:normAutofit/>
          </a:bodyPr>
          <a:lstStyle>
            <a:lvl1pPr>
              <a:defRPr sz="3600"/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EDA2CC8C-55CE-D74A-0C1A-3DB6E96E108F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093023" y="5922334"/>
            <a:ext cx="1747558" cy="646357"/>
          </a:xfrm>
          <a:prstGeom prst="rect">
            <a:avLst/>
          </a:prstGeom>
        </p:spPr>
      </p:pic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BEC18FF9-B830-6311-6BF0-9625DE8063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274820" y="6356350"/>
            <a:ext cx="563380" cy="365125"/>
          </a:xfrm>
        </p:spPr>
        <p:txBody>
          <a:bodyPr/>
          <a:lstStyle>
            <a:lvl1pPr algn="l">
              <a:defRPr/>
            </a:lvl1pPr>
          </a:lstStyle>
          <a:p>
            <a:fld id="{7C8598A7-94B2-594C-8A98-02B4613DD73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748B59B-A55D-93D7-ABC3-C63B47333C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989352" y="6356350"/>
            <a:ext cx="8934138" cy="365125"/>
          </a:xfrm>
        </p:spPr>
        <p:txBody>
          <a:bodyPr/>
          <a:lstStyle>
            <a:lvl1pPr algn="l">
              <a:defRPr/>
            </a:lvl1pPr>
          </a:lstStyle>
          <a:p>
            <a:endParaRPr lang="en-US"/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0EF5A00B-610D-320C-E85F-920807418FBD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62389" y="329632"/>
            <a:ext cx="287256" cy="4756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51992805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Graphic 10">
            <a:extLst>
              <a:ext uri="{FF2B5EF4-FFF2-40B4-BE49-F238E27FC236}">
                <a16:creationId xmlns:a16="http://schemas.microsoft.com/office/drawing/2014/main" id="{0ECBF95F-DADA-57C7-AC30-3E1296B58CAF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70624" y="898424"/>
            <a:ext cx="3980472" cy="1146330"/>
          </a:xfrm>
          <a:prstGeom prst="rect">
            <a:avLst/>
          </a:prstGeom>
        </p:spPr>
      </p:pic>
      <p:sp>
        <p:nvSpPr>
          <p:cNvPr id="47" name="Rectangle 4">
            <a:extLst>
              <a:ext uri="{FF2B5EF4-FFF2-40B4-BE49-F238E27FC236}">
                <a16:creationId xmlns:a16="http://schemas.microsoft.com/office/drawing/2014/main" id="{15023EA1-4472-B0CB-D480-24D491514BE4}"/>
              </a:ext>
            </a:extLst>
          </p:cNvPr>
          <p:cNvSpPr/>
          <p:nvPr userDrawn="1"/>
        </p:nvSpPr>
        <p:spPr>
          <a:xfrm rot="10800000">
            <a:off x="6388859" y="-645851"/>
            <a:ext cx="5606988" cy="8113011"/>
          </a:xfrm>
          <a:custGeom>
            <a:avLst/>
            <a:gdLst>
              <a:gd name="connsiteX0" fmla="*/ 0 w 2505206"/>
              <a:gd name="connsiteY0" fmla="*/ 0 h 5824603"/>
              <a:gd name="connsiteX1" fmla="*/ 2505206 w 2505206"/>
              <a:gd name="connsiteY1" fmla="*/ 0 h 5824603"/>
              <a:gd name="connsiteX2" fmla="*/ 2505206 w 2505206"/>
              <a:gd name="connsiteY2" fmla="*/ 5824603 h 5824603"/>
              <a:gd name="connsiteX3" fmla="*/ 0 w 2505206"/>
              <a:gd name="connsiteY3" fmla="*/ 5824603 h 5824603"/>
              <a:gd name="connsiteX4" fmla="*/ 0 w 2505206"/>
              <a:gd name="connsiteY4" fmla="*/ 0 h 5824603"/>
              <a:gd name="connsiteX0" fmla="*/ 0 w 3535109"/>
              <a:gd name="connsiteY0" fmla="*/ 0 h 5824603"/>
              <a:gd name="connsiteX1" fmla="*/ 3535109 w 3535109"/>
              <a:gd name="connsiteY1" fmla="*/ 0 h 5824603"/>
              <a:gd name="connsiteX2" fmla="*/ 2505206 w 3535109"/>
              <a:gd name="connsiteY2" fmla="*/ 5824603 h 5824603"/>
              <a:gd name="connsiteX3" fmla="*/ 0 w 3535109"/>
              <a:gd name="connsiteY3" fmla="*/ 5824603 h 5824603"/>
              <a:gd name="connsiteX4" fmla="*/ 0 w 3535109"/>
              <a:gd name="connsiteY4" fmla="*/ 0 h 5824603"/>
              <a:gd name="connsiteX0" fmla="*/ 1126156 w 3535109"/>
              <a:gd name="connsiteY0" fmla="*/ 0 h 5834229"/>
              <a:gd name="connsiteX1" fmla="*/ 3535109 w 3535109"/>
              <a:gd name="connsiteY1" fmla="*/ 9626 h 5834229"/>
              <a:gd name="connsiteX2" fmla="*/ 2505206 w 3535109"/>
              <a:gd name="connsiteY2" fmla="*/ 5834229 h 5834229"/>
              <a:gd name="connsiteX3" fmla="*/ 0 w 3535109"/>
              <a:gd name="connsiteY3" fmla="*/ 5834229 h 5834229"/>
              <a:gd name="connsiteX4" fmla="*/ 1126156 w 3535109"/>
              <a:gd name="connsiteY4" fmla="*/ 0 h 5834229"/>
              <a:gd name="connsiteX0" fmla="*/ 1103854 w 3535109"/>
              <a:gd name="connsiteY0" fmla="*/ 20110 h 5824603"/>
              <a:gd name="connsiteX1" fmla="*/ 3535109 w 3535109"/>
              <a:gd name="connsiteY1" fmla="*/ 0 h 5824603"/>
              <a:gd name="connsiteX2" fmla="*/ 2505206 w 3535109"/>
              <a:gd name="connsiteY2" fmla="*/ 5824603 h 5824603"/>
              <a:gd name="connsiteX3" fmla="*/ 0 w 3535109"/>
              <a:gd name="connsiteY3" fmla="*/ 5824603 h 5824603"/>
              <a:gd name="connsiteX4" fmla="*/ 1103854 w 3535109"/>
              <a:gd name="connsiteY4" fmla="*/ 20110 h 5824603"/>
              <a:gd name="connsiteX0" fmla="*/ 1111288 w 3535109"/>
              <a:gd name="connsiteY0" fmla="*/ 0 h 5826795"/>
              <a:gd name="connsiteX1" fmla="*/ 3535109 w 3535109"/>
              <a:gd name="connsiteY1" fmla="*/ 2192 h 5826795"/>
              <a:gd name="connsiteX2" fmla="*/ 2505206 w 3535109"/>
              <a:gd name="connsiteY2" fmla="*/ 5826795 h 5826795"/>
              <a:gd name="connsiteX3" fmla="*/ 0 w 3535109"/>
              <a:gd name="connsiteY3" fmla="*/ 5826795 h 5826795"/>
              <a:gd name="connsiteX4" fmla="*/ 1111288 w 3535109"/>
              <a:gd name="connsiteY4" fmla="*/ 0 h 5826795"/>
              <a:gd name="connsiteX0" fmla="*/ 1111288 w 4940163"/>
              <a:gd name="connsiteY0" fmla="*/ 0 h 5826795"/>
              <a:gd name="connsiteX1" fmla="*/ 4940163 w 4940163"/>
              <a:gd name="connsiteY1" fmla="*/ 2192 h 5826795"/>
              <a:gd name="connsiteX2" fmla="*/ 2505206 w 4940163"/>
              <a:gd name="connsiteY2" fmla="*/ 5826795 h 5826795"/>
              <a:gd name="connsiteX3" fmla="*/ 0 w 4940163"/>
              <a:gd name="connsiteY3" fmla="*/ 5826795 h 5826795"/>
              <a:gd name="connsiteX4" fmla="*/ 1111288 w 4940163"/>
              <a:gd name="connsiteY4" fmla="*/ 0 h 5826795"/>
              <a:gd name="connsiteX0" fmla="*/ 2486605 w 4940163"/>
              <a:gd name="connsiteY0" fmla="*/ 0 h 5826795"/>
              <a:gd name="connsiteX1" fmla="*/ 4940163 w 4940163"/>
              <a:gd name="connsiteY1" fmla="*/ 2192 h 5826795"/>
              <a:gd name="connsiteX2" fmla="*/ 2505206 w 4940163"/>
              <a:gd name="connsiteY2" fmla="*/ 5826795 h 5826795"/>
              <a:gd name="connsiteX3" fmla="*/ 0 w 4940163"/>
              <a:gd name="connsiteY3" fmla="*/ 5826795 h 5826795"/>
              <a:gd name="connsiteX4" fmla="*/ 2486605 w 4940163"/>
              <a:gd name="connsiteY4" fmla="*/ 0 h 5826795"/>
              <a:gd name="connsiteX0" fmla="*/ 2486605 w 4940163"/>
              <a:gd name="connsiteY0" fmla="*/ 0 h 5826795"/>
              <a:gd name="connsiteX1" fmla="*/ 4940163 w 4940163"/>
              <a:gd name="connsiteY1" fmla="*/ 2192 h 5826795"/>
              <a:gd name="connsiteX2" fmla="*/ 2001457 w 4940163"/>
              <a:gd name="connsiteY2" fmla="*/ 5826795 h 5826795"/>
              <a:gd name="connsiteX3" fmla="*/ 0 w 4940163"/>
              <a:gd name="connsiteY3" fmla="*/ 5826795 h 5826795"/>
              <a:gd name="connsiteX4" fmla="*/ 2486605 w 4940163"/>
              <a:gd name="connsiteY4" fmla="*/ 0 h 5826795"/>
              <a:gd name="connsiteX0" fmla="*/ 2486605 w 4478393"/>
              <a:gd name="connsiteY0" fmla="*/ 10165 h 5836960"/>
              <a:gd name="connsiteX1" fmla="*/ 4478393 w 4478393"/>
              <a:gd name="connsiteY1" fmla="*/ 0 h 5836960"/>
              <a:gd name="connsiteX2" fmla="*/ 2001457 w 4478393"/>
              <a:gd name="connsiteY2" fmla="*/ 5836960 h 5836960"/>
              <a:gd name="connsiteX3" fmla="*/ 0 w 4478393"/>
              <a:gd name="connsiteY3" fmla="*/ 5836960 h 5836960"/>
              <a:gd name="connsiteX4" fmla="*/ 2486605 w 4478393"/>
              <a:gd name="connsiteY4" fmla="*/ 10165 h 5836960"/>
              <a:gd name="connsiteX0" fmla="*/ 2486605 w 4422421"/>
              <a:gd name="connsiteY0" fmla="*/ 10165 h 5836960"/>
              <a:gd name="connsiteX1" fmla="*/ 4422421 w 4422421"/>
              <a:gd name="connsiteY1" fmla="*/ 0 h 5836960"/>
              <a:gd name="connsiteX2" fmla="*/ 2001457 w 4422421"/>
              <a:gd name="connsiteY2" fmla="*/ 5836960 h 5836960"/>
              <a:gd name="connsiteX3" fmla="*/ 0 w 4422421"/>
              <a:gd name="connsiteY3" fmla="*/ 5836960 h 5836960"/>
              <a:gd name="connsiteX4" fmla="*/ 2486605 w 4422421"/>
              <a:gd name="connsiteY4" fmla="*/ 10165 h 5836960"/>
              <a:gd name="connsiteX0" fmla="*/ 2486605 w 4478393"/>
              <a:gd name="connsiteY0" fmla="*/ 0 h 5826795"/>
              <a:gd name="connsiteX1" fmla="*/ 4478393 w 4478393"/>
              <a:gd name="connsiteY1" fmla="*/ 14549 h 5826795"/>
              <a:gd name="connsiteX2" fmla="*/ 2001457 w 4478393"/>
              <a:gd name="connsiteY2" fmla="*/ 5826795 h 5826795"/>
              <a:gd name="connsiteX3" fmla="*/ 0 w 4478393"/>
              <a:gd name="connsiteY3" fmla="*/ 5826795 h 5826795"/>
              <a:gd name="connsiteX4" fmla="*/ 2486605 w 4478393"/>
              <a:gd name="connsiteY4" fmla="*/ 0 h 5826795"/>
              <a:gd name="connsiteX0" fmla="*/ 2486605 w 4522645"/>
              <a:gd name="connsiteY0" fmla="*/ 1082 h 5827877"/>
              <a:gd name="connsiteX1" fmla="*/ 4522645 w 4522645"/>
              <a:gd name="connsiteY1" fmla="*/ 0 h 5827877"/>
              <a:gd name="connsiteX2" fmla="*/ 2001457 w 4522645"/>
              <a:gd name="connsiteY2" fmla="*/ 5827877 h 5827877"/>
              <a:gd name="connsiteX3" fmla="*/ 0 w 4522645"/>
              <a:gd name="connsiteY3" fmla="*/ 5827877 h 5827877"/>
              <a:gd name="connsiteX4" fmla="*/ 2486605 w 4522645"/>
              <a:gd name="connsiteY4" fmla="*/ 1082 h 5827877"/>
              <a:gd name="connsiteX0" fmla="*/ 2486605 w 4491075"/>
              <a:gd name="connsiteY0" fmla="*/ 1082 h 5827877"/>
              <a:gd name="connsiteX1" fmla="*/ 4491075 w 4491075"/>
              <a:gd name="connsiteY1" fmla="*/ 0 h 5827877"/>
              <a:gd name="connsiteX2" fmla="*/ 2001457 w 4491075"/>
              <a:gd name="connsiteY2" fmla="*/ 5827877 h 5827877"/>
              <a:gd name="connsiteX3" fmla="*/ 0 w 4491075"/>
              <a:gd name="connsiteY3" fmla="*/ 5827877 h 5827877"/>
              <a:gd name="connsiteX4" fmla="*/ 2486605 w 4491075"/>
              <a:gd name="connsiteY4" fmla="*/ 1082 h 5827877"/>
              <a:gd name="connsiteX0" fmla="*/ 2616040 w 4620510"/>
              <a:gd name="connsiteY0" fmla="*/ 1082 h 5827877"/>
              <a:gd name="connsiteX1" fmla="*/ 4620510 w 4620510"/>
              <a:gd name="connsiteY1" fmla="*/ 0 h 5827877"/>
              <a:gd name="connsiteX2" fmla="*/ 2130892 w 4620510"/>
              <a:gd name="connsiteY2" fmla="*/ 5827877 h 5827877"/>
              <a:gd name="connsiteX3" fmla="*/ 0 w 4620510"/>
              <a:gd name="connsiteY3" fmla="*/ 5821527 h 5827877"/>
              <a:gd name="connsiteX4" fmla="*/ 2616040 w 4620510"/>
              <a:gd name="connsiteY4" fmla="*/ 1082 h 5827877"/>
              <a:gd name="connsiteX0" fmla="*/ 2616040 w 4620510"/>
              <a:gd name="connsiteY0" fmla="*/ 1082 h 5821527"/>
              <a:gd name="connsiteX1" fmla="*/ 4620510 w 4620510"/>
              <a:gd name="connsiteY1" fmla="*/ 0 h 5821527"/>
              <a:gd name="connsiteX2" fmla="*/ 1828876 w 4620510"/>
              <a:gd name="connsiteY2" fmla="*/ 5821527 h 5821527"/>
              <a:gd name="connsiteX3" fmla="*/ 0 w 4620510"/>
              <a:gd name="connsiteY3" fmla="*/ 5821527 h 5821527"/>
              <a:gd name="connsiteX4" fmla="*/ 2616040 w 4620510"/>
              <a:gd name="connsiteY4" fmla="*/ 1082 h 5821527"/>
              <a:gd name="connsiteX0" fmla="*/ 2616040 w 4620510"/>
              <a:gd name="connsiteY0" fmla="*/ 1082 h 5821527"/>
              <a:gd name="connsiteX1" fmla="*/ 4620510 w 4620510"/>
              <a:gd name="connsiteY1" fmla="*/ 0 h 5821527"/>
              <a:gd name="connsiteX2" fmla="*/ 1641914 w 4620510"/>
              <a:gd name="connsiteY2" fmla="*/ 5821527 h 5821527"/>
              <a:gd name="connsiteX3" fmla="*/ 0 w 4620510"/>
              <a:gd name="connsiteY3" fmla="*/ 5821527 h 5821527"/>
              <a:gd name="connsiteX4" fmla="*/ 2616040 w 4620510"/>
              <a:gd name="connsiteY4" fmla="*/ 1082 h 5821527"/>
              <a:gd name="connsiteX0" fmla="*/ 2616040 w 4620510"/>
              <a:gd name="connsiteY0" fmla="*/ 1082 h 5821527"/>
              <a:gd name="connsiteX1" fmla="*/ 4620510 w 4620510"/>
              <a:gd name="connsiteY1" fmla="*/ 0 h 5821527"/>
              <a:gd name="connsiteX2" fmla="*/ 1699441 w 4620510"/>
              <a:gd name="connsiteY2" fmla="*/ 5808827 h 5821527"/>
              <a:gd name="connsiteX3" fmla="*/ 0 w 4620510"/>
              <a:gd name="connsiteY3" fmla="*/ 5821527 h 5821527"/>
              <a:gd name="connsiteX4" fmla="*/ 2616040 w 4620510"/>
              <a:gd name="connsiteY4" fmla="*/ 1082 h 5821527"/>
              <a:gd name="connsiteX0" fmla="*/ 2616040 w 4620510"/>
              <a:gd name="connsiteY0" fmla="*/ 1082 h 5821527"/>
              <a:gd name="connsiteX1" fmla="*/ 4620510 w 4620510"/>
              <a:gd name="connsiteY1" fmla="*/ 0 h 5821527"/>
              <a:gd name="connsiteX2" fmla="*/ 1692250 w 4620510"/>
              <a:gd name="connsiteY2" fmla="*/ 5821527 h 5821527"/>
              <a:gd name="connsiteX3" fmla="*/ 0 w 4620510"/>
              <a:gd name="connsiteY3" fmla="*/ 5821527 h 5821527"/>
              <a:gd name="connsiteX4" fmla="*/ 2616040 w 4620510"/>
              <a:gd name="connsiteY4" fmla="*/ 1082 h 5821527"/>
              <a:gd name="connsiteX0" fmla="*/ 2780776 w 4620510"/>
              <a:gd name="connsiteY0" fmla="*/ 1082 h 5821527"/>
              <a:gd name="connsiteX1" fmla="*/ 4620510 w 4620510"/>
              <a:gd name="connsiteY1" fmla="*/ 0 h 5821527"/>
              <a:gd name="connsiteX2" fmla="*/ 1692250 w 4620510"/>
              <a:gd name="connsiteY2" fmla="*/ 5821527 h 5821527"/>
              <a:gd name="connsiteX3" fmla="*/ 0 w 4620510"/>
              <a:gd name="connsiteY3" fmla="*/ 5821527 h 5821527"/>
              <a:gd name="connsiteX4" fmla="*/ 2780776 w 4620510"/>
              <a:gd name="connsiteY4" fmla="*/ 1082 h 5821527"/>
              <a:gd name="connsiteX0" fmla="*/ 2780776 w 4526375"/>
              <a:gd name="connsiteY0" fmla="*/ 11473 h 5831918"/>
              <a:gd name="connsiteX1" fmla="*/ 4526375 w 4526375"/>
              <a:gd name="connsiteY1" fmla="*/ 0 h 5831918"/>
              <a:gd name="connsiteX2" fmla="*/ 1692250 w 4526375"/>
              <a:gd name="connsiteY2" fmla="*/ 5831918 h 5831918"/>
              <a:gd name="connsiteX3" fmla="*/ 0 w 4526375"/>
              <a:gd name="connsiteY3" fmla="*/ 5831918 h 5831918"/>
              <a:gd name="connsiteX4" fmla="*/ 2780776 w 4526375"/>
              <a:gd name="connsiteY4" fmla="*/ 11473 h 5831918"/>
              <a:gd name="connsiteX0" fmla="*/ 2780776 w 4526375"/>
              <a:gd name="connsiteY0" fmla="*/ 0 h 5820445"/>
              <a:gd name="connsiteX1" fmla="*/ 4526375 w 4526375"/>
              <a:gd name="connsiteY1" fmla="*/ 9309 h 5820445"/>
              <a:gd name="connsiteX2" fmla="*/ 1692250 w 4526375"/>
              <a:gd name="connsiteY2" fmla="*/ 5820445 h 5820445"/>
              <a:gd name="connsiteX3" fmla="*/ 0 w 4526375"/>
              <a:gd name="connsiteY3" fmla="*/ 5820445 h 5820445"/>
              <a:gd name="connsiteX4" fmla="*/ 2780776 w 4526375"/>
              <a:gd name="connsiteY4" fmla="*/ 0 h 5820445"/>
              <a:gd name="connsiteX0" fmla="*/ 2780776 w 4526375"/>
              <a:gd name="connsiteY0" fmla="*/ 6278 h 5811136"/>
              <a:gd name="connsiteX1" fmla="*/ 4526375 w 4526375"/>
              <a:gd name="connsiteY1" fmla="*/ 0 h 5811136"/>
              <a:gd name="connsiteX2" fmla="*/ 1692250 w 4526375"/>
              <a:gd name="connsiteY2" fmla="*/ 5811136 h 5811136"/>
              <a:gd name="connsiteX3" fmla="*/ 0 w 4526375"/>
              <a:gd name="connsiteY3" fmla="*/ 5811136 h 5811136"/>
              <a:gd name="connsiteX4" fmla="*/ 2780776 w 4526375"/>
              <a:gd name="connsiteY4" fmla="*/ 6278 h 5811136"/>
              <a:gd name="connsiteX0" fmla="*/ 2828323 w 4526375"/>
              <a:gd name="connsiteY0" fmla="*/ 0 h 5814189"/>
              <a:gd name="connsiteX1" fmla="*/ 4526375 w 4526375"/>
              <a:gd name="connsiteY1" fmla="*/ 3053 h 5814189"/>
              <a:gd name="connsiteX2" fmla="*/ 1692250 w 4526375"/>
              <a:gd name="connsiteY2" fmla="*/ 5814189 h 5814189"/>
              <a:gd name="connsiteX3" fmla="*/ 0 w 4526375"/>
              <a:gd name="connsiteY3" fmla="*/ 5814189 h 5814189"/>
              <a:gd name="connsiteX4" fmla="*/ 2828323 w 4526375"/>
              <a:gd name="connsiteY4" fmla="*/ 0 h 5814189"/>
              <a:gd name="connsiteX0" fmla="*/ 2828323 w 4526375"/>
              <a:gd name="connsiteY0" fmla="*/ 1048 h 5811136"/>
              <a:gd name="connsiteX1" fmla="*/ 4526375 w 4526375"/>
              <a:gd name="connsiteY1" fmla="*/ 0 h 5811136"/>
              <a:gd name="connsiteX2" fmla="*/ 1692250 w 4526375"/>
              <a:gd name="connsiteY2" fmla="*/ 5811136 h 5811136"/>
              <a:gd name="connsiteX3" fmla="*/ 0 w 4526375"/>
              <a:gd name="connsiteY3" fmla="*/ 5811136 h 5811136"/>
              <a:gd name="connsiteX4" fmla="*/ 2828323 w 4526375"/>
              <a:gd name="connsiteY4" fmla="*/ 1048 h 5811136"/>
              <a:gd name="connsiteX0" fmla="*/ 1712019 w 4526375"/>
              <a:gd name="connsiteY0" fmla="*/ 1048 h 5811136"/>
              <a:gd name="connsiteX1" fmla="*/ 4526375 w 4526375"/>
              <a:gd name="connsiteY1" fmla="*/ 0 h 5811136"/>
              <a:gd name="connsiteX2" fmla="*/ 1692250 w 4526375"/>
              <a:gd name="connsiteY2" fmla="*/ 5811136 h 5811136"/>
              <a:gd name="connsiteX3" fmla="*/ 0 w 4526375"/>
              <a:gd name="connsiteY3" fmla="*/ 5811136 h 5811136"/>
              <a:gd name="connsiteX4" fmla="*/ 1712019 w 4526375"/>
              <a:gd name="connsiteY4" fmla="*/ 1048 h 5811136"/>
              <a:gd name="connsiteX0" fmla="*/ 2828323 w 5642679"/>
              <a:gd name="connsiteY0" fmla="*/ 1048 h 5811136"/>
              <a:gd name="connsiteX1" fmla="*/ 5642679 w 5642679"/>
              <a:gd name="connsiteY1" fmla="*/ 0 h 5811136"/>
              <a:gd name="connsiteX2" fmla="*/ 2808554 w 5642679"/>
              <a:gd name="connsiteY2" fmla="*/ 5811136 h 5811136"/>
              <a:gd name="connsiteX3" fmla="*/ 0 w 5642679"/>
              <a:gd name="connsiteY3" fmla="*/ 5811136 h 5811136"/>
              <a:gd name="connsiteX4" fmla="*/ 2828323 w 5642679"/>
              <a:gd name="connsiteY4" fmla="*/ 1048 h 58111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642679" h="5811136">
                <a:moveTo>
                  <a:pt x="2828323" y="1048"/>
                </a:moveTo>
                <a:lnTo>
                  <a:pt x="5642679" y="0"/>
                </a:lnTo>
                <a:lnTo>
                  <a:pt x="2808554" y="5811136"/>
                </a:lnTo>
                <a:lnTo>
                  <a:pt x="0" y="5811136"/>
                </a:lnTo>
                <a:lnTo>
                  <a:pt x="2828323" y="1048"/>
                </a:lnTo>
                <a:close/>
              </a:path>
            </a:pathLst>
          </a:custGeom>
          <a:solidFill>
            <a:srgbClr val="D45400">
              <a:alpha val="75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E25674-EFEC-ACF2-AFCB-5DD8AA0667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116756" y="6356350"/>
            <a:ext cx="3489542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ECF6E4-E279-32C0-CD5F-B94A164AD3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382188" y="6362700"/>
            <a:ext cx="630763" cy="365125"/>
          </a:xfrm>
          <a:prstGeom prst="rect">
            <a:avLst/>
          </a:prstGeom>
        </p:spPr>
        <p:txBody>
          <a:bodyPr/>
          <a:lstStyle>
            <a:lvl1pPr algn="l">
              <a:defRPr/>
            </a:lvl1pPr>
          </a:lstStyle>
          <a:p>
            <a:fld id="{7C8598A7-94B2-594C-8A98-02B4613DD734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51" name="Graphic 50">
            <a:extLst>
              <a:ext uri="{FF2B5EF4-FFF2-40B4-BE49-F238E27FC236}">
                <a16:creationId xmlns:a16="http://schemas.microsoft.com/office/drawing/2014/main" id="{68439D46-114B-1618-80BE-7A48302C7637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70624" y="529779"/>
            <a:ext cx="2133269" cy="250630"/>
          </a:xfrm>
          <a:prstGeom prst="rect">
            <a:avLst/>
          </a:prstGeom>
        </p:spPr>
      </p:pic>
      <p:pic>
        <p:nvPicPr>
          <p:cNvPr id="54" name="Graphic 53">
            <a:extLst>
              <a:ext uri="{FF2B5EF4-FFF2-40B4-BE49-F238E27FC236}">
                <a16:creationId xmlns:a16="http://schemas.microsoft.com/office/drawing/2014/main" id="{A4FA8EBB-EACB-3866-C10B-045D01AADA24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093023" y="5922334"/>
            <a:ext cx="1747558" cy="646357"/>
          </a:xfrm>
          <a:prstGeom prst="rect">
            <a:avLst/>
          </a:prstGeom>
        </p:spPr>
      </p:pic>
      <p:sp>
        <p:nvSpPr>
          <p:cNvPr id="7" name="Title 1">
            <a:extLst>
              <a:ext uri="{FF2B5EF4-FFF2-40B4-BE49-F238E27FC236}">
                <a16:creationId xmlns:a16="http://schemas.microsoft.com/office/drawing/2014/main" id="{BD1A338D-2034-AD25-09A1-BFD73D19BB5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698500" y="2638424"/>
            <a:ext cx="8474200" cy="2080640"/>
          </a:xfrm>
        </p:spPr>
        <p:txBody>
          <a:bodyPr anchor="t"/>
          <a:lstStyle>
            <a:lvl1pPr algn="l">
              <a:lnSpc>
                <a:spcPct val="80000"/>
              </a:lnSpc>
              <a:defRPr sz="6000" b="1" i="0">
                <a:latin typeface="Söhne Halbfett" panose="020B0503030202060203" pitchFamily="34" charset="77"/>
                <a:cs typeface="Söhne Halbfett" panose="020B0503030202060203" pitchFamily="34" charset="77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Subtitle 2">
            <a:extLst>
              <a:ext uri="{FF2B5EF4-FFF2-40B4-BE49-F238E27FC236}">
                <a16:creationId xmlns:a16="http://schemas.microsoft.com/office/drawing/2014/main" id="{656022FB-7EA8-DADB-313C-01350B46B1F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698500" y="4963485"/>
            <a:ext cx="8017000" cy="952916"/>
          </a:xfrm>
          <a:prstGeom prst="rect">
            <a:avLst/>
          </a:prstGeom>
        </p:spPr>
        <p:txBody>
          <a:bodyPr/>
          <a:lstStyle>
            <a:lvl1pPr marL="0" indent="0" algn="l">
              <a:spcBef>
                <a:spcPts val="0"/>
              </a:spcBef>
              <a:buNone/>
              <a:defRPr sz="3200" b="0" i="0">
                <a:latin typeface="Söhne Halbfett" panose="020B0303030202060203" pitchFamily="34" charset="77"/>
                <a:cs typeface="Söhne Halbfett" panose="020B0303030202060203" pitchFamily="34" charset="77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9" name="Rectangle 4">
            <a:extLst>
              <a:ext uri="{FF2B5EF4-FFF2-40B4-BE49-F238E27FC236}">
                <a16:creationId xmlns:a16="http://schemas.microsoft.com/office/drawing/2014/main" id="{F0E52F82-D8A2-79B6-5B80-7CC88D9DFEB6}"/>
              </a:ext>
            </a:extLst>
          </p:cNvPr>
          <p:cNvSpPr/>
          <p:nvPr userDrawn="1"/>
        </p:nvSpPr>
        <p:spPr>
          <a:xfrm rot="10800000">
            <a:off x="415636" y="2647948"/>
            <a:ext cx="1191228" cy="1889127"/>
          </a:xfrm>
          <a:custGeom>
            <a:avLst/>
            <a:gdLst>
              <a:gd name="connsiteX0" fmla="*/ 0 w 2505206"/>
              <a:gd name="connsiteY0" fmla="*/ 0 h 5824603"/>
              <a:gd name="connsiteX1" fmla="*/ 2505206 w 2505206"/>
              <a:gd name="connsiteY1" fmla="*/ 0 h 5824603"/>
              <a:gd name="connsiteX2" fmla="*/ 2505206 w 2505206"/>
              <a:gd name="connsiteY2" fmla="*/ 5824603 h 5824603"/>
              <a:gd name="connsiteX3" fmla="*/ 0 w 2505206"/>
              <a:gd name="connsiteY3" fmla="*/ 5824603 h 5824603"/>
              <a:gd name="connsiteX4" fmla="*/ 0 w 2505206"/>
              <a:gd name="connsiteY4" fmla="*/ 0 h 5824603"/>
              <a:gd name="connsiteX0" fmla="*/ 0 w 3535109"/>
              <a:gd name="connsiteY0" fmla="*/ 0 h 5824603"/>
              <a:gd name="connsiteX1" fmla="*/ 3535109 w 3535109"/>
              <a:gd name="connsiteY1" fmla="*/ 0 h 5824603"/>
              <a:gd name="connsiteX2" fmla="*/ 2505206 w 3535109"/>
              <a:gd name="connsiteY2" fmla="*/ 5824603 h 5824603"/>
              <a:gd name="connsiteX3" fmla="*/ 0 w 3535109"/>
              <a:gd name="connsiteY3" fmla="*/ 5824603 h 5824603"/>
              <a:gd name="connsiteX4" fmla="*/ 0 w 3535109"/>
              <a:gd name="connsiteY4" fmla="*/ 0 h 5824603"/>
              <a:gd name="connsiteX0" fmla="*/ 1126156 w 3535109"/>
              <a:gd name="connsiteY0" fmla="*/ 0 h 5834229"/>
              <a:gd name="connsiteX1" fmla="*/ 3535109 w 3535109"/>
              <a:gd name="connsiteY1" fmla="*/ 9626 h 5834229"/>
              <a:gd name="connsiteX2" fmla="*/ 2505206 w 3535109"/>
              <a:gd name="connsiteY2" fmla="*/ 5834229 h 5834229"/>
              <a:gd name="connsiteX3" fmla="*/ 0 w 3535109"/>
              <a:gd name="connsiteY3" fmla="*/ 5834229 h 5834229"/>
              <a:gd name="connsiteX4" fmla="*/ 1126156 w 3535109"/>
              <a:gd name="connsiteY4" fmla="*/ 0 h 5834229"/>
              <a:gd name="connsiteX0" fmla="*/ 1103854 w 3535109"/>
              <a:gd name="connsiteY0" fmla="*/ 20110 h 5824603"/>
              <a:gd name="connsiteX1" fmla="*/ 3535109 w 3535109"/>
              <a:gd name="connsiteY1" fmla="*/ 0 h 5824603"/>
              <a:gd name="connsiteX2" fmla="*/ 2505206 w 3535109"/>
              <a:gd name="connsiteY2" fmla="*/ 5824603 h 5824603"/>
              <a:gd name="connsiteX3" fmla="*/ 0 w 3535109"/>
              <a:gd name="connsiteY3" fmla="*/ 5824603 h 5824603"/>
              <a:gd name="connsiteX4" fmla="*/ 1103854 w 3535109"/>
              <a:gd name="connsiteY4" fmla="*/ 20110 h 5824603"/>
              <a:gd name="connsiteX0" fmla="*/ 1111288 w 3535109"/>
              <a:gd name="connsiteY0" fmla="*/ 0 h 5826795"/>
              <a:gd name="connsiteX1" fmla="*/ 3535109 w 3535109"/>
              <a:gd name="connsiteY1" fmla="*/ 2192 h 5826795"/>
              <a:gd name="connsiteX2" fmla="*/ 2505206 w 3535109"/>
              <a:gd name="connsiteY2" fmla="*/ 5826795 h 5826795"/>
              <a:gd name="connsiteX3" fmla="*/ 0 w 3535109"/>
              <a:gd name="connsiteY3" fmla="*/ 5826795 h 5826795"/>
              <a:gd name="connsiteX4" fmla="*/ 1111288 w 3535109"/>
              <a:gd name="connsiteY4" fmla="*/ 0 h 5826795"/>
              <a:gd name="connsiteX0" fmla="*/ 1111288 w 4940163"/>
              <a:gd name="connsiteY0" fmla="*/ 0 h 5826795"/>
              <a:gd name="connsiteX1" fmla="*/ 4940163 w 4940163"/>
              <a:gd name="connsiteY1" fmla="*/ 2192 h 5826795"/>
              <a:gd name="connsiteX2" fmla="*/ 2505206 w 4940163"/>
              <a:gd name="connsiteY2" fmla="*/ 5826795 h 5826795"/>
              <a:gd name="connsiteX3" fmla="*/ 0 w 4940163"/>
              <a:gd name="connsiteY3" fmla="*/ 5826795 h 5826795"/>
              <a:gd name="connsiteX4" fmla="*/ 1111288 w 4940163"/>
              <a:gd name="connsiteY4" fmla="*/ 0 h 5826795"/>
              <a:gd name="connsiteX0" fmla="*/ 2486605 w 4940163"/>
              <a:gd name="connsiteY0" fmla="*/ 0 h 5826795"/>
              <a:gd name="connsiteX1" fmla="*/ 4940163 w 4940163"/>
              <a:gd name="connsiteY1" fmla="*/ 2192 h 5826795"/>
              <a:gd name="connsiteX2" fmla="*/ 2505206 w 4940163"/>
              <a:gd name="connsiteY2" fmla="*/ 5826795 h 5826795"/>
              <a:gd name="connsiteX3" fmla="*/ 0 w 4940163"/>
              <a:gd name="connsiteY3" fmla="*/ 5826795 h 5826795"/>
              <a:gd name="connsiteX4" fmla="*/ 2486605 w 4940163"/>
              <a:gd name="connsiteY4" fmla="*/ 0 h 5826795"/>
              <a:gd name="connsiteX0" fmla="*/ 2486605 w 4940163"/>
              <a:gd name="connsiteY0" fmla="*/ 0 h 5826795"/>
              <a:gd name="connsiteX1" fmla="*/ 4940163 w 4940163"/>
              <a:gd name="connsiteY1" fmla="*/ 2192 h 5826795"/>
              <a:gd name="connsiteX2" fmla="*/ 2001457 w 4940163"/>
              <a:gd name="connsiteY2" fmla="*/ 5826795 h 5826795"/>
              <a:gd name="connsiteX3" fmla="*/ 0 w 4940163"/>
              <a:gd name="connsiteY3" fmla="*/ 5826795 h 5826795"/>
              <a:gd name="connsiteX4" fmla="*/ 2486605 w 4940163"/>
              <a:gd name="connsiteY4" fmla="*/ 0 h 5826795"/>
              <a:gd name="connsiteX0" fmla="*/ 2486605 w 4478393"/>
              <a:gd name="connsiteY0" fmla="*/ 10165 h 5836960"/>
              <a:gd name="connsiteX1" fmla="*/ 4478393 w 4478393"/>
              <a:gd name="connsiteY1" fmla="*/ 0 h 5836960"/>
              <a:gd name="connsiteX2" fmla="*/ 2001457 w 4478393"/>
              <a:gd name="connsiteY2" fmla="*/ 5836960 h 5836960"/>
              <a:gd name="connsiteX3" fmla="*/ 0 w 4478393"/>
              <a:gd name="connsiteY3" fmla="*/ 5836960 h 5836960"/>
              <a:gd name="connsiteX4" fmla="*/ 2486605 w 4478393"/>
              <a:gd name="connsiteY4" fmla="*/ 10165 h 5836960"/>
              <a:gd name="connsiteX0" fmla="*/ 2486605 w 4422421"/>
              <a:gd name="connsiteY0" fmla="*/ 10165 h 5836960"/>
              <a:gd name="connsiteX1" fmla="*/ 4422421 w 4422421"/>
              <a:gd name="connsiteY1" fmla="*/ 0 h 5836960"/>
              <a:gd name="connsiteX2" fmla="*/ 2001457 w 4422421"/>
              <a:gd name="connsiteY2" fmla="*/ 5836960 h 5836960"/>
              <a:gd name="connsiteX3" fmla="*/ 0 w 4422421"/>
              <a:gd name="connsiteY3" fmla="*/ 5836960 h 5836960"/>
              <a:gd name="connsiteX4" fmla="*/ 2486605 w 4422421"/>
              <a:gd name="connsiteY4" fmla="*/ 10165 h 5836960"/>
              <a:gd name="connsiteX0" fmla="*/ 2486605 w 4478393"/>
              <a:gd name="connsiteY0" fmla="*/ 0 h 5826795"/>
              <a:gd name="connsiteX1" fmla="*/ 4478393 w 4478393"/>
              <a:gd name="connsiteY1" fmla="*/ 14549 h 5826795"/>
              <a:gd name="connsiteX2" fmla="*/ 2001457 w 4478393"/>
              <a:gd name="connsiteY2" fmla="*/ 5826795 h 5826795"/>
              <a:gd name="connsiteX3" fmla="*/ 0 w 4478393"/>
              <a:gd name="connsiteY3" fmla="*/ 5826795 h 5826795"/>
              <a:gd name="connsiteX4" fmla="*/ 2486605 w 4478393"/>
              <a:gd name="connsiteY4" fmla="*/ 0 h 5826795"/>
              <a:gd name="connsiteX0" fmla="*/ 2486605 w 4522645"/>
              <a:gd name="connsiteY0" fmla="*/ 1082 h 5827877"/>
              <a:gd name="connsiteX1" fmla="*/ 4522645 w 4522645"/>
              <a:gd name="connsiteY1" fmla="*/ 0 h 5827877"/>
              <a:gd name="connsiteX2" fmla="*/ 2001457 w 4522645"/>
              <a:gd name="connsiteY2" fmla="*/ 5827877 h 5827877"/>
              <a:gd name="connsiteX3" fmla="*/ 0 w 4522645"/>
              <a:gd name="connsiteY3" fmla="*/ 5827877 h 5827877"/>
              <a:gd name="connsiteX4" fmla="*/ 2486605 w 4522645"/>
              <a:gd name="connsiteY4" fmla="*/ 1082 h 5827877"/>
              <a:gd name="connsiteX0" fmla="*/ 2486605 w 4491075"/>
              <a:gd name="connsiteY0" fmla="*/ 1082 h 5827877"/>
              <a:gd name="connsiteX1" fmla="*/ 4491075 w 4491075"/>
              <a:gd name="connsiteY1" fmla="*/ 0 h 5827877"/>
              <a:gd name="connsiteX2" fmla="*/ 2001457 w 4491075"/>
              <a:gd name="connsiteY2" fmla="*/ 5827877 h 5827877"/>
              <a:gd name="connsiteX3" fmla="*/ 0 w 4491075"/>
              <a:gd name="connsiteY3" fmla="*/ 5827877 h 5827877"/>
              <a:gd name="connsiteX4" fmla="*/ 2486605 w 4491075"/>
              <a:gd name="connsiteY4" fmla="*/ 1082 h 5827877"/>
              <a:gd name="connsiteX0" fmla="*/ 2616040 w 4620510"/>
              <a:gd name="connsiteY0" fmla="*/ 1082 h 5827877"/>
              <a:gd name="connsiteX1" fmla="*/ 4620510 w 4620510"/>
              <a:gd name="connsiteY1" fmla="*/ 0 h 5827877"/>
              <a:gd name="connsiteX2" fmla="*/ 2130892 w 4620510"/>
              <a:gd name="connsiteY2" fmla="*/ 5827877 h 5827877"/>
              <a:gd name="connsiteX3" fmla="*/ 0 w 4620510"/>
              <a:gd name="connsiteY3" fmla="*/ 5821527 h 5827877"/>
              <a:gd name="connsiteX4" fmla="*/ 2616040 w 4620510"/>
              <a:gd name="connsiteY4" fmla="*/ 1082 h 5827877"/>
              <a:gd name="connsiteX0" fmla="*/ 2616040 w 4620510"/>
              <a:gd name="connsiteY0" fmla="*/ 1082 h 5821527"/>
              <a:gd name="connsiteX1" fmla="*/ 4620510 w 4620510"/>
              <a:gd name="connsiteY1" fmla="*/ 0 h 5821527"/>
              <a:gd name="connsiteX2" fmla="*/ 1828876 w 4620510"/>
              <a:gd name="connsiteY2" fmla="*/ 5821527 h 5821527"/>
              <a:gd name="connsiteX3" fmla="*/ 0 w 4620510"/>
              <a:gd name="connsiteY3" fmla="*/ 5821527 h 5821527"/>
              <a:gd name="connsiteX4" fmla="*/ 2616040 w 4620510"/>
              <a:gd name="connsiteY4" fmla="*/ 1082 h 5821527"/>
              <a:gd name="connsiteX0" fmla="*/ 2616040 w 4620510"/>
              <a:gd name="connsiteY0" fmla="*/ 1082 h 5821527"/>
              <a:gd name="connsiteX1" fmla="*/ 4620510 w 4620510"/>
              <a:gd name="connsiteY1" fmla="*/ 0 h 5821527"/>
              <a:gd name="connsiteX2" fmla="*/ 1641914 w 4620510"/>
              <a:gd name="connsiteY2" fmla="*/ 5821527 h 5821527"/>
              <a:gd name="connsiteX3" fmla="*/ 0 w 4620510"/>
              <a:gd name="connsiteY3" fmla="*/ 5821527 h 5821527"/>
              <a:gd name="connsiteX4" fmla="*/ 2616040 w 4620510"/>
              <a:gd name="connsiteY4" fmla="*/ 1082 h 5821527"/>
              <a:gd name="connsiteX0" fmla="*/ 2616040 w 4620510"/>
              <a:gd name="connsiteY0" fmla="*/ 1082 h 5821527"/>
              <a:gd name="connsiteX1" fmla="*/ 4620510 w 4620510"/>
              <a:gd name="connsiteY1" fmla="*/ 0 h 5821527"/>
              <a:gd name="connsiteX2" fmla="*/ 1699441 w 4620510"/>
              <a:gd name="connsiteY2" fmla="*/ 5808827 h 5821527"/>
              <a:gd name="connsiteX3" fmla="*/ 0 w 4620510"/>
              <a:gd name="connsiteY3" fmla="*/ 5821527 h 5821527"/>
              <a:gd name="connsiteX4" fmla="*/ 2616040 w 4620510"/>
              <a:gd name="connsiteY4" fmla="*/ 1082 h 5821527"/>
              <a:gd name="connsiteX0" fmla="*/ 2616040 w 4620510"/>
              <a:gd name="connsiteY0" fmla="*/ 1082 h 5821527"/>
              <a:gd name="connsiteX1" fmla="*/ 4620510 w 4620510"/>
              <a:gd name="connsiteY1" fmla="*/ 0 h 5821527"/>
              <a:gd name="connsiteX2" fmla="*/ 1692250 w 4620510"/>
              <a:gd name="connsiteY2" fmla="*/ 5821527 h 5821527"/>
              <a:gd name="connsiteX3" fmla="*/ 0 w 4620510"/>
              <a:gd name="connsiteY3" fmla="*/ 5821527 h 5821527"/>
              <a:gd name="connsiteX4" fmla="*/ 2616040 w 4620510"/>
              <a:gd name="connsiteY4" fmla="*/ 1082 h 5821527"/>
              <a:gd name="connsiteX0" fmla="*/ 2780776 w 4620510"/>
              <a:gd name="connsiteY0" fmla="*/ 1082 h 5821527"/>
              <a:gd name="connsiteX1" fmla="*/ 4620510 w 4620510"/>
              <a:gd name="connsiteY1" fmla="*/ 0 h 5821527"/>
              <a:gd name="connsiteX2" fmla="*/ 1692250 w 4620510"/>
              <a:gd name="connsiteY2" fmla="*/ 5821527 h 5821527"/>
              <a:gd name="connsiteX3" fmla="*/ 0 w 4620510"/>
              <a:gd name="connsiteY3" fmla="*/ 5821527 h 5821527"/>
              <a:gd name="connsiteX4" fmla="*/ 2780776 w 4620510"/>
              <a:gd name="connsiteY4" fmla="*/ 1082 h 5821527"/>
              <a:gd name="connsiteX0" fmla="*/ 2780776 w 4526375"/>
              <a:gd name="connsiteY0" fmla="*/ 11473 h 5831918"/>
              <a:gd name="connsiteX1" fmla="*/ 4526375 w 4526375"/>
              <a:gd name="connsiteY1" fmla="*/ 0 h 5831918"/>
              <a:gd name="connsiteX2" fmla="*/ 1692250 w 4526375"/>
              <a:gd name="connsiteY2" fmla="*/ 5831918 h 5831918"/>
              <a:gd name="connsiteX3" fmla="*/ 0 w 4526375"/>
              <a:gd name="connsiteY3" fmla="*/ 5831918 h 5831918"/>
              <a:gd name="connsiteX4" fmla="*/ 2780776 w 4526375"/>
              <a:gd name="connsiteY4" fmla="*/ 11473 h 5831918"/>
              <a:gd name="connsiteX0" fmla="*/ 2780776 w 4526375"/>
              <a:gd name="connsiteY0" fmla="*/ 0 h 5820445"/>
              <a:gd name="connsiteX1" fmla="*/ 4526375 w 4526375"/>
              <a:gd name="connsiteY1" fmla="*/ 9309 h 5820445"/>
              <a:gd name="connsiteX2" fmla="*/ 1692250 w 4526375"/>
              <a:gd name="connsiteY2" fmla="*/ 5820445 h 5820445"/>
              <a:gd name="connsiteX3" fmla="*/ 0 w 4526375"/>
              <a:gd name="connsiteY3" fmla="*/ 5820445 h 5820445"/>
              <a:gd name="connsiteX4" fmla="*/ 2780776 w 4526375"/>
              <a:gd name="connsiteY4" fmla="*/ 0 h 5820445"/>
              <a:gd name="connsiteX0" fmla="*/ 2780776 w 4526375"/>
              <a:gd name="connsiteY0" fmla="*/ 6278 h 5811136"/>
              <a:gd name="connsiteX1" fmla="*/ 4526375 w 4526375"/>
              <a:gd name="connsiteY1" fmla="*/ 0 h 5811136"/>
              <a:gd name="connsiteX2" fmla="*/ 1692250 w 4526375"/>
              <a:gd name="connsiteY2" fmla="*/ 5811136 h 5811136"/>
              <a:gd name="connsiteX3" fmla="*/ 0 w 4526375"/>
              <a:gd name="connsiteY3" fmla="*/ 5811136 h 5811136"/>
              <a:gd name="connsiteX4" fmla="*/ 2780776 w 4526375"/>
              <a:gd name="connsiteY4" fmla="*/ 6278 h 5811136"/>
              <a:gd name="connsiteX0" fmla="*/ 2828323 w 4526375"/>
              <a:gd name="connsiteY0" fmla="*/ 0 h 5814189"/>
              <a:gd name="connsiteX1" fmla="*/ 4526375 w 4526375"/>
              <a:gd name="connsiteY1" fmla="*/ 3053 h 5814189"/>
              <a:gd name="connsiteX2" fmla="*/ 1692250 w 4526375"/>
              <a:gd name="connsiteY2" fmla="*/ 5814189 h 5814189"/>
              <a:gd name="connsiteX3" fmla="*/ 0 w 4526375"/>
              <a:gd name="connsiteY3" fmla="*/ 5814189 h 5814189"/>
              <a:gd name="connsiteX4" fmla="*/ 2828323 w 4526375"/>
              <a:gd name="connsiteY4" fmla="*/ 0 h 5814189"/>
              <a:gd name="connsiteX0" fmla="*/ 2828323 w 4526375"/>
              <a:gd name="connsiteY0" fmla="*/ 1048 h 5811136"/>
              <a:gd name="connsiteX1" fmla="*/ 4526375 w 4526375"/>
              <a:gd name="connsiteY1" fmla="*/ 0 h 5811136"/>
              <a:gd name="connsiteX2" fmla="*/ 1692250 w 4526375"/>
              <a:gd name="connsiteY2" fmla="*/ 5811136 h 5811136"/>
              <a:gd name="connsiteX3" fmla="*/ 0 w 4526375"/>
              <a:gd name="connsiteY3" fmla="*/ 5811136 h 5811136"/>
              <a:gd name="connsiteX4" fmla="*/ 2828323 w 4526375"/>
              <a:gd name="connsiteY4" fmla="*/ 1048 h 5811136"/>
              <a:gd name="connsiteX0" fmla="*/ 2207366 w 4526375"/>
              <a:gd name="connsiteY0" fmla="*/ 10475 h 5811136"/>
              <a:gd name="connsiteX1" fmla="*/ 4526375 w 4526375"/>
              <a:gd name="connsiteY1" fmla="*/ 0 h 5811136"/>
              <a:gd name="connsiteX2" fmla="*/ 1692250 w 4526375"/>
              <a:gd name="connsiteY2" fmla="*/ 5811136 h 5811136"/>
              <a:gd name="connsiteX3" fmla="*/ 0 w 4526375"/>
              <a:gd name="connsiteY3" fmla="*/ 5811136 h 5811136"/>
              <a:gd name="connsiteX4" fmla="*/ 2207366 w 4526375"/>
              <a:gd name="connsiteY4" fmla="*/ 10475 h 5811136"/>
              <a:gd name="connsiteX0" fmla="*/ 2197638 w 4526375"/>
              <a:gd name="connsiteY0" fmla="*/ 4125 h 5811136"/>
              <a:gd name="connsiteX1" fmla="*/ 4526375 w 4526375"/>
              <a:gd name="connsiteY1" fmla="*/ 0 h 5811136"/>
              <a:gd name="connsiteX2" fmla="*/ 1692250 w 4526375"/>
              <a:gd name="connsiteY2" fmla="*/ 5811136 h 5811136"/>
              <a:gd name="connsiteX3" fmla="*/ 0 w 4526375"/>
              <a:gd name="connsiteY3" fmla="*/ 5811136 h 5811136"/>
              <a:gd name="connsiteX4" fmla="*/ 2197638 w 4526375"/>
              <a:gd name="connsiteY4" fmla="*/ 4125 h 5811136"/>
              <a:gd name="connsiteX0" fmla="*/ 2187911 w 4526375"/>
              <a:gd name="connsiteY0" fmla="*/ 0 h 5813361"/>
              <a:gd name="connsiteX1" fmla="*/ 4526375 w 4526375"/>
              <a:gd name="connsiteY1" fmla="*/ 2225 h 5813361"/>
              <a:gd name="connsiteX2" fmla="*/ 1692250 w 4526375"/>
              <a:gd name="connsiteY2" fmla="*/ 5813361 h 5813361"/>
              <a:gd name="connsiteX3" fmla="*/ 0 w 4526375"/>
              <a:gd name="connsiteY3" fmla="*/ 5813361 h 5813361"/>
              <a:gd name="connsiteX4" fmla="*/ 2187911 w 4526375"/>
              <a:gd name="connsiteY4" fmla="*/ 0 h 5813361"/>
              <a:gd name="connsiteX0" fmla="*/ 2158728 w 4526375"/>
              <a:gd name="connsiteY0" fmla="*/ 0 h 5813361"/>
              <a:gd name="connsiteX1" fmla="*/ 4526375 w 4526375"/>
              <a:gd name="connsiteY1" fmla="*/ 2225 h 5813361"/>
              <a:gd name="connsiteX2" fmla="*/ 1692250 w 4526375"/>
              <a:gd name="connsiteY2" fmla="*/ 5813361 h 5813361"/>
              <a:gd name="connsiteX3" fmla="*/ 0 w 4526375"/>
              <a:gd name="connsiteY3" fmla="*/ 5813361 h 5813361"/>
              <a:gd name="connsiteX4" fmla="*/ 2158728 w 4526375"/>
              <a:gd name="connsiteY4" fmla="*/ 0 h 5813361"/>
              <a:gd name="connsiteX0" fmla="*/ 2771564 w 5139211"/>
              <a:gd name="connsiteY0" fmla="*/ 0 h 5819711"/>
              <a:gd name="connsiteX1" fmla="*/ 5139211 w 5139211"/>
              <a:gd name="connsiteY1" fmla="*/ 2225 h 5819711"/>
              <a:gd name="connsiteX2" fmla="*/ 2305086 w 5139211"/>
              <a:gd name="connsiteY2" fmla="*/ 5813361 h 5819711"/>
              <a:gd name="connsiteX3" fmla="*/ 0 w 5139211"/>
              <a:gd name="connsiteY3" fmla="*/ 5819711 h 5819711"/>
              <a:gd name="connsiteX4" fmla="*/ 2771564 w 5139211"/>
              <a:gd name="connsiteY4" fmla="*/ 0 h 5819711"/>
              <a:gd name="connsiteX0" fmla="*/ 2771564 w 5139211"/>
              <a:gd name="connsiteY0" fmla="*/ 0 h 5815517"/>
              <a:gd name="connsiteX1" fmla="*/ 5139211 w 5139211"/>
              <a:gd name="connsiteY1" fmla="*/ 2225 h 5815517"/>
              <a:gd name="connsiteX2" fmla="*/ 2305086 w 5139211"/>
              <a:gd name="connsiteY2" fmla="*/ 5813361 h 5815517"/>
              <a:gd name="connsiteX3" fmla="*/ 0 w 5139211"/>
              <a:gd name="connsiteY3" fmla="*/ 5815517 h 5815517"/>
              <a:gd name="connsiteX4" fmla="*/ 2771564 w 5139211"/>
              <a:gd name="connsiteY4" fmla="*/ 0 h 5815517"/>
              <a:gd name="connsiteX0" fmla="*/ 2791575 w 5159222"/>
              <a:gd name="connsiteY0" fmla="*/ 0 h 5815517"/>
              <a:gd name="connsiteX1" fmla="*/ 5159222 w 5159222"/>
              <a:gd name="connsiteY1" fmla="*/ 2225 h 5815517"/>
              <a:gd name="connsiteX2" fmla="*/ 2325097 w 5159222"/>
              <a:gd name="connsiteY2" fmla="*/ 5813361 h 5815517"/>
              <a:gd name="connsiteX3" fmla="*/ 0 w 5159222"/>
              <a:gd name="connsiteY3" fmla="*/ 5815517 h 5815517"/>
              <a:gd name="connsiteX4" fmla="*/ 2791575 w 5159222"/>
              <a:gd name="connsiteY4" fmla="*/ 0 h 58155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159222" h="5815517">
                <a:moveTo>
                  <a:pt x="2791575" y="0"/>
                </a:moveTo>
                <a:lnTo>
                  <a:pt x="5159222" y="2225"/>
                </a:lnTo>
                <a:lnTo>
                  <a:pt x="2325097" y="5813361"/>
                </a:lnTo>
                <a:lnTo>
                  <a:pt x="0" y="5815517"/>
                </a:lnTo>
                <a:lnTo>
                  <a:pt x="2791575" y="0"/>
                </a:lnTo>
                <a:close/>
              </a:path>
            </a:pathLst>
          </a:custGeom>
          <a:solidFill>
            <a:srgbClr val="D454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4280492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4">
            <a:extLst>
              <a:ext uri="{FF2B5EF4-FFF2-40B4-BE49-F238E27FC236}">
                <a16:creationId xmlns:a16="http://schemas.microsoft.com/office/drawing/2014/main" id="{4B78649B-48CF-1F2A-CA7A-DDB2244B026C}"/>
              </a:ext>
            </a:extLst>
          </p:cNvPr>
          <p:cNvSpPr/>
          <p:nvPr userDrawn="1"/>
        </p:nvSpPr>
        <p:spPr>
          <a:xfrm rot="10800000">
            <a:off x="6388859" y="-645851"/>
            <a:ext cx="5606988" cy="8113011"/>
          </a:xfrm>
          <a:custGeom>
            <a:avLst/>
            <a:gdLst>
              <a:gd name="connsiteX0" fmla="*/ 0 w 2505206"/>
              <a:gd name="connsiteY0" fmla="*/ 0 h 5824603"/>
              <a:gd name="connsiteX1" fmla="*/ 2505206 w 2505206"/>
              <a:gd name="connsiteY1" fmla="*/ 0 h 5824603"/>
              <a:gd name="connsiteX2" fmla="*/ 2505206 w 2505206"/>
              <a:gd name="connsiteY2" fmla="*/ 5824603 h 5824603"/>
              <a:gd name="connsiteX3" fmla="*/ 0 w 2505206"/>
              <a:gd name="connsiteY3" fmla="*/ 5824603 h 5824603"/>
              <a:gd name="connsiteX4" fmla="*/ 0 w 2505206"/>
              <a:gd name="connsiteY4" fmla="*/ 0 h 5824603"/>
              <a:gd name="connsiteX0" fmla="*/ 0 w 3535109"/>
              <a:gd name="connsiteY0" fmla="*/ 0 h 5824603"/>
              <a:gd name="connsiteX1" fmla="*/ 3535109 w 3535109"/>
              <a:gd name="connsiteY1" fmla="*/ 0 h 5824603"/>
              <a:gd name="connsiteX2" fmla="*/ 2505206 w 3535109"/>
              <a:gd name="connsiteY2" fmla="*/ 5824603 h 5824603"/>
              <a:gd name="connsiteX3" fmla="*/ 0 w 3535109"/>
              <a:gd name="connsiteY3" fmla="*/ 5824603 h 5824603"/>
              <a:gd name="connsiteX4" fmla="*/ 0 w 3535109"/>
              <a:gd name="connsiteY4" fmla="*/ 0 h 5824603"/>
              <a:gd name="connsiteX0" fmla="*/ 1126156 w 3535109"/>
              <a:gd name="connsiteY0" fmla="*/ 0 h 5834229"/>
              <a:gd name="connsiteX1" fmla="*/ 3535109 w 3535109"/>
              <a:gd name="connsiteY1" fmla="*/ 9626 h 5834229"/>
              <a:gd name="connsiteX2" fmla="*/ 2505206 w 3535109"/>
              <a:gd name="connsiteY2" fmla="*/ 5834229 h 5834229"/>
              <a:gd name="connsiteX3" fmla="*/ 0 w 3535109"/>
              <a:gd name="connsiteY3" fmla="*/ 5834229 h 5834229"/>
              <a:gd name="connsiteX4" fmla="*/ 1126156 w 3535109"/>
              <a:gd name="connsiteY4" fmla="*/ 0 h 5834229"/>
              <a:gd name="connsiteX0" fmla="*/ 1103854 w 3535109"/>
              <a:gd name="connsiteY0" fmla="*/ 20110 h 5824603"/>
              <a:gd name="connsiteX1" fmla="*/ 3535109 w 3535109"/>
              <a:gd name="connsiteY1" fmla="*/ 0 h 5824603"/>
              <a:gd name="connsiteX2" fmla="*/ 2505206 w 3535109"/>
              <a:gd name="connsiteY2" fmla="*/ 5824603 h 5824603"/>
              <a:gd name="connsiteX3" fmla="*/ 0 w 3535109"/>
              <a:gd name="connsiteY3" fmla="*/ 5824603 h 5824603"/>
              <a:gd name="connsiteX4" fmla="*/ 1103854 w 3535109"/>
              <a:gd name="connsiteY4" fmla="*/ 20110 h 5824603"/>
              <a:gd name="connsiteX0" fmla="*/ 1111288 w 3535109"/>
              <a:gd name="connsiteY0" fmla="*/ 0 h 5826795"/>
              <a:gd name="connsiteX1" fmla="*/ 3535109 w 3535109"/>
              <a:gd name="connsiteY1" fmla="*/ 2192 h 5826795"/>
              <a:gd name="connsiteX2" fmla="*/ 2505206 w 3535109"/>
              <a:gd name="connsiteY2" fmla="*/ 5826795 h 5826795"/>
              <a:gd name="connsiteX3" fmla="*/ 0 w 3535109"/>
              <a:gd name="connsiteY3" fmla="*/ 5826795 h 5826795"/>
              <a:gd name="connsiteX4" fmla="*/ 1111288 w 3535109"/>
              <a:gd name="connsiteY4" fmla="*/ 0 h 5826795"/>
              <a:gd name="connsiteX0" fmla="*/ 1111288 w 4940163"/>
              <a:gd name="connsiteY0" fmla="*/ 0 h 5826795"/>
              <a:gd name="connsiteX1" fmla="*/ 4940163 w 4940163"/>
              <a:gd name="connsiteY1" fmla="*/ 2192 h 5826795"/>
              <a:gd name="connsiteX2" fmla="*/ 2505206 w 4940163"/>
              <a:gd name="connsiteY2" fmla="*/ 5826795 h 5826795"/>
              <a:gd name="connsiteX3" fmla="*/ 0 w 4940163"/>
              <a:gd name="connsiteY3" fmla="*/ 5826795 h 5826795"/>
              <a:gd name="connsiteX4" fmla="*/ 1111288 w 4940163"/>
              <a:gd name="connsiteY4" fmla="*/ 0 h 5826795"/>
              <a:gd name="connsiteX0" fmla="*/ 2486605 w 4940163"/>
              <a:gd name="connsiteY0" fmla="*/ 0 h 5826795"/>
              <a:gd name="connsiteX1" fmla="*/ 4940163 w 4940163"/>
              <a:gd name="connsiteY1" fmla="*/ 2192 h 5826795"/>
              <a:gd name="connsiteX2" fmla="*/ 2505206 w 4940163"/>
              <a:gd name="connsiteY2" fmla="*/ 5826795 h 5826795"/>
              <a:gd name="connsiteX3" fmla="*/ 0 w 4940163"/>
              <a:gd name="connsiteY3" fmla="*/ 5826795 h 5826795"/>
              <a:gd name="connsiteX4" fmla="*/ 2486605 w 4940163"/>
              <a:gd name="connsiteY4" fmla="*/ 0 h 5826795"/>
              <a:gd name="connsiteX0" fmla="*/ 2486605 w 4940163"/>
              <a:gd name="connsiteY0" fmla="*/ 0 h 5826795"/>
              <a:gd name="connsiteX1" fmla="*/ 4940163 w 4940163"/>
              <a:gd name="connsiteY1" fmla="*/ 2192 h 5826795"/>
              <a:gd name="connsiteX2" fmla="*/ 2001457 w 4940163"/>
              <a:gd name="connsiteY2" fmla="*/ 5826795 h 5826795"/>
              <a:gd name="connsiteX3" fmla="*/ 0 w 4940163"/>
              <a:gd name="connsiteY3" fmla="*/ 5826795 h 5826795"/>
              <a:gd name="connsiteX4" fmla="*/ 2486605 w 4940163"/>
              <a:gd name="connsiteY4" fmla="*/ 0 h 5826795"/>
              <a:gd name="connsiteX0" fmla="*/ 2486605 w 4478393"/>
              <a:gd name="connsiteY0" fmla="*/ 10165 h 5836960"/>
              <a:gd name="connsiteX1" fmla="*/ 4478393 w 4478393"/>
              <a:gd name="connsiteY1" fmla="*/ 0 h 5836960"/>
              <a:gd name="connsiteX2" fmla="*/ 2001457 w 4478393"/>
              <a:gd name="connsiteY2" fmla="*/ 5836960 h 5836960"/>
              <a:gd name="connsiteX3" fmla="*/ 0 w 4478393"/>
              <a:gd name="connsiteY3" fmla="*/ 5836960 h 5836960"/>
              <a:gd name="connsiteX4" fmla="*/ 2486605 w 4478393"/>
              <a:gd name="connsiteY4" fmla="*/ 10165 h 5836960"/>
              <a:gd name="connsiteX0" fmla="*/ 2486605 w 4422421"/>
              <a:gd name="connsiteY0" fmla="*/ 10165 h 5836960"/>
              <a:gd name="connsiteX1" fmla="*/ 4422421 w 4422421"/>
              <a:gd name="connsiteY1" fmla="*/ 0 h 5836960"/>
              <a:gd name="connsiteX2" fmla="*/ 2001457 w 4422421"/>
              <a:gd name="connsiteY2" fmla="*/ 5836960 h 5836960"/>
              <a:gd name="connsiteX3" fmla="*/ 0 w 4422421"/>
              <a:gd name="connsiteY3" fmla="*/ 5836960 h 5836960"/>
              <a:gd name="connsiteX4" fmla="*/ 2486605 w 4422421"/>
              <a:gd name="connsiteY4" fmla="*/ 10165 h 5836960"/>
              <a:gd name="connsiteX0" fmla="*/ 2486605 w 4478393"/>
              <a:gd name="connsiteY0" fmla="*/ 0 h 5826795"/>
              <a:gd name="connsiteX1" fmla="*/ 4478393 w 4478393"/>
              <a:gd name="connsiteY1" fmla="*/ 14549 h 5826795"/>
              <a:gd name="connsiteX2" fmla="*/ 2001457 w 4478393"/>
              <a:gd name="connsiteY2" fmla="*/ 5826795 h 5826795"/>
              <a:gd name="connsiteX3" fmla="*/ 0 w 4478393"/>
              <a:gd name="connsiteY3" fmla="*/ 5826795 h 5826795"/>
              <a:gd name="connsiteX4" fmla="*/ 2486605 w 4478393"/>
              <a:gd name="connsiteY4" fmla="*/ 0 h 5826795"/>
              <a:gd name="connsiteX0" fmla="*/ 2486605 w 4522645"/>
              <a:gd name="connsiteY0" fmla="*/ 1082 h 5827877"/>
              <a:gd name="connsiteX1" fmla="*/ 4522645 w 4522645"/>
              <a:gd name="connsiteY1" fmla="*/ 0 h 5827877"/>
              <a:gd name="connsiteX2" fmla="*/ 2001457 w 4522645"/>
              <a:gd name="connsiteY2" fmla="*/ 5827877 h 5827877"/>
              <a:gd name="connsiteX3" fmla="*/ 0 w 4522645"/>
              <a:gd name="connsiteY3" fmla="*/ 5827877 h 5827877"/>
              <a:gd name="connsiteX4" fmla="*/ 2486605 w 4522645"/>
              <a:gd name="connsiteY4" fmla="*/ 1082 h 5827877"/>
              <a:gd name="connsiteX0" fmla="*/ 2486605 w 4491075"/>
              <a:gd name="connsiteY0" fmla="*/ 1082 h 5827877"/>
              <a:gd name="connsiteX1" fmla="*/ 4491075 w 4491075"/>
              <a:gd name="connsiteY1" fmla="*/ 0 h 5827877"/>
              <a:gd name="connsiteX2" fmla="*/ 2001457 w 4491075"/>
              <a:gd name="connsiteY2" fmla="*/ 5827877 h 5827877"/>
              <a:gd name="connsiteX3" fmla="*/ 0 w 4491075"/>
              <a:gd name="connsiteY3" fmla="*/ 5827877 h 5827877"/>
              <a:gd name="connsiteX4" fmla="*/ 2486605 w 4491075"/>
              <a:gd name="connsiteY4" fmla="*/ 1082 h 5827877"/>
              <a:gd name="connsiteX0" fmla="*/ 2616040 w 4620510"/>
              <a:gd name="connsiteY0" fmla="*/ 1082 h 5827877"/>
              <a:gd name="connsiteX1" fmla="*/ 4620510 w 4620510"/>
              <a:gd name="connsiteY1" fmla="*/ 0 h 5827877"/>
              <a:gd name="connsiteX2" fmla="*/ 2130892 w 4620510"/>
              <a:gd name="connsiteY2" fmla="*/ 5827877 h 5827877"/>
              <a:gd name="connsiteX3" fmla="*/ 0 w 4620510"/>
              <a:gd name="connsiteY3" fmla="*/ 5821527 h 5827877"/>
              <a:gd name="connsiteX4" fmla="*/ 2616040 w 4620510"/>
              <a:gd name="connsiteY4" fmla="*/ 1082 h 5827877"/>
              <a:gd name="connsiteX0" fmla="*/ 2616040 w 4620510"/>
              <a:gd name="connsiteY0" fmla="*/ 1082 h 5821527"/>
              <a:gd name="connsiteX1" fmla="*/ 4620510 w 4620510"/>
              <a:gd name="connsiteY1" fmla="*/ 0 h 5821527"/>
              <a:gd name="connsiteX2" fmla="*/ 1828876 w 4620510"/>
              <a:gd name="connsiteY2" fmla="*/ 5821527 h 5821527"/>
              <a:gd name="connsiteX3" fmla="*/ 0 w 4620510"/>
              <a:gd name="connsiteY3" fmla="*/ 5821527 h 5821527"/>
              <a:gd name="connsiteX4" fmla="*/ 2616040 w 4620510"/>
              <a:gd name="connsiteY4" fmla="*/ 1082 h 5821527"/>
              <a:gd name="connsiteX0" fmla="*/ 2616040 w 4620510"/>
              <a:gd name="connsiteY0" fmla="*/ 1082 h 5821527"/>
              <a:gd name="connsiteX1" fmla="*/ 4620510 w 4620510"/>
              <a:gd name="connsiteY1" fmla="*/ 0 h 5821527"/>
              <a:gd name="connsiteX2" fmla="*/ 1641914 w 4620510"/>
              <a:gd name="connsiteY2" fmla="*/ 5821527 h 5821527"/>
              <a:gd name="connsiteX3" fmla="*/ 0 w 4620510"/>
              <a:gd name="connsiteY3" fmla="*/ 5821527 h 5821527"/>
              <a:gd name="connsiteX4" fmla="*/ 2616040 w 4620510"/>
              <a:gd name="connsiteY4" fmla="*/ 1082 h 5821527"/>
              <a:gd name="connsiteX0" fmla="*/ 2616040 w 4620510"/>
              <a:gd name="connsiteY0" fmla="*/ 1082 h 5821527"/>
              <a:gd name="connsiteX1" fmla="*/ 4620510 w 4620510"/>
              <a:gd name="connsiteY1" fmla="*/ 0 h 5821527"/>
              <a:gd name="connsiteX2" fmla="*/ 1699441 w 4620510"/>
              <a:gd name="connsiteY2" fmla="*/ 5808827 h 5821527"/>
              <a:gd name="connsiteX3" fmla="*/ 0 w 4620510"/>
              <a:gd name="connsiteY3" fmla="*/ 5821527 h 5821527"/>
              <a:gd name="connsiteX4" fmla="*/ 2616040 w 4620510"/>
              <a:gd name="connsiteY4" fmla="*/ 1082 h 5821527"/>
              <a:gd name="connsiteX0" fmla="*/ 2616040 w 4620510"/>
              <a:gd name="connsiteY0" fmla="*/ 1082 h 5821527"/>
              <a:gd name="connsiteX1" fmla="*/ 4620510 w 4620510"/>
              <a:gd name="connsiteY1" fmla="*/ 0 h 5821527"/>
              <a:gd name="connsiteX2" fmla="*/ 1692250 w 4620510"/>
              <a:gd name="connsiteY2" fmla="*/ 5821527 h 5821527"/>
              <a:gd name="connsiteX3" fmla="*/ 0 w 4620510"/>
              <a:gd name="connsiteY3" fmla="*/ 5821527 h 5821527"/>
              <a:gd name="connsiteX4" fmla="*/ 2616040 w 4620510"/>
              <a:gd name="connsiteY4" fmla="*/ 1082 h 5821527"/>
              <a:gd name="connsiteX0" fmla="*/ 2780776 w 4620510"/>
              <a:gd name="connsiteY0" fmla="*/ 1082 h 5821527"/>
              <a:gd name="connsiteX1" fmla="*/ 4620510 w 4620510"/>
              <a:gd name="connsiteY1" fmla="*/ 0 h 5821527"/>
              <a:gd name="connsiteX2" fmla="*/ 1692250 w 4620510"/>
              <a:gd name="connsiteY2" fmla="*/ 5821527 h 5821527"/>
              <a:gd name="connsiteX3" fmla="*/ 0 w 4620510"/>
              <a:gd name="connsiteY3" fmla="*/ 5821527 h 5821527"/>
              <a:gd name="connsiteX4" fmla="*/ 2780776 w 4620510"/>
              <a:gd name="connsiteY4" fmla="*/ 1082 h 5821527"/>
              <a:gd name="connsiteX0" fmla="*/ 2780776 w 4526375"/>
              <a:gd name="connsiteY0" fmla="*/ 11473 h 5831918"/>
              <a:gd name="connsiteX1" fmla="*/ 4526375 w 4526375"/>
              <a:gd name="connsiteY1" fmla="*/ 0 h 5831918"/>
              <a:gd name="connsiteX2" fmla="*/ 1692250 w 4526375"/>
              <a:gd name="connsiteY2" fmla="*/ 5831918 h 5831918"/>
              <a:gd name="connsiteX3" fmla="*/ 0 w 4526375"/>
              <a:gd name="connsiteY3" fmla="*/ 5831918 h 5831918"/>
              <a:gd name="connsiteX4" fmla="*/ 2780776 w 4526375"/>
              <a:gd name="connsiteY4" fmla="*/ 11473 h 5831918"/>
              <a:gd name="connsiteX0" fmla="*/ 2780776 w 4526375"/>
              <a:gd name="connsiteY0" fmla="*/ 0 h 5820445"/>
              <a:gd name="connsiteX1" fmla="*/ 4526375 w 4526375"/>
              <a:gd name="connsiteY1" fmla="*/ 9309 h 5820445"/>
              <a:gd name="connsiteX2" fmla="*/ 1692250 w 4526375"/>
              <a:gd name="connsiteY2" fmla="*/ 5820445 h 5820445"/>
              <a:gd name="connsiteX3" fmla="*/ 0 w 4526375"/>
              <a:gd name="connsiteY3" fmla="*/ 5820445 h 5820445"/>
              <a:gd name="connsiteX4" fmla="*/ 2780776 w 4526375"/>
              <a:gd name="connsiteY4" fmla="*/ 0 h 5820445"/>
              <a:gd name="connsiteX0" fmla="*/ 2780776 w 4526375"/>
              <a:gd name="connsiteY0" fmla="*/ 6278 h 5811136"/>
              <a:gd name="connsiteX1" fmla="*/ 4526375 w 4526375"/>
              <a:gd name="connsiteY1" fmla="*/ 0 h 5811136"/>
              <a:gd name="connsiteX2" fmla="*/ 1692250 w 4526375"/>
              <a:gd name="connsiteY2" fmla="*/ 5811136 h 5811136"/>
              <a:gd name="connsiteX3" fmla="*/ 0 w 4526375"/>
              <a:gd name="connsiteY3" fmla="*/ 5811136 h 5811136"/>
              <a:gd name="connsiteX4" fmla="*/ 2780776 w 4526375"/>
              <a:gd name="connsiteY4" fmla="*/ 6278 h 5811136"/>
              <a:gd name="connsiteX0" fmla="*/ 2828323 w 4526375"/>
              <a:gd name="connsiteY0" fmla="*/ 0 h 5814189"/>
              <a:gd name="connsiteX1" fmla="*/ 4526375 w 4526375"/>
              <a:gd name="connsiteY1" fmla="*/ 3053 h 5814189"/>
              <a:gd name="connsiteX2" fmla="*/ 1692250 w 4526375"/>
              <a:gd name="connsiteY2" fmla="*/ 5814189 h 5814189"/>
              <a:gd name="connsiteX3" fmla="*/ 0 w 4526375"/>
              <a:gd name="connsiteY3" fmla="*/ 5814189 h 5814189"/>
              <a:gd name="connsiteX4" fmla="*/ 2828323 w 4526375"/>
              <a:gd name="connsiteY4" fmla="*/ 0 h 5814189"/>
              <a:gd name="connsiteX0" fmla="*/ 2828323 w 4526375"/>
              <a:gd name="connsiteY0" fmla="*/ 1048 h 5811136"/>
              <a:gd name="connsiteX1" fmla="*/ 4526375 w 4526375"/>
              <a:gd name="connsiteY1" fmla="*/ 0 h 5811136"/>
              <a:gd name="connsiteX2" fmla="*/ 1692250 w 4526375"/>
              <a:gd name="connsiteY2" fmla="*/ 5811136 h 5811136"/>
              <a:gd name="connsiteX3" fmla="*/ 0 w 4526375"/>
              <a:gd name="connsiteY3" fmla="*/ 5811136 h 5811136"/>
              <a:gd name="connsiteX4" fmla="*/ 2828323 w 4526375"/>
              <a:gd name="connsiteY4" fmla="*/ 1048 h 5811136"/>
              <a:gd name="connsiteX0" fmla="*/ 1712019 w 4526375"/>
              <a:gd name="connsiteY0" fmla="*/ 1048 h 5811136"/>
              <a:gd name="connsiteX1" fmla="*/ 4526375 w 4526375"/>
              <a:gd name="connsiteY1" fmla="*/ 0 h 5811136"/>
              <a:gd name="connsiteX2" fmla="*/ 1692250 w 4526375"/>
              <a:gd name="connsiteY2" fmla="*/ 5811136 h 5811136"/>
              <a:gd name="connsiteX3" fmla="*/ 0 w 4526375"/>
              <a:gd name="connsiteY3" fmla="*/ 5811136 h 5811136"/>
              <a:gd name="connsiteX4" fmla="*/ 1712019 w 4526375"/>
              <a:gd name="connsiteY4" fmla="*/ 1048 h 5811136"/>
              <a:gd name="connsiteX0" fmla="*/ 2828323 w 5642679"/>
              <a:gd name="connsiteY0" fmla="*/ 1048 h 5811136"/>
              <a:gd name="connsiteX1" fmla="*/ 5642679 w 5642679"/>
              <a:gd name="connsiteY1" fmla="*/ 0 h 5811136"/>
              <a:gd name="connsiteX2" fmla="*/ 2808554 w 5642679"/>
              <a:gd name="connsiteY2" fmla="*/ 5811136 h 5811136"/>
              <a:gd name="connsiteX3" fmla="*/ 0 w 5642679"/>
              <a:gd name="connsiteY3" fmla="*/ 5811136 h 5811136"/>
              <a:gd name="connsiteX4" fmla="*/ 2828323 w 5642679"/>
              <a:gd name="connsiteY4" fmla="*/ 1048 h 58111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642679" h="5811136">
                <a:moveTo>
                  <a:pt x="2828323" y="1048"/>
                </a:moveTo>
                <a:lnTo>
                  <a:pt x="5642679" y="0"/>
                </a:lnTo>
                <a:lnTo>
                  <a:pt x="2808554" y="5811136"/>
                </a:lnTo>
                <a:lnTo>
                  <a:pt x="0" y="5811136"/>
                </a:lnTo>
                <a:lnTo>
                  <a:pt x="2828323" y="1048"/>
                </a:lnTo>
                <a:close/>
              </a:path>
            </a:pathLst>
          </a:custGeom>
          <a:solidFill>
            <a:srgbClr val="D45400">
              <a:alpha val="75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E25674-EFEC-ACF2-AFCB-5DD8AA0667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116756" y="6356350"/>
            <a:ext cx="3489542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ECF6E4-E279-32C0-CD5F-B94A164AD3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382188" y="6362700"/>
            <a:ext cx="630763" cy="365125"/>
          </a:xfrm>
          <a:prstGeom prst="rect">
            <a:avLst/>
          </a:prstGeom>
        </p:spPr>
        <p:txBody>
          <a:bodyPr/>
          <a:lstStyle>
            <a:lvl1pPr algn="l">
              <a:defRPr/>
            </a:lvl1pPr>
          </a:lstStyle>
          <a:p>
            <a:fld id="{7C8598A7-94B2-594C-8A98-02B4613DD734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53" name="Graphic 52">
            <a:extLst>
              <a:ext uri="{FF2B5EF4-FFF2-40B4-BE49-F238E27FC236}">
                <a16:creationId xmlns:a16="http://schemas.microsoft.com/office/drawing/2014/main" id="{938BC0C9-96EC-1326-CE6B-54CA4006F7E2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76076" y="529779"/>
            <a:ext cx="3357276" cy="250630"/>
          </a:xfrm>
          <a:prstGeom prst="rect">
            <a:avLst/>
          </a:prstGeom>
        </p:spPr>
      </p:pic>
      <p:pic>
        <p:nvPicPr>
          <p:cNvPr id="54" name="Graphic 53">
            <a:extLst>
              <a:ext uri="{FF2B5EF4-FFF2-40B4-BE49-F238E27FC236}">
                <a16:creationId xmlns:a16="http://schemas.microsoft.com/office/drawing/2014/main" id="{A4FA8EBB-EACB-3866-C10B-045D01AADA24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093023" y="5922334"/>
            <a:ext cx="1747558" cy="646357"/>
          </a:xfrm>
          <a:prstGeom prst="rect">
            <a:avLst/>
          </a:prstGeom>
        </p:spPr>
      </p:pic>
      <p:pic>
        <p:nvPicPr>
          <p:cNvPr id="13" name="Graphic 12">
            <a:extLst>
              <a:ext uri="{FF2B5EF4-FFF2-40B4-BE49-F238E27FC236}">
                <a16:creationId xmlns:a16="http://schemas.microsoft.com/office/drawing/2014/main" id="{EDC4163D-25F9-A576-8CD2-8FB48338B976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70624" y="898424"/>
            <a:ext cx="3980472" cy="1146330"/>
          </a:xfrm>
          <a:prstGeom prst="rect">
            <a:avLst/>
          </a:prstGeom>
        </p:spPr>
      </p:pic>
      <p:sp>
        <p:nvSpPr>
          <p:cNvPr id="8" name="Title 1">
            <a:extLst>
              <a:ext uri="{FF2B5EF4-FFF2-40B4-BE49-F238E27FC236}">
                <a16:creationId xmlns:a16="http://schemas.microsoft.com/office/drawing/2014/main" id="{0FCF5B45-62C6-CBDC-7507-AB3AC3E9108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698500" y="2638424"/>
            <a:ext cx="8474200" cy="2080640"/>
          </a:xfrm>
        </p:spPr>
        <p:txBody>
          <a:bodyPr anchor="t"/>
          <a:lstStyle>
            <a:lvl1pPr algn="l">
              <a:lnSpc>
                <a:spcPct val="80000"/>
              </a:lnSpc>
              <a:defRPr sz="6000" b="1" i="0">
                <a:latin typeface="Söhne Halbfett" panose="020B0503030202060203" pitchFamily="34" charset="77"/>
                <a:cs typeface="Söhne Halbfett" panose="020B0503030202060203" pitchFamily="34" charset="77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9" name="Subtitle 2">
            <a:extLst>
              <a:ext uri="{FF2B5EF4-FFF2-40B4-BE49-F238E27FC236}">
                <a16:creationId xmlns:a16="http://schemas.microsoft.com/office/drawing/2014/main" id="{4979FFB7-8AFB-143D-6643-58CA656D8C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698500" y="4963485"/>
            <a:ext cx="8017000" cy="952916"/>
          </a:xfrm>
          <a:prstGeom prst="rect">
            <a:avLst/>
          </a:prstGeom>
        </p:spPr>
        <p:txBody>
          <a:bodyPr/>
          <a:lstStyle>
            <a:lvl1pPr marL="0" indent="0" algn="l">
              <a:spcBef>
                <a:spcPts val="0"/>
              </a:spcBef>
              <a:buNone/>
              <a:defRPr sz="3200" b="0" i="0">
                <a:latin typeface="Söhne Halbfett" panose="020B0303030202060203" pitchFamily="34" charset="77"/>
                <a:cs typeface="Söhne Halbfett" panose="020B0303030202060203" pitchFamily="34" charset="77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10" name="Rectangle 4">
            <a:extLst>
              <a:ext uri="{FF2B5EF4-FFF2-40B4-BE49-F238E27FC236}">
                <a16:creationId xmlns:a16="http://schemas.microsoft.com/office/drawing/2014/main" id="{3D891131-6AEB-5D94-4F13-6570E84BBAD8}"/>
              </a:ext>
            </a:extLst>
          </p:cNvPr>
          <p:cNvSpPr/>
          <p:nvPr userDrawn="1"/>
        </p:nvSpPr>
        <p:spPr>
          <a:xfrm rot="10800000">
            <a:off x="415636" y="2647948"/>
            <a:ext cx="1191228" cy="1889127"/>
          </a:xfrm>
          <a:custGeom>
            <a:avLst/>
            <a:gdLst>
              <a:gd name="connsiteX0" fmla="*/ 0 w 2505206"/>
              <a:gd name="connsiteY0" fmla="*/ 0 h 5824603"/>
              <a:gd name="connsiteX1" fmla="*/ 2505206 w 2505206"/>
              <a:gd name="connsiteY1" fmla="*/ 0 h 5824603"/>
              <a:gd name="connsiteX2" fmla="*/ 2505206 w 2505206"/>
              <a:gd name="connsiteY2" fmla="*/ 5824603 h 5824603"/>
              <a:gd name="connsiteX3" fmla="*/ 0 w 2505206"/>
              <a:gd name="connsiteY3" fmla="*/ 5824603 h 5824603"/>
              <a:gd name="connsiteX4" fmla="*/ 0 w 2505206"/>
              <a:gd name="connsiteY4" fmla="*/ 0 h 5824603"/>
              <a:gd name="connsiteX0" fmla="*/ 0 w 3535109"/>
              <a:gd name="connsiteY0" fmla="*/ 0 h 5824603"/>
              <a:gd name="connsiteX1" fmla="*/ 3535109 w 3535109"/>
              <a:gd name="connsiteY1" fmla="*/ 0 h 5824603"/>
              <a:gd name="connsiteX2" fmla="*/ 2505206 w 3535109"/>
              <a:gd name="connsiteY2" fmla="*/ 5824603 h 5824603"/>
              <a:gd name="connsiteX3" fmla="*/ 0 w 3535109"/>
              <a:gd name="connsiteY3" fmla="*/ 5824603 h 5824603"/>
              <a:gd name="connsiteX4" fmla="*/ 0 w 3535109"/>
              <a:gd name="connsiteY4" fmla="*/ 0 h 5824603"/>
              <a:gd name="connsiteX0" fmla="*/ 1126156 w 3535109"/>
              <a:gd name="connsiteY0" fmla="*/ 0 h 5834229"/>
              <a:gd name="connsiteX1" fmla="*/ 3535109 w 3535109"/>
              <a:gd name="connsiteY1" fmla="*/ 9626 h 5834229"/>
              <a:gd name="connsiteX2" fmla="*/ 2505206 w 3535109"/>
              <a:gd name="connsiteY2" fmla="*/ 5834229 h 5834229"/>
              <a:gd name="connsiteX3" fmla="*/ 0 w 3535109"/>
              <a:gd name="connsiteY3" fmla="*/ 5834229 h 5834229"/>
              <a:gd name="connsiteX4" fmla="*/ 1126156 w 3535109"/>
              <a:gd name="connsiteY4" fmla="*/ 0 h 5834229"/>
              <a:gd name="connsiteX0" fmla="*/ 1103854 w 3535109"/>
              <a:gd name="connsiteY0" fmla="*/ 20110 h 5824603"/>
              <a:gd name="connsiteX1" fmla="*/ 3535109 w 3535109"/>
              <a:gd name="connsiteY1" fmla="*/ 0 h 5824603"/>
              <a:gd name="connsiteX2" fmla="*/ 2505206 w 3535109"/>
              <a:gd name="connsiteY2" fmla="*/ 5824603 h 5824603"/>
              <a:gd name="connsiteX3" fmla="*/ 0 w 3535109"/>
              <a:gd name="connsiteY3" fmla="*/ 5824603 h 5824603"/>
              <a:gd name="connsiteX4" fmla="*/ 1103854 w 3535109"/>
              <a:gd name="connsiteY4" fmla="*/ 20110 h 5824603"/>
              <a:gd name="connsiteX0" fmla="*/ 1111288 w 3535109"/>
              <a:gd name="connsiteY0" fmla="*/ 0 h 5826795"/>
              <a:gd name="connsiteX1" fmla="*/ 3535109 w 3535109"/>
              <a:gd name="connsiteY1" fmla="*/ 2192 h 5826795"/>
              <a:gd name="connsiteX2" fmla="*/ 2505206 w 3535109"/>
              <a:gd name="connsiteY2" fmla="*/ 5826795 h 5826795"/>
              <a:gd name="connsiteX3" fmla="*/ 0 w 3535109"/>
              <a:gd name="connsiteY3" fmla="*/ 5826795 h 5826795"/>
              <a:gd name="connsiteX4" fmla="*/ 1111288 w 3535109"/>
              <a:gd name="connsiteY4" fmla="*/ 0 h 5826795"/>
              <a:gd name="connsiteX0" fmla="*/ 1111288 w 4940163"/>
              <a:gd name="connsiteY0" fmla="*/ 0 h 5826795"/>
              <a:gd name="connsiteX1" fmla="*/ 4940163 w 4940163"/>
              <a:gd name="connsiteY1" fmla="*/ 2192 h 5826795"/>
              <a:gd name="connsiteX2" fmla="*/ 2505206 w 4940163"/>
              <a:gd name="connsiteY2" fmla="*/ 5826795 h 5826795"/>
              <a:gd name="connsiteX3" fmla="*/ 0 w 4940163"/>
              <a:gd name="connsiteY3" fmla="*/ 5826795 h 5826795"/>
              <a:gd name="connsiteX4" fmla="*/ 1111288 w 4940163"/>
              <a:gd name="connsiteY4" fmla="*/ 0 h 5826795"/>
              <a:gd name="connsiteX0" fmla="*/ 2486605 w 4940163"/>
              <a:gd name="connsiteY0" fmla="*/ 0 h 5826795"/>
              <a:gd name="connsiteX1" fmla="*/ 4940163 w 4940163"/>
              <a:gd name="connsiteY1" fmla="*/ 2192 h 5826795"/>
              <a:gd name="connsiteX2" fmla="*/ 2505206 w 4940163"/>
              <a:gd name="connsiteY2" fmla="*/ 5826795 h 5826795"/>
              <a:gd name="connsiteX3" fmla="*/ 0 w 4940163"/>
              <a:gd name="connsiteY3" fmla="*/ 5826795 h 5826795"/>
              <a:gd name="connsiteX4" fmla="*/ 2486605 w 4940163"/>
              <a:gd name="connsiteY4" fmla="*/ 0 h 5826795"/>
              <a:gd name="connsiteX0" fmla="*/ 2486605 w 4940163"/>
              <a:gd name="connsiteY0" fmla="*/ 0 h 5826795"/>
              <a:gd name="connsiteX1" fmla="*/ 4940163 w 4940163"/>
              <a:gd name="connsiteY1" fmla="*/ 2192 h 5826795"/>
              <a:gd name="connsiteX2" fmla="*/ 2001457 w 4940163"/>
              <a:gd name="connsiteY2" fmla="*/ 5826795 h 5826795"/>
              <a:gd name="connsiteX3" fmla="*/ 0 w 4940163"/>
              <a:gd name="connsiteY3" fmla="*/ 5826795 h 5826795"/>
              <a:gd name="connsiteX4" fmla="*/ 2486605 w 4940163"/>
              <a:gd name="connsiteY4" fmla="*/ 0 h 5826795"/>
              <a:gd name="connsiteX0" fmla="*/ 2486605 w 4478393"/>
              <a:gd name="connsiteY0" fmla="*/ 10165 h 5836960"/>
              <a:gd name="connsiteX1" fmla="*/ 4478393 w 4478393"/>
              <a:gd name="connsiteY1" fmla="*/ 0 h 5836960"/>
              <a:gd name="connsiteX2" fmla="*/ 2001457 w 4478393"/>
              <a:gd name="connsiteY2" fmla="*/ 5836960 h 5836960"/>
              <a:gd name="connsiteX3" fmla="*/ 0 w 4478393"/>
              <a:gd name="connsiteY3" fmla="*/ 5836960 h 5836960"/>
              <a:gd name="connsiteX4" fmla="*/ 2486605 w 4478393"/>
              <a:gd name="connsiteY4" fmla="*/ 10165 h 5836960"/>
              <a:gd name="connsiteX0" fmla="*/ 2486605 w 4422421"/>
              <a:gd name="connsiteY0" fmla="*/ 10165 h 5836960"/>
              <a:gd name="connsiteX1" fmla="*/ 4422421 w 4422421"/>
              <a:gd name="connsiteY1" fmla="*/ 0 h 5836960"/>
              <a:gd name="connsiteX2" fmla="*/ 2001457 w 4422421"/>
              <a:gd name="connsiteY2" fmla="*/ 5836960 h 5836960"/>
              <a:gd name="connsiteX3" fmla="*/ 0 w 4422421"/>
              <a:gd name="connsiteY3" fmla="*/ 5836960 h 5836960"/>
              <a:gd name="connsiteX4" fmla="*/ 2486605 w 4422421"/>
              <a:gd name="connsiteY4" fmla="*/ 10165 h 5836960"/>
              <a:gd name="connsiteX0" fmla="*/ 2486605 w 4478393"/>
              <a:gd name="connsiteY0" fmla="*/ 0 h 5826795"/>
              <a:gd name="connsiteX1" fmla="*/ 4478393 w 4478393"/>
              <a:gd name="connsiteY1" fmla="*/ 14549 h 5826795"/>
              <a:gd name="connsiteX2" fmla="*/ 2001457 w 4478393"/>
              <a:gd name="connsiteY2" fmla="*/ 5826795 h 5826795"/>
              <a:gd name="connsiteX3" fmla="*/ 0 w 4478393"/>
              <a:gd name="connsiteY3" fmla="*/ 5826795 h 5826795"/>
              <a:gd name="connsiteX4" fmla="*/ 2486605 w 4478393"/>
              <a:gd name="connsiteY4" fmla="*/ 0 h 5826795"/>
              <a:gd name="connsiteX0" fmla="*/ 2486605 w 4522645"/>
              <a:gd name="connsiteY0" fmla="*/ 1082 h 5827877"/>
              <a:gd name="connsiteX1" fmla="*/ 4522645 w 4522645"/>
              <a:gd name="connsiteY1" fmla="*/ 0 h 5827877"/>
              <a:gd name="connsiteX2" fmla="*/ 2001457 w 4522645"/>
              <a:gd name="connsiteY2" fmla="*/ 5827877 h 5827877"/>
              <a:gd name="connsiteX3" fmla="*/ 0 w 4522645"/>
              <a:gd name="connsiteY3" fmla="*/ 5827877 h 5827877"/>
              <a:gd name="connsiteX4" fmla="*/ 2486605 w 4522645"/>
              <a:gd name="connsiteY4" fmla="*/ 1082 h 5827877"/>
              <a:gd name="connsiteX0" fmla="*/ 2486605 w 4491075"/>
              <a:gd name="connsiteY0" fmla="*/ 1082 h 5827877"/>
              <a:gd name="connsiteX1" fmla="*/ 4491075 w 4491075"/>
              <a:gd name="connsiteY1" fmla="*/ 0 h 5827877"/>
              <a:gd name="connsiteX2" fmla="*/ 2001457 w 4491075"/>
              <a:gd name="connsiteY2" fmla="*/ 5827877 h 5827877"/>
              <a:gd name="connsiteX3" fmla="*/ 0 w 4491075"/>
              <a:gd name="connsiteY3" fmla="*/ 5827877 h 5827877"/>
              <a:gd name="connsiteX4" fmla="*/ 2486605 w 4491075"/>
              <a:gd name="connsiteY4" fmla="*/ 1082 h 5827877"/>
              <a:gd name="connsiteX0" fmla="*/ 2616040 w 4620510"/>
              <a:gd name="connsiteY0" fmla="*/ 1082 h 5827877"/>
              <a:gd name="connsiteX1" fmla="*/ 4620510 w 4620510"/>
              <a:gd name="connsiteY1" fmla="*/ 0 h 5827877"/>
              <a:gd name="connsiteX2" fmla="*/ 2130892 w 4620510"/>
              <a:gd name="connsiteY2" fmla="*/ 5827877 h 5827877"/>
              <a:gd name="connsiteX3" fmla="*/ 0 w 4620510"/>
              <a:gd name="connsiteY3" fmla="*/ 5821527 h 5827877"/>
              <a:gd name="connsiteX4" fmla="*/ 2616040 w 4620510"/>
              <a:gd name="connsiteY4" fmla="*/ 1082 h 5827877"/>
              <a:gd name="connsiteX0" fmla="*/ 2616040 w 4620510"/>
              <a:gd name="connsiteY0" fmla="*/ 1082 h 5821527"/>
              <a:gd name="connsiteX1" fmla="*/ 4620510 w 4620510"/>
              <a:gd name="connsiteY1" fmla="*/ 0 h 5821527"/>
              <a:gd name="connsiteX2" fmla="*/ 1828876 w 4620510"/>
              <a:gd name="connsiteY2" fmla="*/ 5821527 h 5821527"/>
              <a:gd name="connsiteX3" fmla="*/ 0 w 4620510"/>
              <a:gd name="connsiteY3" fmla="*/ 5821527 h 5821527"/>
              <a:gd name="connsiteX4" fmla="*/ 2616040 w 4620510"/>
              <a:gd name="connsiteY4" fmla="*/ 1082 h 5821527"/>
              <a:gd name="connsiteX0" fmla="*/ 2616040 w 4620510"/>
              <a:gd name="connsiteY0" fmla="*/ 1082 h 5821527"/>
              <a:gd name="connsiteX1" fmla="*/ 4620510 w 4620510"/>
              <a:gd name="connsiteY1" fmla="*/ 0 h 5821527"/>
              <a:gd name="connsiteX2" fmla="*/ 1641914 w 4620510"/>
              <a:gd name="connsiteY2" fmla="*/ 5821527 h 5821527"/>
              <a:gd name="connsiteX3" fmla="*/ 0 w 4620510"/>
              <a:gd name="connsiteY3" fmla="*/ 5821527 h 5821527"/>
              <a:gd name="connsiteX4" fmla="*/ 2616040 w 4620510"/>
              <a:gd name="connsiteY4" fmla="*/ 1082 h 5821527"/>
              <a:gd name="connsiteX0" fmla="*/ 2616040 w 4620510"/>
              <a:gd name="connsiteY0" fmla="*/ 1082 h 5821527"/>
              <a:gd name="connsiteX1" fmla="*/ 4620510 w 4620510"/>
              <a:gd name="connsiteY1" fmla="*/ 0 h 5821527"/>
              <a:gd name="connsiteX2" fmla="*/ 1699441 w 4620510"/>
              <a:gd name="connsiteY2" fmla="*/ 5808827 h 5821527"/>
              <a:gd name="connsiteX3" fmla="*/ 0 w 4620510"/>
              <a:gd name="connsiteY3" fmla="*/ 5821527 h 5821527"/>
              <a:gd name="connsiteX4" fmla="*/ 2616040 w 4620510"/>
              <a:gd name="connsiteY4" fmla="*/ 1082 h 5821527"/>
              <a:gd name="connsiteX0" fmla="*/ 2616040 w 4620510"/>
              <a:gd name="connsiteY0" fmla="*/ 1082 h 5821527"/>
              <a:gd name="connsiteX1" fmla="*/ 4620510 w 4620510"/>
              <a:gd name="connsiteY1" fmla="*/ 0 h 5821527"/>
              <a:gd name="connsiteX2" fmla="*/ 1692250 w 4620510"/>
              <a:gd name="connsiteY2" fmla="*/ 5821527 h 5821527"/>
              <a:gd name="connsiteX3" fmla="*/ 0 w 4620510"/>
              <a:gd name="connsiteY3" fmla="*/ 5821527 h 5821527"/>
              <a:gd name="connsiteX4" fmla="*/ 2616040 w 4620510"/>
              <a:gd name="connsiteY4" fmla="*/ 1082 h 5821527"/>
              <a:gd name="connsiteX0" fmla="*/ 2780776 w 4620510"/>
              <a:gd name="connsiteY0" fmla="*/ 1082 h 5821527"/>
              <a:gd name="connsiteX1" fmla="*/ 4620510 w 4620510"/>
              <a:gd name="connsiteY1" fmla="*/ 0 h 5821527"/>
              <a:gd name="connsiteX2" fmla="*/ 1692250 w 4620510"/>
              <a:gd name="connsiteY2" fmla="*/ 5821527 h 5821527"/>
              <a:gd name="connsiteX3" fmla="*/ 0 w 4620510"/>
              <a:gd name="connsiteY3" fmla="*/ 5821527 h 5821527"/>
              <a:gd name="connsiteX4" fmla="*/ 2780776 w 4620510"/>
              <a:gd name="connsiteY4" fmla="*/ 1082 h 5821527"/>
              <a:gd name="connsiteX0" fmla="*/ 2780776 w 4526375"/>
              <a:gd name="connsiteY0" fmla="*/ 11473 h 5831918"/>
              <a:gd name="connsiteX1" fmla="*/ 4526375 w 4526375"/>
              <a:gd name="connsiteY1" fmla="*/ 0 h 5831918"/>
              <a:gd name="connsiteX2" fmla="*/ 1692250 w 4526375"/>
              <a:gd name="connsiteY2" fmla="*/ 5831918 h 5831918"/>
              <a:gd name="connsiteX3" fmla="*/ 0 w 4526375"/>
              <a:gd name="connsiteY3" fmla="*/ 5831918 h 5831918"/>
              <a:gd name="connsiteX4" fmla="*/ 2780776 w 4526375"/>
              <a:gd name="connsiteY4" fmla="*/ 11473 h 5831918"/>
              <a:gd name="connsiteX0" fmla="*/ 2780776 w 4526375"/>
              <a:gd name="connsiteY0" fmla="*/ 0 h 5820445"/>
              <a:gd name="connsiteX1" fmla="*/ 4526375 w 4526375"/>
              <a:gd name="connsiteY1" fmla="*/ 9309 h 5820445"/>
              <a:gd name="connsiteX2" fmla="*/ 1692250 w 4526375"/>
              <a:gd name="connsiteY2" fmla="*/ 5820445 h 5820445"/>
              <a:gd name="connsiteX3" fmla="*/ 0 w 4526375"/>
              <a:gd name="connsiteY3" fmla="*/ 5820445 h 5820445"/>
              <a:gd name="connsiteX4" fmla="*/ 2780776 w 4526375"/>
              <a:gd name="connsiteY4" fmla="*/ 0 h 5820445"/>
              <a:gd name="connsiteX0" fmla="*/ 2780776 w 4526375"/>
              <a:gd name="connsiteY0" fmla="*/ 6278 h 5811136"/>
              <a:gd name="connsiteX1" fmla="*/ 4526375 w 4526375"/>
              <a:gd name="connsiteY1" fmla="*/ 0 h 5811136"/>
              <a:gd name="connsiteX2" fmla="*/ 1692250 w 4526375"/>
              <a:gd name="connsiteY2" fmla="*/ 5811136 h 5811136"/>
              <a:gd name="connsiteX3" fmla="*/ 0 w 4526375"/>
              <a:gd name="connsiteY3" fmla="*/ 5811136 h 5811136"/>
              <a:gd name="connsiteX4" fmla="*/ 2780776 w 4526375"/>
              <a:gd name="connsiteY4" fmla="*/ 6278 h 5811136"/>
              <a:gd name="connsiteX0" fmla="*/ 2828323 w 4526375"/>
              <a:gd name="connsiteY0" fmla="*/ 0 h 5814189"/>
              <a:gd name="connsiteX1" fmla="*/ 4526375 w 4526375"/>
              <a:gd name="connsiteY1" fmla="*/ 3053 h 5814189"/>
              <a:gd name="connsiteX2" fmla="*/ 1692250 w 4526375"/>
              <a:gd name="connsiteY2" fmla="*/ 5814189 h 5814189"/>
              <a:gd name="connsiteX3" fmla="*/ 0 w 4526375"/>
              <a:gd name="connsiteY3" fmla="*/ 5814189 h 5814189"/>
              <a:gd name="connsiteX4" fmla="*/ 2828323 w 4526375"/>
              <a:gd name="connsiteY4" fmla="*/ 0 h 5814189"/>
              <a:gd name="connsiteX0" fmla="*/ 2828323 w 4526375"/>
              <a:gd name="connsiteY0" fmla="*/ 1048 h 5811136"/>
              <a:gd name="connsiteX1" fmla="*/ 4526375 w 4526375"/>
              <a:gd name="connsiteY1" fmla="*/ 0 h 5811136"/>
              <a:gd name="connsiteX2" fmla="*/ 1692250 w 4526375"/>
              <a:gd name="connsiteY2" fmla="*/ 5811136 h 5811136"/>
              <a:gd name="connsiteX3" fmla="*/ 0 w 4526375"/>
              <a:gd name="connsiteY3" fmla="*/ 5811136 h 5811136"/>
              <a:gd name="connsiteX4" fmla="*/ 2828323 w 4526375"/>
              <a:gd name="connsiteY4" fmla="*/ 1048 h 5811136"/>
              <a:gd name="connsiteX0" fmla="*/ 2207366 w 4526375"/>
              <a:gd name="connsiteY0" fmla="*/ 10475 h 5811136"/>
              <a:gd name="connsiteX1" fmla="*/ 4526375 w 4526375"/>
              <a:gd name="connsiteY1" fmla="*/ 0 h 5811136"/>
              <a:gd name="connsiteX2" fmla="*/ 1692250 w 4526375"/>
              <a:gd name="connsiteY2" fmla="*/ 5811136 h 5811136"/>
              <a:gd name="connsiteX3" fmla="*/ 0 w 4526375"/>
              <a:gd name="connsiteY3" fmla="*/ 5811136 h 5811136"/>
              <a:gd name="connsiteX4" fmla="*/ 2207366 w 4526375"/>
              <a:gd name="connsiteY4" fmla="*/ 10475 h 5811136"/>
              <a:gd name="connsiteX0" fmla="*/ 2197638 w 4526375"/>
              <a:gd name="connsiteY0" fmla="*/ 4125 h 5811136"/>
              <a:gd name="connsiteX1" fmla="*/ 4526375 w 4526375"/>
              <a:gd name="connsiteY1" fmla="*/ 0 h 5811136"/>
              <a:gd name="connsiteX2" fmla="*/ 1692250 w 4526375"/>
              <a:gd name="connsiteY2" fmla="*/ 5811136 h 5811136"/>
              <a:gd name="connsiteX3" fmla="*/ 0 w 4526375"/>
              <a:gd name="connsiteY3" fmla="*/ 5811136 h 5811136"/>
              <a:gd name="connsiteX4" fmla="*/ 2197638 w 4526375"/>
              <a:gd name="connsiteY4" fmla="*/ 4125 h 5811136"/>
              <a:gd name="connsiteX0" fmla="*/ 2187911 w 4526375"/>
              <a:gd name="connsiteY0" fmla="*/ 0 h 5813361"/>
              <a:gd name="connsiteX1" fmla="*/ 4526375 w 4526375"/>
              <a:gd name="connsiteY1" fmla="*/ 2225 h 5813361"/>
              <a:gd name="connsiteX2" fmla="*/ 1692250 w 4526375"/>
              <a:gd name="connsiteY2" fmla="*/ 5813361 h 5813361"/>
              <a:gd name="connsiteX3" fmla="*/ 0 w 4526375"/>
              <a:gd name="connsiteY3" fmla="*/ 5813361 h 5813361"/>
              <a:gd name="connsiteX4" fmla="*/ 2187911 w 4526375"/>
              <a:gd name="connsiteY4" fmla="*/ 0 h 5813361"/>
              <a:gd name="connsiteX0" fmla="*/ 2158728 w 4526375"/>
              <a:gd name="connsiteY0" fmla="*/ 0 h 5813361"/>
              <a:gd name="connsiteX1" fmla="*/ 4526375 w 4526375"/>
              <a:gd name="connsiteY1" fmla="*/ 2225 h 5813361"/>
              <a:gd name="connsiteX2" fmla="*/ 1692250 w 4526375"/>
              <a:gd name="connsiteY2" fmla="*/ 5813361 h 5813361"/>
              <a:gd name="connsiteX3" fmla="*/ 0 w 4526375"/>
              <a:gd name="connsiteY3" fmla="*/ 5813361 h 5813361"/>
              <a:gd name="connsiteX4" fmla="*/ 2158728 w 4526375"/>
              <a:gd name="connsiteY4" fmla="*/ 0 h 5813361"/>
              <a:gd name="connsiteX0" fmla="*/ 2771564 w 5139211"/>
              <a:gd name="connsiteY0" fmla="*/ 0 h 5819711"/>
              <a:gd name="connsiteX1" fmla="*/ 5139211 w 5139211"/>
              <a:gd name="connsiteY1" fmla="*/ 2225 h 5819711"/>
              <a:gd name="connsiteX2" fmla="*/ 2305086 w 5139211"/>
              <a:gd name="connsiteY2" fmla="*/ 5813361 h 5819711"/>
              <a:gd name="connsiteX3" fmla="*/ 0 w 5139211"/>
              <a:gd name="connsiteY3" fmla="*/ 5819711 h 5819711"/>
              <a:gd name="connsiteX4" fmla="*/ 2771564 w 5139211"/>
              <a:gd name="connsiteY4" fmla="*/ 0 h 5819711"/>
              <a:gd name="connsiteX0" fmla="*/ 2771564 w 5139211"/>
              <a:gd name="connsiteY0" fmla="*/ 0 h 5815517"/>
              <a:gd name="connsiteX1" fmla="*/ 5139211 w 5139211"/>
              <a:gd name="connsiteY1" fmla="*/ 2225 h 5815517"/>
              <a:gd name="connsiteX2" fmla="*/ 2305086 w 5139211"/>
              <a:gd name="connsiteY2" fmla="*/ 5813361 h 5815517"/>
              <a:gd name="connsiteX3" fmla="*/ 0 w 5139211"/>
              <a:gd name="connsiteY3" fmla="*/ 5815517 h 5815517"/>
              <a:gd name="connsiteX4" fmla="*/ 2771564 w 5139211"/>
              <a:gd name="connsiteY4" fmla="*/ 0 h 5815517"/>
              <a:gd name="connsiteX0" fmla="*/ 2791575 w 5159222"/>
              <a:gd name="connsiteY0" fmla="*/ 0 h 5815517"/>
              <a:gd name="connsiteX1" fmla="*/ 5159222 w 5159222"/>
              <a:gd name="connsiteY1" fmla="*/ 2225 h 5815517"/>
              <a:gd name="connsiteX2" fmla="*/ 2325097 w 5159222"/>
              <a:gd name="connsiteY2" fmla="*/ 5813361 h 5815517"/>
              <a:gd name="connsiteX3" fmla="*/ 0 w 5159222"/>
              <a:gd name="connsiteY3" fmla="*/ 5815517 h 5815517"/>
              <a:gd name="connsiteX4" fmla="*/ 2791575 w 5159222"/>
              <a:gd name="connsiteY4" fmla="*/ 0 h 58155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159222" h="5815517">
                <a:moveTo>
                  <a:pt x="2791575" y="0"/>
                </a:moveTo>
                <a:lnTo>
                  <a:pt x="5159222" y="2225"/>
                </a:lnTo>
                <a:lnTo>
                  <a:pt x="2325097" y="5813361"/>
                </a:lnTo>
                <a:lnTo>
                  <a:pt x="0" y="5815517"/>
                </a:lnTo>
                <a:lnTo>
                  <a:pt x="2791575" y="0"/>
                </a:lnTo>
                <a:close/>
              </a:path>
            </a:pathLst>
          </a:custGeom>
          <a:solidFill>
            <a:srgbClr val="D454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602665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4">
            <a:extLst>
              <a:ext uri="{FF2B5EF4-FFF2-40B4-BE49-F238E27FC236}">
                <a16:creationId xmlns:a16="http://schemas.microsoft.com/office/drawing/2014/main" id="{4021C394-0E83-9CD9-84A4-4249C909BF5F}"/>
              </a:ext>
            </a:extLst>
          </p:cNvPr>
          <p:cNvSpPr/>
          <p:nvPr userDrawn="1"/>
        </p:nvSpPr>
        <p:spPr>
          <a:xfrm rot="10800000">
            <a:off x="6388859" y="-645851"/>
            <a:ext cx="5606988" cy="8113011"/>
          </a:xfrm>
          <a:custGeom>
            <a:avLst/>
            <a:gdLst>
              <a:gd name="connsiteX0" fmla="*/ 0 w 2505206"/>
              <a:gd name="connsiteY0" fmla="*/ 0 h 5824603"/>
              <a:gd name="connsiteX1" fmla="*/ 2505206 w 2505206"/>
              <a:gd name="connsiteY1" fmla="*/ 0 h 5824603"/>
              <a:gd name="connsiteX2" fmla="*/ 2505206 w 2505206"/>
              <a:gd name="connsiteY2" fmla="*/ 5824603 h 5824603"/>
              <a:gd name="connsiteX3" fmla="*/ 0 w 2505206"/>
              <a:gd name="connsiteY3" fmla="*/ 5824603 h 5824603"/>
              <a:gd name="connsiteX4" fmla="*/ 0 w 2505206"/>
              <a:gd name="connsiteY4" fmla="*/ 0 h 5824603"/>
              <a:gd name="connsiteX0" fmla="*/ 0 w 3535109"/>
              <a:gd name="connsiteY0" fmla="*/ 0 h 5824603"/>
              <a:gd name="connsiteX1" fmla="*/ 3535109 w 3535109"/>
              <a:gd name="connsiteY1" fmla="*/ 0 h 5824603"/>
              <a:gd name="connsiteX2" fmla="*/ 2505206 w 3535109"/>
              <a:gd name="connsiteY2" fmla="*/ 5824603 h 5824603"/>
              <a:gd name="connsiteX3" fmla="*/ 0 w 3535109"/>
              <a:gd name="connsiteY3" fmla="*/ 5824603 h 5824603"/>
              <a:gd name="connsiteX4" fmla="*/ 0 w 3535109"/>
              <a:gd name="connsiteY4" fmla="*/ 0 h 5824603"/>
              <a:gd name="connsiteX0" fmla="*/ 1126156 w 3535109"/>
              <a:gd name="connsiteY0" fmla="*/ 0 h 5834229"/>
              <a:gd name="connsiteX1" fmla="*/ 3535109 w 3535109"/>
              <a:gd name="connsiteY1" fmla="*/ 9626 h 5834229"/>
              <a:gd name="connsiteX2" fmla="*/ 2505206 w 3535109"/>
              <a:gd name="connsiteY2" fmla="*/ 5834229 h 5834229"/>
              <a:gd name="connsiteX3" fmla="*/ 0 w 3535109"/>
              <a:gd name="connsiteY3" fmla="*/ 5834229 h 5834229"/>
              <a:gd name="connsiteX4" fmla="*/ 1126156 w 3535109"/>
              <a:gd name="connsiteY4" fmla="*/ 0 h 5834229"/>
              <a:gd name="connsiteX0" fmla="*/ 1103854 w 3535109"/>
              <a:gd name="connsiteY0" fmla="*/ 20110 h 5824603"/>
              <a:gd name="connsiteX1" fmla="*/ 3535109 w 3535109"/>
              <a:gd name="connsiteY1" fmla="*/ 0 h 5824603"/>
              <a:gd name="connsiteX2" fmla="*/ 2505206 w 3535109"/>
              <a:gd name="connsiteY2" fmla="*/ 5824603 h 5824603"/>
              <a:gd name="connsiteX3" fmla="*/ 0 w 3535109"/>
              <a:gd name="connsiteY3" fmla="*/ 5824603 h 5824603"/>
              <a:gd name="connsiteX4" fmla="*/ 1103854 w 3535109"/>
              <a:gd name="connsiteY4" fmla="*/ 20110 h 5824603"/>
              <a:gd name="connsiteX0" fmla="*/ 1111288 w 3535109"/>
              <a:gd name="connsiteY0" fmla="*/ 0 h 5826795"/>
              <a:gd name="connsiteX1" fmla="*/ 3535109 w 3535109"/>
              <a:gd name="connsiteY1" fmla="*/ 2192 h 5826795"/>
              <a:gd name="connsiteX2" fmla="*/ 2505206 w 3535109"/>
              <a:gd name="connsiteY2" fmla="*/ 5826795 h 5826795"/>
              <a:gd name="connsiteX3" fmla="*/ 0 w 3535109"/>
              <a:gd name="connsiteY3" fmla="*/ 5826795 h 5826795"/>
              <a:gd name="connsiteX4" fmla="*/ 1111288 w 3535109"/>
              <a:gd name="connsiteY4" fmla="*/ 0 h 5826795"/>
              <a:gd name="connsiteX0" fmla="*/ 1111288 w 4940163"/>
              <a:gd name="connsiteY0" fmla="*/ 0 h 5826795"/>
              <a:gd name="connsiteX1" fmla="*/ 4940163 w 4940163"/>
              <a:gd name="connsiteY1" fmla="*/ 2192 h 5826795"/>
              <a:gd name="connsiteX2" fmla="*/ 2505206 w 4940163"/>
              <a:gd name="connsiteY2" fmla="*/ 5826795 h 5826795"/>
              <a:gd name="connsiteX3" fmla="*/ 0 w 4940163"/>
              <a:gd name="connsiteY3" fmla="*/ 5826795 h 5826795"/>
              <a:gd name="connsiteX4" fmla="*/ 1111288 w 4940163"/>
              <a:gd name="connsiteY4" fmla="*/ 0 h 5826795"/>
              <a:gd name="connsiteX0" fmla="*/ 2486605 w 4940163"/>
              <a:gd name="connsiteY0" fmla="*/ 0 h 5826795"/>
              <a:gd name="connsiteX1" fmla="*/ 4940163 w 4940163"/>
              <a:gd name="connsiteY1" fmla="*/ 2192 h 5826795"/>
              <a:gd name="connsiteX2" fmla="*/ 2505206 w 4940163"/>
              <a:gd name="connsiteY2" fmla="*/ 5826795 h 5826795"/>
              <a:gd name="connsiteX3" fmla="*/ 0 w 4940163"/>
              <a:gd name="connsiteY3" fmla="*/ 5826795 h 5826795"/>
              <a:gd name="connsiteX4" fmla="*/ 2486605 w 4940163"/>
              <a:gd name="connsiteY4" fmla="*/ 0 h 5826795"/>
              <a:gd name="connsiteX0" fmla="*/ 2486605 w 4940163"/>
              <a:gd name="connsiteY0" fmla="*/ 0 h 5826795"/>
              <a:gd name="connsiteX1" fmla="*/ 4940163 w 4940163"/>
              <a:gd name="connsiteY1" fmla="*/ 2192 h 5826795"/>
              <a:gd name="connsiteX2" fmla="*/ 2001457 w 4940163"/>
              <a:gd name="connsiteY2" fmla="*/ 5826795 h 5826795"/>
              <a:gd name="connsiteX3" fmla="*/ 0 w 4940163"/>
              <a:gd name="connsiteY3" fmla="*/ 5826795 h 5826795"/>
              <a:gd name="connsiteX4" fmla="*/ 2486605 w 4940163"/>
              <a:gd name="connsiteY4" fmla="*/ 0 h 5826795"/>
              <a:gd name="connsiteX0" fmla="*/ 2486605 w 4478393"/>
              <a:gd name="connsiteY0" fmla="*/ 10165 h 5836960"/>
              <a:gd name="connsiteX1" fmla="*/ 4478393 w 4478393"/>
              <a:gd name="connsiteY1" fmla="*/ 0 h 5836960"/>
              <a:gd name="connsiteX2" fmla="*/ 2001457 w 4478393"/>
              <a:gd name="connsiteY2" fmla="*/ 5836960 h 5836960"/>
              <a:gd name="connsiteX3" fmla="*/ 0 w 4478393"/>
              <a:gd name="connsiteY3" fmla="*/ 5836960 h 5836960"/>
              <a:gd name="connsiteX4" fmla="*/ 2486605 w 4478393"/>
              <a:gd name="connsiteY4" fmla="*/ 10165 h 5836960"/>
              <a:gd name="connsiteX0" fmla="*/ 2486605 w 4422421"/>
              <a:gd name="connsiteY0" fmla="*/ 10165 h 5836960"/>
              <a:gd name="connsiteX1" fmla="*/ 4422421 w 4422421"/>
              <a:gd name="connsiteY1" fmla="*/ 0 h 5836960"/>
              <a:gd name="connsiteX2" fmla="*/ 2001457 w 4422421"/>
              <a:gd name="connsiteY2" fmla="*/ 5836960 h 5836960"/>
              <a:gd name="connsiteX3" fmla="*/ 0 w 4422421"/>
              <a:gd name="connsiteY3" fmla="*/ 5836960 h 5836960"/>
              <a:gd name="connsiteX4" fmla="*/ 2486605 w 4422421"/>
              <a:gd name="connsiteY4" fmla="*/ 10165 h 5836960"/>
              <a:gd name="connsiteX0" fmla="*/ 2486605 w 4478393"/>
              <a:gd name="connsiteY0" fmla="*/ 0 h 5826795"/>
              <a:gd name="connsiteX1" fmla="*/ 4478393 w 4478393"/>
              <a:gd name="connsiteY1" fmla="*/ 14549 h 5826795"/>
              <a:gd name="connsiteX2" fmla="*/ 2001457 w 4478393"/>
              <a:gd name="connsiteY2" fmla="*/ 5826795 h 5826795"/>
              <a:gd name="connsiteX3" fmla="*/ 0 w 4478393"/>
              <a:gd name="connsiteY3" fmla="*/ 5826795 h 5826795"/>
              <a:gd name="connsiteX4" fmla="*/ 2486605 w 4478393"/>
              <a:gd name="connsiteY4" fmla="*/ 0 h 5826795"/>
              <a:gd name="connsiteX0" fmla="*/ 2486605 w 4522645"/>
              <a:gd name="connsiteY0" fmla="*/ 1082 h 5827877"/>
              <a:gd name="connsiteX1" fmla="*/ 4522645 w 4522645"/>
              <a:gd name="connsiteY1" fmla="*/ 0 h 5827877"/>
              <a:gd name="connsiteX2" fmla="*/ 2001457 w 4522645"/>
              <a:gd name="connsiteY2" fmla="*/ 5827877 h 5827877"/>
              <a:gd name="connsiteX3" fmla="*/ 0 w 4522645"/>
              <a:gd name="connsiteY3" fmla="*/ 5827877 h 5827877"/>
              <a:gd name="connsiteX4" fmla="*/ 2486605 w 4522645"/>
              <a:gd name="connsiteY4" fmla="*/ 1082 h 5827877"/>
              <a:gd name="connsiteX0" fmla="*/ 2486605 w 4491075"/>
              <a:gd name="connsiteY0" fmla="*/ 1082 h 5827877"/>
              <a:gd name="connsiteX1" fmla="*/ 4491075 w 4491075"/>
              <a:gd name="connsiteY1" fmla="*/ 0 h 5827877"/>
              <a:gd name="connsiteX2" fmla="*/ 2001457 w 4491075"/>
              <a:gd name="connsiteY2" fmla="*/ 5827877 h 5827877"/>
              <a:gd name="connsiteX3" fmla="*/ 0 w 4491075"/>
              <a:gd name="connsiteY3" fmla="*/ 5827877 h 5827877"/>
              <a:gd name="connsiteX4" fmla="*/ 2486605 w 4491075"/>
              <a:gd name="connsiteY4" fmla="*/ 1082 h 5827877"/>
              <a:gd name="connsiteX0" fmla="*/ 2616040 w 4620510"/>
              <a:gd name="connsiteY0" fmla="*/ 1082 h 5827877"/>
              <a:gd name="connsiteX1" fmla="*/ 4620510 w 4620510"/>
              <a:gd name="connsiteY1" fmla="*/ 0 h 5827877"/>
              <a:gd name="connsiteX2" fmla="*/ 2130892 w 4620510"/>
              <a:gd name="connsiteY2" fmla="*/ 5827877 h 5827877"/>
              <a:gd name="connsiteX3" fmla="*/ 0 w 4620510"/>
              <a:gd name="connsiteY3" fmla="*/ 5821527 h 5827877"/>
              <a:gd name="connsiteX4" fmla="*/ 2616040 w 4620510"/>
              <a:gd name="connsiteY4" fmla="*/ 1082 h 5827877"/>
              <a:gd name="connsiteX0" fmla="*/ 2616040 w 4620510"/>
              <a:gd name="connsiteY0" fmla="*/ 1082 h 5821527"/>
              <a:gd name="connsiteX1" fmla="*/ 4620510 w 4620510"/>
              <a:gd name="connsiteY1" fmla="*/ 0 h 5821527"/>
              <a:gd name="connsiteX2" fmla="*/ 1828876 w 4620510"/>
              <a:gd name="connsiteY2" fmla="*/ 5821527 h 5821527"/>
              <a:gd name="connsiteX3" fmla="*/ 0 w 4620510"/>
              <a:gd name="connsiteY3" fmla="*/ 5821527 h 5821527"/>
              <a:gd name="connsiteX4" fmla="*/ 2616040 w 4620510"/>
              <a:gd name="connsiteY4" fmla="*/ 1082 h 5821527"/>
              <a:gd name="connsiteX0" fmla="*/ 2616040 w 4620510"/>
              <a:gd name="connsiteY0" fmla="*/ 1082 h 5821527"/>
              <a:gd name="connsiteX1" fmla="*/ 4620510 w 4620510"/>
              <a:gd name="connsiteY1" fmla="*/ 0 h 5821527"/>
              <a:gd name="connsiteX2" fmla="*/ 1641914 w 4620510"/>
              <a:gd name="connsiteY2" fmla="*/ 5821527 h 5821527"/>
              <a:gd name="connsiteX3" fmla="*/ 0 w 4620510"/>
              <a:gd name="connsiteY3" fmla="*/ 5821527 h 5821527"/>
              <a:gd name="connsiteX4" fmla="*/ 2616040 w 4620510"/>
              <a:gd name="connsiteY4" fmla="*/ 1082 h 5821527"/>
              <a:gd name="connsiteX0" fmla="*/ 2616040 w 4620510"/>
              <a:gd name="connsiteY0" fmla="*/ 1082 h 5821527"/>
              <a:gd name="connsiteX1" fmla="*/ 4620510 w 4620510"/>
              <a:gd name="connsiteY1" fmla="*/ 0 h 5821527"/>
              <a:gd name="connsiteX2" fmla="*/ 1699441 w 4620510"/>
              <a:gd name="connsiteY2" fmla="*/ 5808827 h 5821527"/>
              <a:gd name="connsiteX3" fmla="*/ 0 w 4620510"/>
              <a:gd name="connsiteY3" fmla="*/ 5821527 h 5821527"/>
              <a:gd name="connsiteX4" fmla="*/ 2616040 w 4620510"/>
              <a:gd name="connsiteY4" fmla="*/ 1082 h 5821527"/>
              <a:gd name="connsiteX0" fmla="*/ 2616040 w 4620510"/>
              <a:gd name="connsiteY0" fmla="*/ 1082 h 5821527"/>
              <a:gd name="connsiteX1" fmla="*/ 4620510 w 4620510"/>
              <a:gd name="connsiteY1" fmla="*/ 0 h 5821527"/>
              <a:gd name="connsiteX2" fmla="*/ 1692250 w 4620510"/>
              <a:gd name="connsiteY2" fmla="*/ 5821527 h 5821527"/>
              <a:gd name="connsiteX3" fmla="*/ 0 w 4620510"/>
              <a:gd name="connsiteY3" fmla="*/ 5821527 h 5821527"/>
              <a:gd name="connsiteX4" fmla="*/ 2616040 w 4620510"/>
              <a:gd name="connsiteY4" fmla="*/ 1082 h 5821527"/>
              <a:gd name="connsiteX0" fmla="*/ 2780776 w 4620510"/>
              <a:gd name="connsiteY0" fmla="*/ 1082 h 5821527"/>
              <a:gd name="connsiteX1" fmla="*/ 4620510 w 4620510"/>
              <a:gd name="connsiteY1" fmla="*/ 0 h 5821527"/>
              <a:gd name="connsiteX2" fmla="*/ 1692250 w 4620510"/>
              <a:gd name="connsiteY2" fmla="*/ 5821527 h 5821527"/>
              <a:gd name="connsiteX3" fmla="*/ 0 w 4620510"/>
              <a:gd name="connsiteY3" fmla="*/ 5821527 h 5821527"/>
              <a:gd name="connsiteX4" fmla="*/ 2780776 w 4620510"/>
              <a:gd name="connsiteY4" fmla="*/ 1082 h 5821527"/>
              <a:gd name="connsiteX0" fmla="*/ 2780776 w 4526375"/>
              <a:gd name="connsiteY0" fmla="*/ 11473 h 5831918"/>
              <a:gd name="connsiteX1" fmla="*/ 4526375 w 4526375"/>
              <a:gd name="connsiteY1" fmla="*/ 0 h 5831918"/>
              <a:gd name="connsiteX2" fmla="*/ 1692250 w 4526375"/>
              <a:gd name="connsiteY2" fmla="*/ 5831918 h 5831918"/>
              <a:gd name="connsiteX3" fmla="*/ 0 w 4526375"/>
              <a:gd name="connsiteY3" fmla="*/ 5831918 h 5831918"/>
              <a:gd name="connsiteX4" fmla="*/ 2780776 w 4526375"/>
              <a:gd name="connsiteY4" fmla="*/ 11473 h 5831918"/>
              <a:gd name="connsiteX0" fmla="*/ 2780776 w 4526375"/>
              <a:gd name="connsiteY0" fmla="*/ 0 h 5820445"/>
              <a:gd name="connsiteX1" fmla="*/ 4526375 w 4526375"/>
              <a:gd name="connsiteY1" fmla="*/ 9309 h 5820445"/>
              <a:gd name="connsiteX2" fmla="*/ 1692250 w 4526375"/>
              <a:gd name="connsiteY2" fmla="*/ 5820445 h 5820445"/>
              <a:gd name="connsiteX3" fmla="*/ 0 w 4526375"/>
              <a:gd name="connsiteY3" fmla="*/ 5820445 h 5820445"/>
              <a:gd name="connsiteX4" fmla="*/ 2780776 w 4526375"/>
              <a:gd name="connsiteY4" fmla="*/ 0 h 5820445"/>
              <a:gd name="connsiteX0" fmla="*/ 2780776 w 4526375"/>
              <a:gd name="connsiteY0" fmla="*/ 6278 h 5811136"/>
              <a:gd name="connsiteX1" fmla="*/ 4526375 w 4526375"/>
              <a:gd name="connsiteY1" fmla="*/ 0 h 5811136"/>
              <a:gd name="connsiteX2" fmla="*/ 1692250 w 4526375"/>
              <a:gd name="connsiteY2" fmla="*/ 5811136 h 5811136"/>
              <a:gd name="connsiteX3" fmla="*/ 0 w 4526375"/>
              <a:gd name="connsiteY3" fmla="*/ 5811136 h 5811136"/>
              <a:gd name="connsiteX4" fmla="*/ 2780776 w 4526375"/>
              <a:gd name="connsiteY4" fmla="*/ 6278 h 5811136"/>
              <a:gd name="connsiteX0" fmla="*/ 2828323 w 4526375"/>
              <a:gd name="connsiteY0" fmla="*/ 0 h 5814189"/>
              <a:gd name="connsiteX1" fmla="*/ 4526375 w 4526375"/>
              <a:gd name="connsiteY1" fmla="*/ 3053 h 5814189"/>
              <a:gd name="connsiteX2" fmla="*/ 1692250 w 4526375"/>
              <a:gd name="connsiteY2" fmla="*/ 5814189 h 5814189"/>
              <a:gd name="connsiteX3" fmla="*/ 0 w 4526375"/>
              <a:gd name="connsiteY3" fmla="*/ 5814189 h 5814189"/>
              <a:gd name="connsiteX4" fmla="*/ 2828323 w 4526375"/>
              <a:gd name="connsiteY4" fmla="*/ 0 h 5814189"/>
              <a:gd name="connsiteX0" fmla="*/ 2828323 w 4526375"/>
              <a:gd name="connsiteY0" fmla="*/ 1048 h 5811136"/>
              <a:gd name="connsiteX1" fmla="*/ 4526375 w 4526375"/>
              <a:gd name="connsiteY1" fmla="*/ 0 h 5811136"/>
              <a:gd name="connsiteX2" fmla="*/ 1692250 w 4526375"/>
              <a:gd name="connsiteY2" fmla="*/ 5811136 h 5811136"/>
              <a:gd name="connsiteX3" fmla="*/ 0 w 4526375"/>
              <a:gd name="connsiteY3" fmla="*/ 5811136 h 5811136"/>
              <a:gd name="connsiteX4" fmla="*/ 2828323 w 4526375"/>
              <a:gd name="connsiteY4" fmla="*/ 1048 h 5811136"/>
              <a:gd name="connsiteX0" fmla="*/ 1712019 w 4526375"/>
              <a:gd name="connsiteY0" fmla="*/ 1048 h 5811136"/>
              <a:gd name="connsiteX1" fmla="*/ 4526375 w 4526375"/>
              <a:gd name="connsiteY1" fmla="*/ 0 h 5811136"/>
              <a:gd name="connsiteX2" fmla="*/ 1692250 w 4526375"/>
              <a:gd name="connsiteY2" fmla="*/ 5811136 h 5811136"/>
              <a:gd name="connsiteX3" fmla="*/ 0 w 4526375"/>
              <a:gd name="connsiteY3" fmla="*/ 5811136 h 5811136"/>
              <a:gd name="connsiteX4" fmla="*/ 1712019 w 4526375"/>
              <a:gd name="connsiteY4" fmla="*/ 1048 h 5811136"/>
              <a:gd name="connsiteX0" fmla="*/ 2828323 w 5642679"/>
              <a:gd name="connsiteY0" fmla="*/ 1048 h 5811136"/>
              <a:gd name="connsiteX1" fmla="*/ 5642679 w 5642679"/>
              <a:gd name="connsiteY1" fmla="*/ 0 h 5811136"/>
              <a:gd name="connsiteX2" fmla="*/ 2808554 w 5642679"/>
              <a:gd name="connsiteY2" fmla="*/ 5811136 h 5811136"/>
              <a:gd name="connsiteX3" fmla="*/ 0 w 5642679"/>
              <a:gd name="connsiteY3" fmla="*/ 5811136 h 5811136"/>
              <a:gd name="connsiteX4" fmla="*/ 2828323 w 5642679"/>
              <a:gd name="connsiteY4" fmla="*/ 1048 h 58111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642679" h="5811136">
                <a:moveTo>
                  <a:pt x="2828323" y="1048"/>
                </a:moveTo>
                <a:lnTo>
                  <a:pt x="5642679" y="0"/>
                </a:lnTo>
                <a:lnTo>
                  <a:pt x="2808554" y="5811136"/>
                </a:lnTo>
                <a:lnTo>
                  <a:pt x="0" y="5811136"/>
                </a:lnTo>
                <a:lnTo>
                  <a:pt x="2828323" y="1048"/>
                </a:lnTo>
                <a:close/>
              </a:path>
            </a:pathLst>
          </a:custGeom>
          <a:solidFill>
            <a:srgbClr val="D45400">
              <a:alpha val="75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E25674-EFEC-ACF2-AFCB-5DD8AA0667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116756" y="6356350"/>
            <a:ext cx="3489542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ECF6E4-E279-32C0-CD5F-B94A164AD3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382188" y="6362700"/>
            <a:ext cx="630763" cy="365125"/>
          </a:xfrm>
          <a:prstGeom prst="rect">
            <a:avLst/>
          </a:prstGeom>
        </p:spPr>
        <p:txBody>
          <a:bodyPr/>
          <a:lstStyle>
            <a:lvl1pPr algn="l">
              <a:defRPr/>
            </a:lvl1pPr>
          </a:lstStyle>
          <a:p>
            <a:fld id="{7C8598A7-94B2-594C-8A98-02B4613DD734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49" name="Graphic 48">
            <a:extLst>
              <a:ext uri="{FF2B5EF4-FFF2-40B4-BE49-F238E27FC236}">
                <a16:creationId xmlns:a16="http://schemas.microsoft.com/office/drawing/2014/main" id="{77B7DC55-1470-D4FD-68AC-FB504B87FD6C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77367" y="529111"/>
            <a:ext cx="2267327" cy="250630"/>
          </a:xfrm>
          <a:prstGeom prst="rect">
            <a:avLst/>
          </a:prstGeom>
        </p:spPr>
      </p:pic>
      <p:pic>
        <p:nvPicPr>
          <p:cNvPr id="54" name="Graphic 53">
            <a:extLst>
              <a:ext uri="{FF2B5EF4-FFF2-40B4-BE49-F238E27FC236}">
                <a16:creationId xmlns:a16="http://schemas.microsoft.com/office/drawing/2014/main" id="{A4FA8EBB-EACB-3866-C10B-045D01AADA24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093023" y="5922334"/>
            <a:ext cx="1747558" cy="646357"/>
          </a:xfrm>
          <a:prstGeom prst="rect">
            <a:avLst/>
          </a:prstGeom>
        </p:spPr>
      </p:pic>
      <p:pic>
        <p:nvPicPr>
          <p:cNvPr id="13" name="Graphic 12">
            <a:extLst>
              <a:ext uri="{FF2B5EF4-FFF2-40B4-BE49-F238E27FC236}">
                <a16:creationId xmlns:a16="http://schemas.microsoft.com/office/drawing/2014/main" id="{98D2168B-EF77-6DA1-211B-4D319E649AC0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70624" y="898424"/>
            <a:ext cx="3980472" cy="1146330"/>
          </a:xfrm>
          <a:prstGeom prst="rect">
            <a:avLst/>
          </a:prstGeom>
        </p:spPr>
      </p:pic>
      <p:sp>
        <p:nvSpPr>
          <p:cNvPr id="8" name="Title 1">
            <a:extLst>
              <a:ext uri="{FF2B5EF4-FFF2-40B4-BE49-F238E27FC236}">
                <a16:creationId xmlns:a16="http://schemas.microsoft.com/office/drawing/2014/main" id="{2BB7530B-96E8-1624-9052-A0A2D3939D0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698500" y="2638424"/>
            <a:ext cx="8474200" cy="2080640"/>
          </a:xfrm>
        </p:spPr>
        <p:txBody>
          <a:bodyPr anchor="t"/>
          <a:lstStyle>
            <a:lvl1pPr algn="l">
              <a:lnSpc>
                <a:spcPct val="80000"/>
              </a:lnSpc>
              <a:defRPr sz="6000" b="1" i="0">
                <a:latin typeface="Söhne Halbfett" panose="020B0503030202060203" pitchFamily="34" charset="77"/>
                <a:cs typeface="Söhne Halbfett" panose="020B0503030202060203" pitchFamily="34" charset="77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9" name="Subtitle 2">
            <a:extLst>
              <a:ext uri="{FF2B5EF4-FFF2-40B4-BE49-F238E27FC236}">
                <a16:creationId xmlns:a16="http://schemas.microsoft.com/office/drawing/2014/main" id="{27FB27A0-B532-FE1B-E288-7929EA6919E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698500" y="4963485"/>
            <a:ext cx="8017000" cy="952916"/>
          </a:xfrm>
          <a:prstGeom prst="rect">
            <a:avLst/>
          </a:prstGeom>
        </p:spPr>
        <p:txBody>
          <a:bodyPr/>
          <a:lstStyle>
            <a:lvl1pPr marL="0" indent="0" algn="l">
              <a:spcBef>
                <a:spcPts val="0"/>
              </a:spcBef>
              <a:buNone/>
              <a:defRPr sz="3200" b="0" i="0">
                <a:latin typeface="Söhne Halbfett" panose="020B0303030202060203" pitchFamily="34" charset="77"/>
                <a:cs typeface="Söhne Halbfett" panose="020B0303030202060203" pitchFamily="34" charset="77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10" name="Rectangle 4">
            <a:extLst>
              <a:ext uri="{FF2B5EF4-FFF2-40B4-BE49-F238E27FC236}">
                <a16:creationId xmlns:a16="http://schemas.microsoft.com/office/drawing/2014/main" id="{A5D5BDD8-CB73-4721-5088-9B3D1C902133}"/>
              </a:ext>
            </a:extLst>
          </p:cNvPr>
          <p:cNvSpPr/>
          <p:nvPr userDrawn="1"/>
        </p:nvSpPr>
        <p:spPr>
          <a:xfrm rot="10800000">
            <a:off x="415636" y="2647948"/>
            <a:ext cx="1191228" cy="1889127"/>
          </a:xfrm>
          <a:custGeom>
            <a:avLst/>
            <a:gdLst>
              <a:gd name="connsiteX0" fmla="*/ 0 w 2505206"/>
              <a:gd name="connsiteY0" fmla="*/ 0 h 5824603"/>
              <a:gd name="connsiteX1" fmla="*/ 2505206 w 2505206"/>
              <a:gd name="connsiteY1" fmla="*/ 0 h 5824603"/>
              <a:gd name="connsiteX2" fmla="*/ 2505206 w 2505206"/>
              <a:gd name="connsiteY2" fmla="*/ 5824603 h 5824603"/>
              <a:gd name="connsiteX3" fmla="*/ 0 w 2505206"/>
              <a:gd name="connsiteY3" fmla="*/ 5824603 h 5824603"/>
              <a:gd name="connsiteX4" fmla="*/ 0 w 2505206"/>
              <a:gd name="connsiteY4" fmla="*/ 0 h 5824603"/>
              <a:gd name="connsiteX0" fmla="*/ 0 w 3535109"/>
              <a:gd name="connsiteY0" fmla="*/ 0 h 5824603"/>
              <a:gd name="connsiteX1" fmla="*/ 3535109 w 3535109"/>
              <a:gd name="connsiteY1" fmla="*/ 0 h 5824603"/>
              <a:gd name="connsiteX2" fmla="*/ 2505206 w 3535109"/>
              <a:gd name="connsiteY2" fmla="*/ 5824603 h 5824603"/>
              <a:gd name="connsiteX3" fmla="*/ 0 w 3535109"/>
              <a:gd name="connsiteY3" fmla="*/ 5824603 h 5824603"/>
              <a:gd name="connsiteX4" fmla="*/ 0 w 3535109"/>
              <a:gd name="connsiteY4" fmla="*/ 0 h 5824603"/>
              <a:gd name="connsiteX0" fmla="*/ 1126156 w 3535109"/>
              <a:gd name="connsiteY0" fmla="*/ 0 h 5834229"/>
              <a:gd name="connsiteX1" fmla="*/ 3535109 w 3535109"/>
              <a:gd name="connsiteY1" fmla="*/ 9626 h 5834229"/>
              <a:gd name="connsiteX2" fmla="*/ 2505206 w 3535109"/>
              <a:gd name="connsiteY2" fmla="*/ 5834229 h 5834229"/>
              <a:gd name="connsiteX3" fmla="*/ 0 w 3535109"/>
              <a:gd name="connsiteY3" fmla="*/ 5834229 h 5834229"/>
              <a:gd name="connsiteX4" fmla="*/ 1126156 w 3535109"/>
              <a:gd name="connsiteY4" fmla="*/ 0 h 5834229"/>
              <a:gd name="connsiteX0" fmla="*/ 1103854 w 3535109"/>
              <a:gd name="connsiteY0" fmla="*/ 20110 h 5824603"/>
              <a:gd name="connsiteX1" fmla="*/ 3535109 w 3535109"/>
              <a:gd name="connsiteY1" fmla="*/ 0 h 5824603"/>
              <a:gd name="connsiteX2" fmla="*/ 2505206 w 3535109"/>
              <a:gd name="connsiteY2" fmla="*/ 5824603 h 5824603"/>
              <a:gd name="connsiteX3" fmla="*/ 0 w 3535109"/>
              <a:gd name="connsiteY3" fmla="*/ 5824603 h 5824603"/>
              <a:gd name="connsiteX4" fmla="*/ 1103854 w 3535109"/>
              <a:gd name="connsiteY4" fmla="*/ 20110 h 5824603"/>
              <a:gd name="connsiteX0" fmla="*/ 1111288 w 3535109"/>
              <a:gd name="connsiteY0" fmla="*/ 0 h 5826795"/>
              <a:gd name="connsiteX1" fmla="*/ 3535109 w 3535109"/>
              <a:gd name="connsiteY1" fmla="*/ 2192 h 5826795"/>
              <a:gd name="connsiteX2" fmla="*/ 2505206 w 3535109"/>
              <a:gd name="connsiteY2" fmla="*/ 5826795 h 5826795"/>
              <a:gd name="connsiteX3" fmla="*/ 0 w 3535109"/>
              <a:gd name="connsiteY3" fmla="*/ 5826795 h 5826795"/>
              <a:gd name="connsiteX4" fmla="*/ 1111288 w 3535109"/>
              <a:gd name="connsiteY4" fmla="*/ 0 h 5826795"/>
              <a:gd name="connsiteX0" fmla="*/ 1111288 w 4940163"/>
              <a:gd name="connsiteY0" fmla="*/ 0 h 5826795"/>
              <a:gd name="connsiteX1" fmla="*/ 4940163 w 4940163"/>
              <a:gd name="connsiteY1" fmla="*/ 2192 h 5826795"/>
              <a:gd name="connsiteX2" fmla="*/ 2505206 w 4940163"/>
              <a:gd name="connsiteY2" fmla="*/ 5826795 h 5826795"/>
              <a:gd name="connsiteX3" fmla="*/ 0 w 4940163"/>
              <a:gd name="connsiteY3" fmla="*/ 5826795 h 5826795"/>
              <a:gd name="connsiteX4" fmla="*/ 1111288 w 4940163"/>
              <a:gd name="connsiteY4" fmla="*/ 0 h 5826795"/>
              <a:gd name="connsiteX0" fmla="*/ 2486605 w 4940163"/>
              <a:gd name="connsiteY0" fmla="*/ 0 h 5826795"/>
              <a:gd name="connsiteX1" fmla="*/ 4940163 w 4940163"/>
              <a:gd name="connsiteY1" fmla="*/ 2192 h 5826795"/>
              <a:gd name="connsiteX2" fmla="*/ 2505206 w 4940163"/>
              <a:gd name="connsiteY2" fmla="*/ 5826795 h 5826795"/>
              <a:gd name="connsiteX3" fmla="*/ 0 w 4940163"/>
              <a:gd name="connsiteY3" fmla="*/ 5826795 h 5826795"/>
              <a:gd name="connsiteX4" fmla="*/ 2486605 w 4940163"/>
              <a:gd name="connsiteY4" fmla="*/ 0 h 5826795"/>
              <a:gd name="connsiteX0" fmla="*/ 2486605 w 4940163"/>
              <a:gd name="connsiteY0" fmla="*/ 0 h 5826795"/>
              <a:gd name="connsiteX1" fmla="*/ 4940163 w 4940163"/>
              <a:gd name="connsiteY1" fmla="*/ 2192 h 5826795"/>
              <a:gd name="connsiteX2" fmla="*/ 2001457 w 4940163"/>
              <a:gd name="connsiteY2" fmla="*/ 5826795 h 5826795"/>
              <a:gd name="connsiteX3" fmla="*/ 0 w 4940163"/>
              <a:gd name="connsiteY3" fmla="*/ 5826795 h 5826795"/>
              <a:gd name="connsiteX4" fmla="*/ 2486605 w 4940163"/>
              <a:gd name="connsiteY4" fmla="*/ 0 h 5826795"/>
              <a:gd name="connsiteX0" fmla="*/ 2486605 w 4478393"/>
              <a:gd name="connsiteY0" fmla="*/ 10165 h 5836960"/>
              <a:gd name="connsiteX1" fmla="*/ 4478393 w 4478393"/>
              <a:gd name="connsiteY1" fmla="*/ 0 h 5836960"/>
              <a:gd name="connsiteX2" fmla="*/ 2001457 w 4478393"/>
              <a:gd name="connsiteY2" fmla="*/ 5836960 h 5836960"/>
              <a:gd name="connsiteX3" fmla="*/ 0 w 4478393"/>
              <a:gd name="connsiteY3" fmla="*/ 5836960 h 5836960"/>
              <a:gd name="connsiteX4" fmla="*/ 2486605 w 4478393"/>
              <a:gd name="connsiteY4" fmla="*/ 10165 h 5836960"/>
              <a:gd name="connsiteX0" fmla="*/ 2486605 w 4422421"/>
              <a:gd name="connsiteY0" fmla="*/ 10165 h 5836960"/>
              <a:gd name="connsiteX1" fmla="*/ 4422421 w 4422421"/>
              <a:gd name="connsiteY1" fmla="*/ 0 h 5836960"/>
              <a:gd name="connsiteX2" fmla="*/ 2001457 w 4422421"/>
              <a:gd name="connsiteY2" fmla="*/ 5836960 h 5836960"/>
              <a:gd name="connsiteX3" fmla="*/ 0 w 4422421"/>
              <a:gd name="connsiteY3" fmla="*/ 5836960 h 5836960"/>
              <a:gd name="connsiteX4" fmla="*/ 2486605 w 4422421"/>
              <a:gd name="connsiteY4" fmla="*/ 10165 h 5836960"/>
              <a:gd name="connsiteX0" fmla="*/ 2486605 w 4478393"/>
              <a:gd name="connsiteY0" fmla="*/ 0 h 5826795"/>
              <a:gd name="connsiteX1" fmla="*/ 4478393 w 4478393"/>
              <a:gd name="connsiteY1" fmla="*/ 14549 h 5826795"/>
              <a:gd name="connsiteX2" fmla="*/ 2001457 w 4478393"/>
              <a:gd name="connsiteY2" fmla="*/ 5826795 h 5826795"/>
              <a:gd name="connsiteX3" fmla="*/ 0 w 4478393"/>
              <a:gd name="connsiteY3" fmla="*/ 5826795 h 5826795"/>
              <a:gd name="connsiteX4" fmla="*/ 2486605 w 4478393"/>
              <a:gd name="connsiteY4" fmla="*/ 0 h 5826795"/>
              <a:gd name="connsiteX0" fmla="*/ 2486605 w 4522645"/>
              <a:gd name="connsiteY0" fmla="*/ 1082 h 5827877"/>
              <a:gd name="connsiteX1" fmla="*/ 4522645 w 4522645"/>
              <a:gd name="connsiteY1" fmla="*/ 0 h 5827877"/>
              <a:gd name="connsiteX2" fmla="*/ 2001457 w 4522645"/>
              <a:gd name="connsiteY2" fmla="*/ 5827877 h 5827877"/>
              <a:gd name="connsiteX3" fmla="*/ 0 w 4522645"/>
              <a:gd name="connsiteY3" fmla="*/ 5827877 h 5827877"/>
              <a:gd name="connsiteX4" fmla="*/ 2486605 w 4522645"/>
              <a:gd name="connsiteY4" fmla="*/ 1082 h 5827877"/>
              <a:gd name="connsiteX0" fmla="*/ 2486605 w 4491075"/>
              <a:gd name="connsiteY0" fmla="*/ 1082 h 5827877"/>
              <a:gd name="connsiteX1" fmla="*/ 4491075 w 4491075"/>
              <a:gd name="connsiteY1" fmla="*/ 0 h 5827877"/>
              <a:gd name="connsiteX2" fmla="*/ 2001457 w 4491075"/>
              <a:gd name="connsiteY2" fmla="*/ 5827877 h 5827877"/>
              <a:gd name="connsiteX3" fmla="*/ 0 w 4491075"/>
              <a:gd name="connsiteY3" fmla="*/ 5827877 h 5827877"/>
              <a:gd name="connsiteX4" fmla="*/ 2486605 w 4491075"/>
              <a:gd name="connsiteY4" fmla="*/ 1082 h 5827877"/>
              <a:gd name="connsiteX0" fmla="*/ 2616040 w 4620510"/>
              <a:gd name="connsiteY0" fmla="*/ 1082 h 5827877"/>
              <a:gd name="connsiteX1" fmla="*/ 4620510 w 4620510"/>
              <a:gd name="connsiteY1" fmla="*/ 0 h 5827877"/>
              <a:gd name="connsiteX2" fmla="*/ 2130892 w 4620510"/>
              <a:gd name="connsiteY2" fmla="*/ 5827877 h 5827877"/>
              <a:gd name="connsiteX3" fmla="*/ 0 w 4620510"/>
              <a:gd name="connsiteY3" fmla="*/ 5821527 h 5827877"/>
              <a:gd name="connsiteX4" fmla="*/ 2616040 w 4620510"/>
              <a:gd name="connsiteY4" fmla="*/ 1082 h 5827877"/>
              <a:gd name="connsiteX0" fmla="*/ 2616040 w 4620510"/>
              <a:gd name="connsiteY0" fmla="*/ 1082 h 5821527"/>
              <a:gd name="connsiteX1" fmla="*/ 4620510 w 4620510"/>
              <a:gd name="connsiteY1" fmla="*/ 0 h 5821527"/>
              <a:gd name="connsiteX2" fmla="*/ 1828876 w 4620510"/>
              <a:gd name="connsiteY2" fmla="*/ 5821527 h 5821527"/>
              <a:gd name="connsiteX3" fmla="*/ 0 w 4620510"/>
              <a:gd name="connsiteY3" fmla="*/ 5821527 h 5821527"/>
              <a:gd name="connsiteX4" fmla="*/ 2616040 w 4620510"/>
              <a:gd name="connsiteY4" fmla="*/ 1082 h 5821527"/>
              <a:gd name="connsiteX0" fmla="*/ 2616040 w 4620510"/>
              <a:gd name="connsiteY0" fmla="*/ 1082 h 5821527"/>
              <a:gd name="connsiteX1" fmla="*/ 4620510 w 4620510"/>
              <a:gd name="connsiteY1" fmla="*/ 0 h 5821527"/>
              <a:gd name="connsiteX2" fmla="*/ 1641914 w 4620510"/>
              <a:gd name="connsiteY2" fmla="*/ 5821527 h 5821527"/>
              <a:gd name="connsiteX3" fmla="*/ 0 w 4620510"/>
              <a:gd name="connsiteY3" fmla="*/ 5821527 h 5821527"/>
              <a:gd name="connsiteX4" fmla="*/ 2616040 w 4620510"/>
              <a:gd name="connsiteY4" fmla="*/ 1082 h 5821527"/>
              <a:gd name="connsiteX0" fmla="*/ 2616040 w 4620510"/>
              <a:gd name="connsiteY0" fmla="*/ 1082 h 5821527"/>
              <a:gd name="connsiteX1" fmla="*/ 4620510 w 4620510"/>
              <a:gd name="connsiteY1" fmla="*/ 0 h 5821527"/>
              <a:gd name="connsiteX2" fmla="*/ 1699441 w 4620510"/>
              <a:gd name="connsiteY2" fmla="*/ 5808827 h 5821527"/>
              <a:gd name="connsiteX3" fmla="*/ 0 w 4620510"/>
              <a:gd name="connsiteY3" fmla="*/ 5821527 h 5821527"/>
              <a:gd name="connsiteX4" fmla="*/ 2616040 w 4620510"/>
              <a:gd name="connsiteY4" fmla="*/ 1082 h 5821527"/>
              <a:gd name="connsiteX0" fmla="*/ 2616040 w 4620510"/>
              <a:gd name="connsiteY0" fmla="*/ 1082 h 5821527"/>
              <a:gd name="connsiteX1" fmla="*/ 4620510 w 4620510"/>
              <a:gd name="connsiteY1" fmla="*/ 0 h 5821527"/>
              <a:gd name="connsiteX2" fmla="*/ 1692250 w 4620510"/>
              <a:gd name="connsiteY2" fmla="*/ 5821527 h 5821527"/>
              <a:gd name="connsiteX3" fmla="*/ 0 w 4620510"/>
              <a:gd name="connsiteY3" fmla="*/ 5821527 h 5821527"/>
              <a:gd name="connsiteX4" fmla="*/ 2616040 w 4620510"/>
              <a:gd name="connsiteY4" fmla="*/ 1082 h 5821527"/>
              <a:gd name="connsiteX0" fmla="*/ 2780776 w 4620510"/>
              <a:gd name="connsiteY0" fmla="*/ 1082 h 5821527"/>
              <a:gd name="connsiteX1" fmla="*/ 4620510 w 4620510"/>
              <a:gd name="connsiteY1" fmla="*/ 0 h 5821527"/>
              <a:gd name="connsiteX2" fmla="*/ 1692250 w 4620510"/>
              <a:gd name="connsiteY2" fmla="*/ 5821527 h 5821527"/>
              <a:gd name="connsiteX3" fmla="*/ 0 w 4620510"/>
              <a:gd name="connsiteY3" fmla="*/ 5821527 h 5821527"/>
              <a:gd name="connsiteX4" fmla="*/ 2780776 w 4620510"/>
              <a:gd name="connsiteY4" fmla="*/ 1082 h 5821527"/>
              <a:gd name="connsiteX0" fmla="*/ 2780776 w 4526375"/>
              <a:gd name="connsiteY0" fmla="*/ 11473 h 5831918"/>
              <a:gd name="connsiteX1" fmla="*/ 4526375 w 4526375"/>
              <a:gd name="connsiteY1" fmla="*/ 0 h 5831918"/>
              <a:gd name="connsiteX2" fmla="*/ 1692250 w 4526375"/>
              <a:gd name="connsiteY2" fmla="*/ 5831918 h 5831918"/>
              <a:gd name="connsiteX3" fmla="*/ 0 w 4526375"/>
              <a:gd name="connsiteY3" fmla="*/ 5831918 h 5831918"/>
              <a:gd name="connsiteX4" fmla="*/ 2780776 w 4526375"/>
              <a:gd name="connsiteY4" fmla="*/ 11473 h 5831918"/>
              <a:gd name="connsiteX0" fmla="*/ 2780776 w 4526375"/>
              <a:gd name="connsiteY0" fmla="*/ 0 h 5820445"/>
              <a:gd name="connsiteX1" fmla="*/ 4526375 w 4526375"/>
              <a:gd name="connsiteY1" fmla="*/ 9309 h 5820445"/>
              <a:gd name="connsiteX2" fmla="*/ 1692250 w 4526375"/>
              <a:gd name="connsiteY2" fmla="*/ 5820445 h 5820445"/>
              <a:gd name="connsiteX3" fmla="*/ 0 w 4526375"/>
              <a:gd name="connsiteY3" fmla="*/ 5820445 h 5820445"/>
              <a:gd name="connsiteX4" fmla="*/ 2780776 w 4526375"/>
              <a:gd name="connsiteY4" fmla="*/ 0 h 5820445"/>
              <a:gd name="connsiteX0" fmla="*/ 2780776 w 4526375"/>
              <a:gd name="connsiteY0" fmla="*/ 6278 h 5811136"/>
              <a:gd name="connsiteX1" fmla="*/ 4526375 w 4526375"/>
              <a:gd name="connsiteY1" fmla="*/ 0 h 5811136"/>
              <a:gd name="connsiteX2" fmla="*/ 1692250 w 4526375"/>
              <a:gd name="connsiteY2" fmla="*/ 5811136 h 5811136"/>
              <a:gd name="connsiteX3" fmla="*/ 0 w 4526375"/>
              <a:gd name="connsiteY3" fmla="*/ 5811136 h 5811136"/>
              <a:gd name="connsiteX4" fmla="*/ 2780776 w 4526375"/>
              <a:gd name="connsiteY4" fmla="*/ 6278 h 5811136"/>
              <a:gd name="connsiteX0" fmla="*/ 2828323 w 4526375"/>
              <a:gd name="connsiteY0" fmla="*/ 0 h 5814189"/>
              <a:gd name="connsiteX1" fmla="*/ 4526375 w 4526375"/>
              <a:gd name="connsiteY1" fmla="*/ 3053 h 5814189"/>
              <a:gd name="connsiteX2" fmla="*/ 1692250 w 4526375"/>
              <a:gd name="connsiteY2" fmla="*/ 5814189 h 5814189"/>
              <a:gd name="connsiteX3" fmla="*/ 0 w 4526375"/>
              <a:gd name="connsiteY3" fmla="*/ 5814189 h 5814189"/>
              <a:gd name="connsiteX4" fmla="*/ 2828323 w 4526375"/>
              <a:gd name="connsiteY4" fmla="*/ 0 h 5814189"/>
              <a:gd name="connsiteX0" fmla="*/ 2828323 w 4526375"/>
              <a:gd name="connsiteY0" fmla="*/ 1048 h 5811136"/>
              <a:gd name="connsiteX1" fmla="*/ 4526375 w 4526375"/>
              <a:gd name="connsiteY1" fmla="*/ 0 h 5811136"/>
              <a:gd name="connsiteX2" fmla="*/ 1692250 w 4526375"/>
              <a:gd name="connsiteY2" fmla="*/ 5811136 h 5811136"/>
              <a:gd name="connsiteX3" fmla="*/ 0 w 4526375"/>
              <a:gd name="connsiteY3" fmla="*/ 5811136 h 5811136"/>
              <a:gd name="connsiteX4" fmla="*/ 2828323 w 4526375"/>
              <a:gd name="connsiteY4" fmla="*/ 1048 h 5811136"/>
              <a:gd name="connsiteX0" fmla="*/ 2207366 w 4526375"/>
              <a:gd name="connsiteY0" fmla="*/ 10475 h 5811136"/>
              <a:gd name="connsiteX1" fmla="*/ 4526375 w 4526375"/>
              <a:gd name="connsiteY1" fmla="*/ 0 h 5811136"/>
              <a:gd name="connsiteX2" fmla="*/ 1692250 w 4526375"/>
              <a:gd name="connsiteY2" fmla="*/ 5811136 h 5811136"/>
              <a:gd name="connsiteX3" fmla="*/ 0 w 4526375"/>
              <a:gd name="connsiteY3" fmla="*/ 5811136 h 5811136"/>
              <a:gd name="connsiteX4" fmla="*/ 2207366 w 4526375"/>
              <a:gd name="connsiteY4" fmla="*/ 10475 h 5811136"/>
              <a:gd name="connsiteX0" fmla="*/ 2197638 w 4526375"/>
              <a:gd name="connsiteY0" fmla="*/ 4125 h 5811136"/>
              <a:gd name="connsiteX1" fmla="*/ 4526375 w 4526375"/>
              <a:gd name="connsiteY1" fmla="*/ 0 h 5811136"/>
              <a:gd name="connsiteX2" fmla="*/ 1692250 w 4526375"/>
              <a:gd name="connsiteY2" fmla="*/ 5811136 h 5811136"/>
              <a:gd name="connsiteX3" fmla="*/ 0 w 4526375"/>
              <a:gd name="connsiteY3" fmla="*/ 5811136 h 5811136"/>
              <a:gd name="connsiteX4" fmla="*/ 2197638 w 4526375"/>
              <a:gd name="connsiteY4" fmla="*/ 4125 h 5811136"/>
              <a:gd name="connsiteX0" fmla="*/ 2187911 w 4526375"/>
              <a:gd name="connsiteY0" fmla="*/ 0 h 5813361"/>
              <a:gd name="connsiteX1" fmla="*/ 4526375 w 4526375"/>
              <a:gd name="connsiteY1" fmla="*/ 2225 h 5813361"/>
              <a:gd name="connsiteX2" fmla="*/ 1692250 w 4526375"/>
              <a:gd name="connsiteY2" fmla="*/ 5813361 h 5813361"/>
              <a:gd name="connsiteX3" fmla="*/ 0 w 4526375"/>
              <a:gd name="connsiteY3" fmla="*/ 5813361 h 5813361"/>
              <a:gd name="connsiteX4" fmla="*/ 2187911 w 4526375"/>
              <a:gd name="connsiteY4" fmla="*/ 0 h 5813361"/>
              <a:gd name="connsiteX0" fmla="*/ 2158728 w 4526375"/>
              <a:gd name="connsiteY0" fmla="*/ 0 h 5813361"/>
              <a:gd name="connsiteX1" fmla="*/ 4526375 w 4526375"/>
              <a:gd name="connsiteY1" fmla="*/ 2225 h 5813361"/>
              <a:gd name="connsiteX2" fmla="*/ 1692250 w 4526375"/>
              <a:gd name="connsiteY2" fmla="*/ 5813361 h 5813361"/>
              <a:gd name="connsiteX3" fmla="*/ 0 w 4526375"/>
              <a:gd name="connsiteY3" fmla="*/ 5813361 h 5813361"/>
              <a:gd name="connsiteX4" fmla="*/ 2158728 w 4526375"/>
              <a:gd name="connsiteY4" fmla="*/ 0 h 5813361"/>
              <a:gd name="connsiteX0" fmla="*/ 2771564 w 5139211"/>
              <a:gd name="connsiteY0" fmla="*/ 0 h 5819711"/>
              <a:gd name="connsiteX1" fmla="*/ 5139211 w 5139211"/>
              <a:gd name="connsiteY1" fmla="*/ 2225 h 5819711"/>
              <a:gd name="connsiteX2" fmla="*/ 2305086 w 5139211"/>
              <a:gd name="connsiteY2" fmla="*/ 5813361 h 5819711"/>
              <a:gd name="connsiteX3" fmla="*/ 0 w 5139211"/>
              <a:gd name="connsiteY3" fmla="*/ 5819711 h 5819711"/>
              <a:gd name="connsiteX4" fmla="*/ 2771564 w 5139211"/>
              <a:gd name="connsiteY4" fmla="*/ 0 h 5819711"/>
              <a:gd name="connsiteX0" fmla="*/ 2771564 w 5139211"/>
              <a:gd name="connsiteY0" fmla="*/ 0 h 5815517"/>
              <a:gd name="connsiteX1" fmla="*/ 5139211 w 5139211"/>
              <a:gd name="connsiteY1" fmla="*/ 2225 h 5815517"/>
              <a:gd name="connsiteX2" fmla="*/ 2305086 w 5139211"/>
              <a:gd name="connsiteY2" fmla="*/ 5813361 h 5815517"/>
              <a:gd name="connsiteX3" fmla="*/ 0 w 5139211"/>
              <a:gd name="connsiteY3" fmla="*/ 5815517 h 5815517"/>
              <a:gd name="connsiteX4" fmla="*/ 2771564 w 5139211"/>
              <a:gd name="connsiteY4" fmla="*/ 0 h 5815517"/>
              <a:gd name="connsiteX0" fmla="*/ 2791575 w 5159222"/>
              <a:gd name="connsiteY0" fmla="*/ 0 h 5815517"/>
              <a:gd name="connsiteX1" fmla="*/ 5159222 w 5159222"/>
              <a:gd name="connsiteY1" fmla="*/ 2225 h 5815517"/>
              <a:gd name="connsiteX2" fmla="*/ 2325097 w 5159222"/>
              <a:gd name="connsiteY2" fmla="*/ 5813361 h 5815517"/>
              <a:gd name="connsiteX3" fmla="*/ 0 w 5159222"/>
              <a:gd name="connsiteY3" fmla="*/ 5815517 h 5815517"/>
              <a:gd name="connsiteX4" fmla="*/ 2791575 w 5159222"/>
              <a:gd name="connsiteY4" fmla="*/ 0 h 58155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159222" h="5815517">
                <a:moveTo>
                  <a:pt x="2791575" y="0"/>
                </a:moveTo>
                <a:lnTo>
                  <a:pt x="5159222" y="2225"/>
                </a:lnTo>
                <a:lnTo>
                  <a:pt x="2325097" y="5813361"/>
                </a:lnTo>
                <a:lnTo>
                  <a:pt x="0" y="5815517"/>
                </a:lnTo>
                <a:lnTo>
                  <a:pt x="2791575" y="0"/>
                </a:lnTo>
                <a:close/>
              </a:path>
            </a:pathLst>
          </a:custGeom>
          <a:solidFill>
            <a:srgbClr val="D454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0130247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B6F8B19-FB0D-3C77-EB6F-06FFDE9F49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49CF8C6C-59D6-1C5B-320F-19AF7955FAD6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74744" y="726121"/>
            <a:ext cx="287256" cy="475621"/>
          </a:xfrm>
          <a:prstGeom prst="rect">
            <a:avLst/>
          </a:prstGeom>
        </p:spPr>
      </p:pic>
      <p:pic>
        <p:nvPicPr>
          <p:cNvPr id="11" name="Graphic 10">
            <a:extLst>
              <a:ext uri="{FF2B5EF4-FFF2-40B4-BE49-F238E27FC236}">
                <a16:creationId xmlns:a16="http://schemas.microsoft.com/office/drawing/2014/main" id="{4483A620-1FDA-97E1-43AB-74E363AAF715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093023" y="5922334"/>
            <a:ext cx="1747558" cy="646357"/>
          </a:xfrm>
          <a:prstGeom prst="rect">
            <a:avLst/>
          </a:prstGeom>
        </p:spPr>
      </p:pic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DBBD9F6E-8EBE-925D-CD39-164B48C6B4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274820" y="6356350"/>
            <a:ext cx="563380" cy="365125"/>
          </a:xfrm>
          <a:prstGeom prst="rect">
            <a:avLst/>
          </a:prstGeom>
        </p:spPr>
        <p:txBody>
          <a:bodyPr/>
          <a:lstStyle>
            <a:lvl1pPr algn="l">
              <a:defRPr/>
            </a:lvl1pPr>
          </a:lstStyle>
          <a:p>
            <a:fld id="{7C8598A7-94B2-594C-8A98-02B4613DD73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4" name="Footer Placeholder 4">
            <a:extLst>
              <a:ext uri="{FF2B5EF4-FFF2-40B4-BE49-F238E27FC236}">
                <a16:creationId xmlns:a16="http://schemas.microsoft.com/office/drawing/2014/main" id="{BCB179B5-2FAF-D7F6-9298-53CF80479A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989352" y="6356350"/>
            <a:ext cx="8934138" cy="365125"/>
          </a:xfrm>
        </p:spPr>
        <p:txBody>
          <a:bodyPr/>
          <a:lstStyle>
            <a:lvl1pPr algn="l">
              <a:defRPr/>
            </a:lvl1pPr>
          </a:lstStyle>
          <a:p>
            <a:endParaRPr lang="en-US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70E14BDA-FB9F-29B5-288C-D9AE462EE2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08702"/>
            <a:ext cx="10515600" cy="925195"/>
          </a:xfrm>
        </p:spPr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281750996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1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5906B2-ED2E-0129-C21A-B248D7F32D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1106" y="365125"/>
            <a:ext cx="10392694" cy="1325563"/>
          </a:xfrm>
        </p:spPr>
        <p:txBody>
          <a:bodyPr anchor="t">
            <a:normAutofit/>
          </a:bodyPr>
          <a:lstStyle>
            <a:lvl1pPr>
              <a:defRPr sz="3600"/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B30554A7-EFF3-3A0D-94E7-0129F590049F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093023" y="5922334"/>
            <a:ext cx="1747558" cy="646357"/>
          </a:xfrm>
          <a:prstGeom prst="rect">
            <a:avLst/>
          </a:prstGeom>
        </p:spPr>
      </p:pic>
      <p:pic>
        <p:nvPicPr>
          <p:cNvPr id="4" name="Graphic 3">
            <a:extLst>
              <a:ext uri="{FF2B5EF4-FFF2-40B4-BE49-F238E27FC236}">
                <a16:creationId xmlns:a16="http://schemas.microsoft.com/office/drawing/2014/main" id="{8F8139A4-737F-0A13-DBD2-4DA0802F5DBE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78274" y="5919710"/>
            <a:ext cx="2148403" cy="618715"/>
          </a:xfrm>
          <a:prstGeom prst="rect">
            <a:avLst/>
          </a:prstGeom>
        </p:spPr>
      </p:pic>
      <p:pic>
        <p:nvPicPr>
          <p:cNvPr id="7" name="Graphic 6">
            <a:extLst>
              <a:ext uri="{FF2B5EF4-FFF2-40B4-BE49-F238E27FC236}">
                <a16:creationId xmlns:a16="http://schemas.microsoft.com/office/drawing/2014/main" id="{2B5A2603-D7FB-FCCF-EDF4-14146C8106E8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12882" y="365125"/>
            <a:ext cx="287256" cy="4756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2109542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5906B2-ED2E-0129-C21A-B248D7F32D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1106" y="365125"/>
            <a:ext cx="10392694" cy="1325563"/>
          </a:xfrm>
        </p:spPr>
        <p:txBody>
          <a:bodyPr anchor="t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B30554A7-EFF3-3A0D-94E7-0129F590049F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093023" y="5922334"/>
            <a:ext cx="1747558" cy="646357"/>
          </a:xfrm>
          <a:prstGeom prst="rect">
            <a:avLst/>
          </a:prstGeom>
        </p:spPr>
      </p:pic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BF43E965-7776-C029-B5AE-990C02167F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274820" y="6356350"/>
            <a:ext cx="563380" cy="365125"/>
          </a:xfrm>
          <a:prstGeom prst="rect">
            <a:avLst/>
          </a:prstGeom>
        </p:spPr>
        <p:txBody>
          <a:bodyPr/>
          <a:lstStyle>
            <a:lvl1pPr algn="l">
              <a:defRPr/>
            </a:lvl1pPr>
          </a:lstStyle>
          <a:p>
            <a:fld id="{7C8598A7-94B2-594C-8A98-02B4613DD734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A6A11D8A-2427-0641-F5F8-CC97D72CA58D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12882" y="365125"/>
            <a:ext cx="287256" cy="4756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7891711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Rectangle 4">
            <a:extLst>
              <a:ext uri="{FF2B5EF4-FFF2-40B4-BE49-F238E27FC236}">
                <a16:creationId xmlns:a16="http://schemas.microsoft.com/office/drawing/2014/main" id="{15023EA1-4472-B0CB-D480-24D491514BE4}"/>
              </a:ext>
            </a:extLst>
          </p:cNvPr>
          <p:cNvSpPr/>
          <p:nvPr userDrawn="1"/>
        </p:nvSpPr>
        <p:spPr>
          <a:xfrm rot="10800000">
            <a:off x="6388859" y="-645851"/>
            <a:ext cx="5606988" cy="8113011"/>
          </a:xfrm>
          <a:custGeom>
            <a:avLst/>
            <a:gdLst>
              <a:gd name="connsiteX0" fmla="*/ 0 w 2505206"/>
              <a:gd name="connsiteY0" fmla="*/ 0 h 5824603"/>
              <a:gd name="connsiteX1" fmla="*/ 2505206 w 2505206"/>
              <a:gd name="connsiteY1" fmla="*/ 0 h 5824603"/>
              <a:gd name="connsiteX2" fmla="*/ 2505206 w 2505206"/>
              <a:gd name="connsiteY2" fmla="*/ 5824603 h 5824603"/>
              <a:gd name="connsiteX3" fmla="*/ 0 w 2505206"/>
              <a:gd name="connsiteY3" fmla="*/ 5824603 h 5824603"/>
              <a:gd name="connsiteX4" fmla="*/ 0 w 2505206"/>
              <a:gd name="connsiteY4" fmla="*/ 0 h 5824603"/>
              <a:gd name="connsiteX0" fmla="*/ 0 w 3535109"/>
              <a:gd name="connsiteY0" fmla="*/ 0 h 5824603"/>
              <a:gd name="connsiteX1" fmla="*/ 3535109 w 3535109"/>
              <a:gd name="connsiteY1" fmla="*/ 0 h 5824603"/>
              <a:gd name="connsiteX2" fmla="*/ 2505206 w 3535109"/>
              <a:gd name="connsiteY2" fmla="*/ 5824603 h 5824603"/>
              <a:gd name="connsiteX3" fmla="*/ 0 w 3535109"/>
              <a:gd name="connsiteY3" fmla="*/ 5824603 h 5824603"/>
              <a:gd name="connsiteX4" fmla="*/ 0 w 3535109"/>
              <a:gd name="connsiteY4" fmla="*/ 0 h 5824603"/>
              <a:gd name="connsiteX0" fmla="*/ 1126156 w 3535109"/>
              <a:gd name="connsiteY0" fmla="*/ 0 h 5834229"/>
              <a:gd name="connsiteX1" fmla="*/ 3535109 w 3535109"/>
              <a:gd name="connsiteY1" fmla="*/ 9626 h 5834229"/>
              <a:gd name="connsiteX2" fmla="*/ 2505206 w 3535109"/>
              <a:gd name="connsiteY2" fmla="*/ 5834229 h 5834229"/>
              <a:gd name="connsiteX3" fmla="*/ 0 w 3535109"/>
              <a:gd name="connsiteY3" fmla="*/ 5834229 h 5834229"/>
              <a:gd name="connsiteX4" fmla="*/ 1126156 w 3535109"/>
              <a:gd name="connsiteY4" fmla="*/ 0 h 5834229"/>
              <a:gd name="connsiteX0" fmla="*/ 1103854 w 3535109"/>
              <a:gd name="connsiteY0" fmla="*/ 20110 h 5824603"/>
              <a:gd name="connsiteX1" fmla="*/ 3535109 w 3535109"/>
              <a:gd name="connsiteY1" fmla="*/ 0 h 5824603"/>
              <a:gd name="connsiteX2" fmla="*/ 2505206 w 3535109"/>
              <a:gd name="connsiteY2" fmla="*/ 5824603 h 5824603"/>
              <a:gd name="connsiteX3" fmla="*/ 0 w 3535109"/>
              <a:gd name="connsiteY3" fmla="*/ 5824603 h 5824603"/>
              <a:gd name="connsiteX4" fmla="*/ 1103854 w 3535109"/>
              <a:gd name="connsiteY4" fmla="*/ 20110 h 5824603"/>
              <a:gd name="connsiteX0" fmla="*/ 1111288 w 3535109"/>
              <a:gd name="connsiteY0" fmla="*/ 0 h 5826795"/>
              <a:gd name="connsiteX1" fmla="*/ 3535109 w 3535109"/>
              <a:gd name="connsiteY1" fmla="*/ 2192 h 5826795"/>
              <a:gd name="connsiteX2" fmla="*/ 2505206 w 3535109"/>
              <a:gd name="connsiteY2" fmla="*/ 5826795 h 5826795"/>
              <a:gd name="connsiteX3" fmla="*/ 0 w 3535109"/>
              <a:gd name="connsiteY3" fmla="*/ 5826795 h 5826795"/>
              <a:gd name="connsiteX4" fmla="*/ 1111288 w 3535109"/>
              <a:gd name="connsiteY4" fmla="*/ 0 h 5826795"/>
              <a:gd name="connsiteX0" fmla="*/ 1111288 w 4940163"/>
              <a:gd name="connsiteY0" fmla="*/ 0 h 5826795"/>
              <a:gd name="connsiteX1" fmla="*/ 4940163 w 4940163"/>
              <a:gd name="connsiteY1" fmla="*/ 2192 h 5826795"/>
              <a:gd name="connsiteX2" fmla="*/ 2505206 w 4940163"/>
              <a:gd name="connsiteY2" fmla="*/ 5826795 h 5826795"/>
              <a:gd name="connsiteX3" fmla="*/ 0 w 4940163"/>
              <a:gd name="connsiteY3" fmla="*/ 5826795 h 5826795"/>
              <a:gd name="connsiteX4" fmla="*/ 1111288 w 4940163"/>
              <a:gd name="connsiteY4" fmla="*/ 0 h 5826795"/>
              <a:gd name="connsiteX0" fmla="*/ 2486605 w 4940163"/>
              <a:gd name="connsiteY0" fmla="*/ 0 h 5826795"/>
              <a:gd name="connsiteX1" fmla="*/ 4940163 w 4940163"/>
              <a:gd name="connsiteY1" fmla="*/ 2192 h 5826795"/>
              <a:gd name="connsiteX2" fmla="*/ 2505206 w 4940163"/>
              <a:gd name="connsiteY2" fmla="*/ 5826795 h 5826795"/>
              <a:gd name="connsiteX3" fmla="*/ 0 w 4940163"/>
              <a:gd name="connsiteY3" fmla="*/ 5826795 h 5826795"/>
              <a:gd name="connsiteX4" fmla="*/ 2486605 w 4940163"/>
              <a:gd name="connsiteY4" fmla="*/ 0 h 5826795"/>
              <a:gd name="connsiteX0" fmla="*/ 2486605 w 4940163"/>
              <a:gd name="connsiteY0" fmla="*/ 0 h 5826795"/>
              <a:gd name="connsiteX1" fmla="*/ 4940163 w 4940163"/>
              <a:gd name="connsiteY1" fmla="*/ 2192 h 5826795"/>
              <a:gd name="connsiteX2" fmla="*/ 2001457 w 4940163"/>
              <a:gd name="connsiteY2" fmla="*/ 5826795 h 5826795"/>
              <a:gd name="connsiteX3" fmla="*/ 0 w 4940163"/>
              <a:gd name="connsiteY3" fmla="*/ 5826795 h 5826795"/>
              <a:gd name="connsiteX4" fmla="*/ 2486605 w 4940163"/>
              <a:gd name="connsiteY4" fmla="*/ 0 h 5826795"/>
              <a:gd name="connsiteX0" fmla="*/ 2486605 w 4478393"/>
              <a:gd name="connsiteY0" fmla="*/ 10165 h 5836960"/>
              <a:gd name="connsiteX1" fmla="*/ 4478393 w 4478393"/>
              <a:gd name="connsiteY1" fmla="*/ 0 h 5836960"/>
              <a:gd name="connsiteX2" fmla="*/ 2001457 w 4478393"/>
              <a:gd name="connsiteY2" fmla="*/ 5836960 h 5836960"/>
              <a:gd name="connsiteX3" fmla="*/ 0 w 4478393"/>
              <a:gd name="connsiteY3" fmla="*/ 5836960 h 5836960"/>
              <a:gd name="connsiteX4" fmla="*/ 2486605 w 4478393"/>
              <a:gd name="connsiteY4" fmla="*/ 10165 h 5836960"/>
              <a:gd name="connsiteX0" fmla="*/ 2486605 w 4422421"/>
              <a:gd name="connsiteY0" fmla="*/ 10165 h 5836960"/>
              <a:gd name="connsiteX1" fmla="*/ 4422421 w 4422421"/>
              <a:gd name="connsiteY1" fmla="*/ 0 h 5836960"/>
              <a:gd name="connsiteX2" fmla="*/ 2001457 w 4422421"/>
              <a:gd name="connsiteY2" fmla="*/ 5836960 h 5836960"/>
              <a:gd name="connsiteX3" fmla="*/ 0 w 4422421"/>
              <a:gd name="connsiteY3" fmla="*/ 5836960 h 5836960"/>
              <a:gd name="connsiteX4" fmla="*/ 2486605 w 4422421"/>
              <a:gd name="connsiteY4" fmla="*/ 10165 h 5836960"/>
              <a:gd name="connsiteX0" fmla="*/ 2486605 w 4478393"/>
              <a:gd name="connsiteY0" fmla="*/ 0 h 5826795"/>
              <a:gd name="connsiteX1" fmla="*/ 4478393 w 4478393"/>
              <a:gd name="connsiteY1" fmla="*/ 14549 h 5826795"/>
              <a:gd name="connsiteX2" fmla="*/ 2001457 w 4478393"/>
              <a:gd name="connsiteY2" fmla="*/ 5826795 h 5826795"/>
              <a:gd name="connsiteX3" fmla="*/ 0 w 4478393"/>
              <a:gd name="connsiteY3" fmla="*/ 5826795 h 5826795"/>
              <a:gd name="connsiteX4" fmla="*/ 2486605 w 4478393"/>
              <a:gd name="connsiteY4" fmla="*/ 0 h 5826795"/>
              <a:gd name="connsiteX0" fmla="*/ 2486605 w 4522645"/>
              <a:gd name="connsiteY0" fmla="*/ 1082 h 5827877"/>
              <a:gd name="connsiteX1" fmla="*/ 4522645 w 4522645"/>
              <a:gd name="connsiteY1" fmla="*/ 0 h 5827877"/>
              <a:gd name="connsiteX2" fmla="*/ 2001457 w 4522645"/>
              <a:gd name="connsiteY2" fmla="*/ 5827877 h 5827877"/>
              <a:gd name="connsiteX3" fmla="*/ 0 w 4522645"/>
              <a:gd name="connsiteY3" fmla="*/ 5827877 h 5827877"/>
              <a:gd name="connsiteX4" fmla="*/ 2486605 w 4522645"/>
              <a:gd name="connsiteY4" fmla="*/ 1082 h 5827877"/>
              <a:gd name="connsiteX0" fmla="*/ 2486605 w 4491075"/>
              <a:gd name="connsiteY0" fmla="*/ 1082 h 5827877"/>
              <a:gd name="connsiteX1" fmla="*/ 4491075 w 4491075"/>
              <a:gd name="connsiteY1" fmla="*/ 0 h 5827877"/>
              <a:gd name="connsiteX2" fmla="*/ 2001457 w 4491075"/>
              <a:gd name="connsiteY2" fmla="*/ 5827877 h 5827877"/>
              <a:gd name="connsiteX3" fmla="*/ 0 w 4491075"/>
              <a:gd name="connsiteY3" fmla="*/ 5827877 h 5827877"/>
              <a:gd name="connsiteX4" fmla="*/ 2486605 w 4491075"/>
              <a:gd name="connsiteY4" fmla="*/ 1082 h 5827877"/>
              <a:gd name="connsiteX0" fmla="*/ 2616040 w 4620510"/>
              <a:gd name="connsiteY0" fmla="*/ 1082 h 5827877"/>
              <a:gd name="connsiteX1" fmla="*/ 4620510 w 4620510"/>
              <a:gd name="connsiteY1" fmla="*/ 0 h 5827877"/>
              <a:gd name="connsiteX2" fmla="*/ 2130892 w 4620510"/>
              <a:gd name="connsiteY2" fmla="*/ 5827877 h 5827877"/>
              <a:gd name="connsiteX3" fmla="*/ 0 w 4620510"/>
              <a:gd name="connsiteY3" fmla="*/ 5821527 h 5827877"/>
              <a:gd name="connsiteX4" fmla="*/ 2616040 w 4620510"/>
              <a:gd name="connsiteY4" fmla="*/ 1082 h 5827877"/>
              <a:gd name="connsiteX0" fmla="*/ 2616040 w 4620510"/>
              <a:gd name="connsiteY0" fmla="*/ 1082 h 5821527"/>
              <a:gd name="connsiteX1" fmla="*/ 4620510 w 4620510"/>
              <a:gd name="connsiteY1" fmla="*/ 0 h 5821527"/>
              <a:gd name="connsiteX2" fmla="*/ 1828876 w 4620510"/>
              <a:gd name="connsiteY2" fmla="*/ 5821527 h 5821527"/>
              <a:gd name="connsiteX3" fmla="*/ 0 w 4620510"/>
              <a:gd name="connsiteY3" fmla="*/ 5821527 h 5821527"/>
              <a:gd name="connsiteX4" fmla="*/ 2616040 w 4620510"/>
              <a:gd name="connsiteY4" fmla="*/ 1082 h 5821527"/>
              <a:gd name="connsiteX0" fmla="*/ 2616040 w 4620510"/>
              <a:gd name="connsiteY0" fmla="*/ 1082 h 5821527"/>
              <a:gd name="connsiteX1" fmla="*/ 4620510 w 4620510"/>
              <a:gd name="connsiteY1" fmla="*/ 0 h 5821527"/>
              <a:gd name="connsiteX2" fmla="*/ 1641914 w 4620510"/>
              <a:gd name="connsiteY2" fmla="*/ 5821527 h 5821527"/>
              <a:gd name="connsiteX3" fmla="*/ 0 w 4620510"/>
              <a:gd name="connsiteY3" fmla="*/ 5821527 h 5821527"/>
              <a:gd name="connsiteX4" fmla="*/ 2616040 w 4620510"/>
              <a:gd name="connsiteY4" fmla="*/ 1082 h 5821527"/>
              <a:gd name="connsiteX0" fmla="*/ 2616040 w 4620510"/>
              <a:gd name="connsiteY0" fmla="*/ 1082 h 5821527"/>
              <a:gd name="connsiteX1" fmla="*/ 4620510 w 4620510"/>
              <a:gd name="connsiteY1" fmla="*/ 0 h 5821527"/>
              <a:gd name="connsiteX2" fmla="*/ 1699441 w 4620510"/>
              <a:gd name="connsiteY2" fmla="*/ 5808827 h 5821527"/>
              <a:gd name="connsiteX3" fmla="*/ 0 w 4620510"/>
              <a:gd name="connsiteY3" fmla="*/ 5821527 h 5821527"/>
              <a:gd name="connsiteX4" fmla="*/ 2616040 w 4620510"/>
              <a:gd name="connsiteY4" fmla="*/ 1082 h 5821527"/>
              <a:gd name="connsiteX0" fmla="*/ 2616040 w 4620510"/>
              <a:gd name="connsiteY0" fmla="*/ 1082 h 5821527"/>
              <a:gd name="connsiteX1" fmla="*/ 4620510 w 4620510"/>
              <a:gd name="connsiteY1" fmla="*/ 0 h 5821527"/>
              <a:gd name="connsiteX2" fmla="*/ 1692250 w 4620510"/>
              <a:gd name="connsiteY2" fmla="*/ 5821527 h 5821527"/>
              <a:gd name="connsiteX3" fmla="*/ 0 w 4620510"/>
              <a:gd name="connsiteY3" fmla="*/ 5821527 h 5821527"/>
              <a:gd name="connsiteX4" fmla="*/ 2616040 w 4620510"/>
              <a:gd name="connsiteY4" fmla="*/ 1082 h 5821527"/>
              <a:gd name="connsiteX0" fmla="*/ 2780776 w 4620510"/>
              <a:gd name="connsiteY0" fmla="*/ 1082 h 5821527"/>
              <a:gd name="connsiteX1" fmla="*/ 4620510 w 4620510"/>
              <a:gd name="connsiteY1" fmla="*/ 0 h 5821527"/>
              <a:gd name="connsiteX2" fmla="*/ 1692250 w 4620510"/>
              <a:gd name="connsiteY2" fmla="*/ 5821527 h 5821527"/>
              <a:gd name="connsiteX3" fmla="*/ 0 w 4620510"/>
              <a:gd name="connsiteY3" fmla="*/ 5821527 h 5821527"/>
              <a:gd name="connsiteX4" fmla="*/ 2780776 w 4620510"/>
              <a:gd name="connsiteY4" fmla="*/ 1082 h 5821527"/>
              <a:gd name="connsiteX0" fmla="*/ 2780776 w 4526375"/>
              <a:gd name="connsiteY0" fmla="*/ 11473 h 5831918"/>
              <a:gd name="connsiteX1" fmla="*/ 4526375 w 4526375"/>
              <a:gd name="connsiteY1" fmla="*/ 0 h 5831918"/>
              <a:gd name="connsiteX2" fmla="*/ 1692250 w 4526375"/>
              <a:gd name="connsiteY2" fmla="*/ 5831918 h 5831918"/>
              <a:gd name="connsiteX3" fmla="*/ 0 w 4526375"/>
              <a:gd name="connsiteY3" fmla="*/ 5831918 h 5831918"/>
              <a:gd name="connsiteX4" fmla="*/ 2780776 w 4526375"/>
              <a:gd name="connsiteY4" fmla="*/ 11473 h 5831918"/>
              <a:gd name="connsiteX0" fmla="*/ 2780776 w 4526375"/>
              <a:gd name="connsiteY0" fmla="*/ 0 h 5820445"/>
              <a:gd name="connsiteX1" fmla="*/ 4526375 w 4526375"/>
              <a:gd name="connsiteY1" fmla="*/ 9309 h 5820445"/>
              <a:gd name="connsiteX2" fmla="*/ 1692250 w 4526375"/>
              <a:gd name="connsiteY2" fmla="*/ 5820445 h 5820445"/>
              <a:gd name="connsiteX3" fmla="*/ 0 w 4526375"/>
              <a:gd name="connsiteY3" fmla="*/ 5820445 h 5820445"/>
              <a:gd name="connsiteX4" fmla="*/ 2780776 w 4526375"/>
              <a:gd name="connsiteY4" fmla="*/ 0 h 5820445"/>
              <a:gd name="connsiteX0" fmla="*/ 2780776 w 4526375"/>
              <a:gd name="connsiteY0" fmla="*/ 6278 h 5811136"/>
              <a:gd name="connsiteX1" fmla="*/ 4526375 w 4526375"/>
              <a:gd name="connsiteY1" fmla="*/ 0 h 5811136"/>
              <a:gd name="connsiteX2" fmla="*/ 1692250 w 4526375"/>
              <a:gd name="connsiteY2" fmla="*/ 5811136 h 5811136"/>
              <a:gd name="connsiteX3" fmla="*/ 0 w 4526375"/>
              <a:gd name="connsiteY3" fmla="*/ 5811136 h 5811136"/>
              <a:gd name="connsiteX4" fmla="*/ 2780776 w 4526375"/>
              <a:gd name="connsiteY4" fmla="*/ 6278 h 5811136"/>
              <a:gd name="connsiteX0" fmla="*/ 2828323 w 4526375"/>
              <a:gd name="connsiteY0" fmla="*/ 0 h 5814189"/>
              <a:gd name="connsiteX1" fmla="*/ 4526375 w 4526375"/>
              <a:gd name="connsiteY1" fmla="*/ 3053 h 5814189"/>
              <a:gd name="connsiteX2" fmla="*/ 1692250 w 4526375"/>
              <a:gd name="connsiteY2" fmla="*/ 5814189 h 5814189"/>
              <a:gd name="connsiteX3" fmla="*/ 0 w 4526375"/>
              <a:gd name="connsiteY3" fmla="*/ 5814189 h 5814189"/>
              <a:gd name="connsiteX4" fmla="*/ 2828323 w 4526375"/>
              <a:gd name="connsiteY4" fmla="*/ 0 h 5814189"/>
              <a:gd name="connsiteX0" fmla="*/ 2828323 w 4526375"/>
              <a:gd name="connsiteY0" fmla="*/ 1048 h 5811136"/>
              <a:gd name="connsiteX1" fmla="*/ 4526375 w 4526375"/>
              <a:gd name="connsiteY1" fmla="*/ 0 h 5811136"/>
              <a:gd name="connsiteX2" fmla="*/ 1692250 w 4526375"/>
              <a:gd name="connsiteY2" fmla="*/ 5811136 h 5811136"/>
              <a:gd name="connsiteX3" fmla="*/ 0 w 4526375"/>
              <a:gd name="connsiteY3" fmla="*/ 5811136 h 5811136"/>
              <a:gd name="connsiteX4" fmla="*/ 2828323 w 4526375"/>
              <a:gd name="connsiteY4" fmla="*/ 1048 h 5811136"/>
              <a:gd name="connsiteX0" fmla="*/ 1712019 w 4526375"/>
              <a:gd name="connsiteY0" fmla="*/ 1048 h 5811136"/>
              <a:gd name="connsiteX1" fmla="*/ 4526375 w 4526375"/>
              <a:gd name="connsiteY1" fmla="*/ 0 h 5811136"/>
              <a:gd name="connsiteX2" fmla="*/ 1692250 w 4526375"/>
              <a:gd name="connsiteY2" fmla="*/ 5811136 h 5811136"/>
              <a:gd name="connsiteX3" fmla="*/ 0 w 4526375"/>
              <a:gd name="connsiteY3" fmla="*/ 5811136 h 5811136"/>
              <a:gd name="connsiteX4" fmla="*/ 1712019 w 4526375"/>
              <a:gd name="connsiteY4" fmla="*/ 1048 h 5811136"/>
              <a:gd name="connsiteX0" fmla="*/ 2828323 w 5642679"/>
              <a:gd name="connsiteY0" fmla="*/ 1048 h 5811136"/>
              <a:gd name="connsiteX1" fmla="*/ 5642679 w 5642679"/>
              <a:gd name="connsiteY1" fmla="*/ 0 h 5811136"/>
              <a:gd name="connsiteX2" fmla="*/ 2808554 w 5642679"/>
              <a:gd name="connsiteY2" fmla="*/ 5811136 h 5811136"/>
              <a:gd name="connsiteX3" fmla="*/ 0 w 5642679"/>
              <a:gd name="connsiteY3" fmla="*/ 5811136 h 5811136"/>
              <a:gd name="connsiteX4" fmla="*/ 2828323 w 5642679"/>
              <a:gd name="connsiteY4" fmla="*/ 1048 h 58111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642679" h="5811136">
                <a:moveTo>
                  <a:pt x="2828323" y="1048"/>
                </a:moveTo>
                <a:lnTo>
                  <a:pt x="5642679" y="0"/>
                </a:lnTo>
                <a:lnTo>
                  <a:pt x="2808554" y="5811136"/>
                </a:lnTo>
                <a:lnTo>
                  <a:pt x="0" y="5811136"/>
                </a:lnTo>
                <a:lnTo>
                  <a:pt x="2828323" y="1048"/>
                </a:lnTo>
                <a:close/>
              </a:path>
            </a:pathLst>
          </a:custGeom>
          <a:solidFill>
            <a:srgbClr val="0046B2">
              <a:alpha val="75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E25674-EFEC-ACF2-AFCB-5DD8AA0667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116756" y="6356350"/>
            <a:ext cx="3489542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ECF6E4-E279-32C0-CD5F-B94A164AD3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382188" y="6362700"/>
            <a:ext cx="630763" cy="365125"/>
          </a:xfrm>
          <a:prstGeom prst="rect">
            <a:avLst/>
          </a:prstGeom>
        </p:spPr>
        <p:txBody>
          <a:bodyPr/>
          <a:lstStyle>
            <a:lvl1pPr algn="l">
              <a:defRPr/>
            </a:lvl1pPr>
          </a:lstStyle>
          <a:p>
            <a:fld id="{7C8598A7-94B2-594C-8A98-02B4613DD734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955B59A2-EF0C-A2E2-153D-EF74CB0D49DF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70624" y="900045"/>
            <a:ext cx="2873677" cy="1104371"/>
          </a:xfrm>
          <a:prstGeom prst="rect">
            <a:avLst/>
          </a:prstGeom>
        </p:spPr>
      </p:pic>
      <p:pic>
        <p:nvPicPr>
          <p:cNvPr id="51" name="Graphic 50">
            <a:extLst>
              <a:ext uri="{FF2B5EF4-FFF2-40B4-BE49-F238E27FC236}">
                <a16:creationId xmlns:a16="http://schemas.microsoft.com/office/drawing/2014/main" id="{68439D46-114B-1618-80BE-7A48302C7637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70624" y="529779"/>
            <a:ext cx="2133269" cy="250630"/>
          </a:xfrm>
          <a:prstGeom prst="rect">
            <a:avLst/>
          </a:prstGeom>
        </p:spPr>
      </p:pic>
      <p:pic>
        <p:nvPicPr>
          <p:cNvPr id="54" name="Graphic 53">
            <a:extLst>
              <a:ext uri="{FF2B5EF4-FFF2-40B4-BE49-F238E27FC236}">
                <a16:creationId xmlns:a16="http://schemas.microsoft.com/office/drawing/2014/main" id="{A4FA8EBB-EACB-3866-C10B-045D01AADA24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093023" y="5922334"/>
            <a:ext cx="1747558" cy="646357"/>
          </a:xfrm>
          <a:prstGeom prst="rect">
            <a:avLst/>
          </a:prstGeom>
        </p:spPr>
      </p:pic>
      <p:sp>
        <p:nvSpPr>
          <p:cNvPr id="7" name="Title 1">
            <a:extLst>
              <a:ext uri="{FF2B5EF4-FFF2-40B4-BE49-F238E27FC236}">
                <a16:creationId xmlns:a16="http://schemas.microsoft.com/office/drawing/2014/main" id="{0C010DFD-680B-7F57-9AB0-0CDCE04DC4D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698500" y="2638424"/>
            <a:ext cx="8474200" cy="2080640"/>
          </a:xfrm>
        </p:spPr>
        <p:txBody>
          <a:bodyPr anchor="t"/>
          <a:lstStyle>
            <a:lvl1pPr algn="l">
              <a:lnSpc>
                <a:spcPct val="80000"/>
              </a:lnSpc>
              <a:defRPr sz="6000" b="1" i="0">
                <a:latin typeface="Söhne Halbfett" panose="020B0503030202060203" pitchFamily="34" charset="77"/>
                <a:cs typeface="Söhne Halbfett" panose="020B0503030202060203" pitchFamily="34" charset="77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Subtitle 2">
            <a:extLst>
              <a:ext uri="{FF2B5EF4-FFF2-40B4-BE49-F238E27FC236}">
                <a16:creationId xmlns:a16="http://schemas.microsoft.com/office/drawing/2014/main" id="{022F27D6-C680-B576-962A-109627DF2B5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698500" y="4969418"/>
            <a:ext cx="8017000" cy="952916"/>
          </a:xfrm>
          <a:prstGeom prst="rect">
            <a:avLst/>
          </a:prstGeom>
        </p:spPr>
        <p:txBody>
          <a:bodyPr/>
          <a:lstStyle>
            <a:lvl1pPr marL="0" indent="0" algn="l">
              <a:spcBef>
                <a:spcPts val="0"/>
              </a:spcBef>
              <a:buNone/>
              <a:defRPr sz="3200" b="1" i="0">
                <a:latin typeface="Söhne Halbfett" panose="020B0303030202060203" pitchFamily="34" charset="77"/>
                <a:cs typeface="Söhne Halbfett" panose="020B0303030202060203" pitchFamily="34" charset="77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10" name="Rectangle 4">
            <a:extLst>
              <a:ext uri="{FF2B5EF4-FFF2-40B4-BE49-F238E27FC236}">
                <a16:creationId xmlns:a16="http://schemas.microsoft.com/office/drawing/2014/main" id="{2A80F850-A70D-379F-AA40-48C4DF0DBE94}"/>
              </a:ext>
            </a:extLst>
          </p:cNvPr>
          <p:cNvSpPr/>
          <p:nvPr userDrawn="1"/>
        </p:nvSpPr>
        <p:spPr>
          <a:xfrm rot="10800000">
            <a:off x="415636" y="2647948"/>
            <a:ext cx="1191228" cy="1889127"/>
          </a:xfrm>
          <a:custGeom>
            <a:avLst/>
            <a:gdLst>
              <a:gd name="connsiteX0" fmla="*/ 0 w 2505206"/>
              <a:gd name="connsiteY0" fmla="*/ 0 h 5824603"/>
              <a:gd name="connsiteX1" fmla="*/ 2505206 w 2505206"/>
              <a:gd name="connsiteY1" fmla="*/ 0 h 5824603"/>
              <a:gd name="connsiteX2" fmla="*/ 2505206 w 2505206"/>
              <a:gd name="connsiteY2" fmla="*/ 5824603 h 5824603"/>
              <a:gd name="connsiteX3" fmla="*/ 0 w 2505206"/>
              <a:gd name="connsiteY3" fmla="*/ 5824603 h 5824603"/>
              <a:gd name="connsiteX4" fmla="*/ 0 w 2505206"/>
              <a:gd name="connsiteY4" fmla="*/ 0 h 5824603"/>
              <a:gd name="connsiteX0" fmla="*/ 0 w 3535109"/>
              <a:gd name="connsiteY0" fmla="*/ 0 h 5824603"/>
              <a:gd name="connsiteX1" fmla="*/ 3535109 w 3535109"/>
              <a:gd name="connsiteY1" fmla="*/ 0 h 5824603"/>
              <a:gd name="connsiteX2" fmla="*/ 2505206 w 3535109"/>
              <a:gd name="connsiteY2" fmla="*/ 5824603 h 5824603"/>
              <a:gd name="connsiteX3" fmla="*/ 0 w 3535109"/>
              <a:gd name="connsiteY3" fmla="*/ 5824603 h 5824603"/>
              <a:gd name="connsiteX4" fmla="*/ 0 w 3535109"/>
              <a:gd name="connsiteY4" fmla="*/ 0 h 5824603"/>
              <a:gd name="connsiteX0" fmla="*/ 1126156 w 3535109"/>
              <a:gd name="connsiteY0" fmla="*/ 0 h 5834229"/>
              <a:gd name="connsiteX1" fmla="*/ 3535109 w 3535109"/>
              <a:gd name="connsiteY1" fmla="*/ 9626 h 5834229"/>
              <a:gd name="connsiteX2" fmla="*/ 2505206 w 3535109"/>
              <a:gd name="connsiteY2" fmla="*/ 5834229 h 5834229"/>
              <a:gd name="connsiteX3" fmla="*/ 0 w 3535109"/>
              <a:gd name="connsiteY3" fmla="*/ 5834229 h 5834229"/>
              <a:gd name="connsiteX4" fmla="*/ 1126156 w 3535109"/>
              <a:gd name="connsiteY4" fmla="*/ 0 h 5834229"/>
              <a:gd name="connsiteX0" fmla="*/ 1103854 w 3535109"/>
              <a:gd name="connsiteY0" fmla="*/ 20110 h 5824603"/>
              <a:gd name="connsiteX1" fmla="*/ 3535109 w 3535109"/>
              <a:gd name="connsiteY1" fmla="*/ 0 h 5824603"/>
              <a:gd name="connsiteX2" fmla="*/ 2505206 w 3535109"/>
              <a:gd name="connsiteY2" fmla="*/ 5824603 h 5824603"/>
              <a:gd name="connsiteX3" fmla="*/ 0 w 3535109"/>
              <a:gd name="connsiteY3" fmla="*/ 5824603 h 5824603"/>
              <a:gd name="connsiteX4" fmla="*/ 1103854 w 3535109"/>
              <a:gd name="connsiteY4" fmla="*/ 20110 h 5824603"/>
              <a:gd name="connsiteX0" fmla="*/ 1111288 w 3535109"/>
              <a:gd name="connsiteY0" fmla="*/ 0 h 5826795"/>
              <a:gd name="connsiteX1" fmla="*/ 3535109 w 3535109"/>
              <a:gd name="connsiteY1" fmla="*/ 2192 h 5826795"/>
              <a:gd name="connsiteX2" fmla="*/ 2505206 w 3535109"/>
              <a:gd name="connsiteY2" fmla="*/ 5826795 h 5826795"/>
              <a:gd name="connsiteX3" fmla="*/ 0 w 3535109"/>
              <a:gd name="connsiteY3" fmla="*/ 5826795 h 5826795"/>
              <a:gd name="connsiteX4" fmla="*/ 1111288 w 3535109"/>
              <a:gd name="connsiteY4" fmla="*/ 0 h 5826795"/>
              <a:gd name="connsiteX0" fmla="*/ 1111288 w 4940163"/>
              <a:gd name="connsiteY0" fmla="*/ 0 h 5826795"/>
              <a:gd name="connsiteX1" fmla="*/ 4940163 w 4940163"/>
              <a:gd name="connsiteY1" fmla="*/ 2192 h 5826795"/>
              <a:gd name="connsiteX2" fmla="*/ 2505206 w 4940163"/>
              <a:gd name="connsiteY2" fmla="*/ 5826795 h 5826795"/>
              <a:gd name="connsiteX3" fmla="*/ 0 w 4940163"/>
              <a:gd name="connsiteY3" fmla="*/ 5826795 h 5826795"/>
              <a:gd name="connsiteX4" fmla="*/ 1111288 w 4940163"/>
              <a:gd name="connsiteY4" fmla="*/ 0 h 5826795"/>
              <a:gd name="connsiteX0" fmla="*/ 2486605 w 4940163"/>
              <a:gd name="connsiteY0" fmla="*/ 0 h 5826795"/>
              <a:gd name="connsiteX1" fmla="*/ 4940163 w 4940163"/>
              <a:gd name="connsiteY1" fmla="*/ 2192 h 5826795"/>
              <a:gd name="connsiteX2" fmla="*/ 2505206 w 4940163"/>
              <a:gd name="connsiteY2" fmla="*/ 5826795 h 5826795"/>
              <a:gd name="connsiteX3" fmla="*/ 0 w 4940163"/>
              <a:gd name="connsiteY3" fmla="*/ 5826795 h 5826795"/>
              <a:gd name="connsiteX4" fmla="*/ 2486605 w 4940163"/>
              <a:gd name="connsiteY4" fmla="*/ 0 h 5826795"/>
              <a:gd name="connsiteX0" fmla="*/ 2486605 w 4940163"/>
              <a:gd name="connsiteY0" fmla="*/ 0 h 5826795"/>
              <a:gd name="connsiteX1" fmla="*/ 4940163 w 4940163"/>
              <a:gd name="connsiteY1" fmla="*/ 2192 h 5826795"/>
              <a:gd name="connsiteX2" fmla="*/ 2001457 w 4940163"/>
              <a:gd name="connsiteY2" fmla="*/ 5826795 h 5826795"/>
              <a:gd name="connsiteX3" fmla="*/ 0 w 4940163"/>
              <a:gd name="connsiteY3" fmla="*/ 5826795 h 5826795"/>
              <a:gd name="connsiteX4" fmla="*/ 2486605 w 4940163"/>
              <a:gd name="connsiteY4" fmla="*/ 0 h 5826795"/>
              <a:gd name="connsiteX0" fmla="*/ 2486605 w 4478393"/>
              <a:gd name="connsiteY0" fmla="*/ 10165 h 5836960"/>
              <a:gd name="connsiteX1" fmla="*/ 4478393 w 4478393"/>
              <a:gd name="connsiteY1" fmla="*/ 0 h 5836960"/>
              <a:gd name="connsiteX2" fmla="*/ 2001457 w 4478393"/>
              <a:gd name="connsiteY2" fmla="*/ 5836960 h 5836960"/>
              <a:gd name="connsiteX3" fmla="*/ 0 w 4478393"/>
              <a:gd name="connsiteY3" fmla="*/ 5836960 h 5836960"/>
              <a:gd name="connsiteX4" fmla="*/ 2486605 w 4478393"/>
              <a:gd name="connsiteY4" fmla="*/ 10165 h 5836960"/>
              <a:gd name="connsiteX0" fmla="*/ 2486605 w 4422421"/>
              <a:gd name="connsiteY0" fmla="*/ 10165 h 5836960"/>
              <a:gd name="connsiteX1" fmla="*/ 4422421 w 4422421"/>
              <a:gd name="connsiteY1" fmla="*/ 0 h 5836960"/>
              <a:gd name="connsiteX2" fmla="*/ 2001457 w 4422421"/>
              <a:gd name="connsiteY2" fmla="*/ 5836960 h 5836960"/>
              <a:gd name="connsiteX3" fmla="*/ 0 w 4422421"/>
              <a:gd name="connsiteY3" fmla="*/ 5836960 h 5836960"/>
              <a:gd name="connsiteX4" fmla="*/ 2486605 w 4422421"/>
              <a:gd name="connsiteY4" fmla="*/ 10165 h 5836960"/>
              <a:gd name="connsiteX0" fmla="*/ 2486605 w 4478393"/>
              <a:gd name="connsiteY0" fmla="*/ 0 h 5826795"/>
              <a:gd name="connsiteX1" fmla="*/ 4478393 w 4478393"/>
              <a:gd name="connsiteY1" fmla="*/ 14549 h 5826795"/>
              <a:gd name="connsiteX2" fmla="*/ 2001457 w 4478393"/>
              <a:gd name="connsiteY2" fmla="*/ 5826795 h 5826795"/>
              <a:gd name="connsiteX3" fmla="*/ 0 w 4478393"/>
              <a:gd name="connsiteY3" fmla="*/ 5826795 h 5826795"/>
              <a:gd name="connsiteX4" fmla="*/ 2486605 w 4478393"/>
              <a:gd name="connsiteY4" fmla="*/ 0 h 5826795"/>
              <a:gd name="connsiteX0" fmla="*/ 2486605 w 4522645"/>
              <a:gd name="connsiteY0" fmla="*/ 1082 h 5827877"/>
              <a:gd name="connsiteX1" fmla="*/ 4522645 w 4522645"/>
              <a:gd name="connsiteY1" fmla="*/ 0 h 5827877"/>
              <a:gd name="connsiteX2" fmla="*/ 2001457 w 4522645"/>
              <a:gd name="connsiteY2" fmla="*/ 5827877 h 5827877"/>
              <a:gd name="connsiteX3" fmla="*/ 0 w 4522645"/>
              <a:gd name="connsiteY3" fmla="*/ 5827877 h 5827877"/>
              <a:gd name="connsiteX4" fmla="*/ 2486605 w 4522645"/>
              <a:gd name="connsiteY4" fmla="*/ 1082 h 5827877"/>
              <a:gd name="connsiteX0" fmla="*/ 2486605 w 4491075"/>
              <a:gd name="connsiteY0" fmla="*/ 1082 h 5827877"/>
              <a:gd name="connsiteX1" fmla="*/ 4491075 w 4491075"/>
              <a:gd name="connsiteY1" fmla="*/ 0 h 5827877"/>
              <a:gd name="connsiteX2" fmla="*/ 2001457 w 4491075"/>
              <a:gd name="connsiteY2" fmla="*/ 5827877 h 5827877"/>
              <a:gd name="connsiteX3" fmla="*/ 0 w 4491075"/>
              <a:gd name="connsiteY3" fmla="*/ 5827877 h 5827877"/>
              <a:gd name="connsiteX4" fmla="*/ 2486605 w 4491075"/>
              <a:gd name="connsiteY4" fmla="*/ 1082 h 5827877"/>
              <a:gd name="connsiteX0" fmla="*/ 2616040 w 4620510"/>
              <a:gd name="connsiteY0" fmla="*/ 1082 h 5827877"/>
              <a:gd name="connsiteX1" fmla="*/ 4620510 w 4620510"/>
              <a:gd name="connsiteY1" fmla="*/ 0 h 5827877"/>
              <a:gd name="connsiteX2" fmla="*/ 2130892 w 4620510"/>
              <a:gd name="connsiteY2" fmla="*/ 5827877 h 5827877"/>
              <a:gd name="connsiteX3" fmla="*/ 0 w 4620510"/>
              <a:gd name="connsiteY3" fmla="*/ 5821527 h 5827877"/>
              <a:gd name="connsiteX4" fmla="*/ 2616040 w 4620510"/>
              <a:gd name="connsiteY4" fmla="*/ 1082 h 5827877"/>
              <a:gd name="connsiteX0" fmla="*/ 2616040 w 4620510"/>
              <a:gd name="connsiteY0" fmla="*/ 1082 h 5821527"/>
              <a:gd name="connsiteX1" fmla="*/ 4620510 w 4620510"/>
              <a:gd name="connsiteY1" fmla="*/ 0 h 5821527"/>
              <a:gd name="connsiteX2" fmla="*/ 1828876 w 4620510"/>
              <a:gd name="connsiteY2" fmla="*/ 5821527 h 5821527"/>
              <a:gd name="connsiteX3" fmla="*/ 0 w 4620510"/>
              <a:gd name="connsiteY3" fmla="*/ 5821527 h 5821527"/>
              <a:gd name="connsiteX4" fmla="*/ 2616040 w 4620510"/>
              <a:gd name="connsiteY4" fmla="*/ 1082 h 5821527"/>
              <a:gd name="connsiteX0" fmla="*/ 2616040 w 4620510"/>
              <a:gd name="connsiteY0" fmla="*/ 1082 h 5821527"/>
              <a:gd name="connsiteX1" fmla="*/ 4620510 w 4620510"/>
              <a:gd name="connsiteY1" fmla="*/ 0 h 5821527"/>
              <a:gd name="connsiteX2" fmla="*/ 1641914 w 4620510"/>
              <a:gd name="connsiteY2" fmla="*/ 5821527 h 5821527"/>
              <a:gd name="connsiteX3" fmla="*/ 0 w 4620510"/>
              <a:gd name="connsiteY3" fmla="*/ 5821527 h 5821527"/>
              <a:gd name="connsiteX4" fmla="*/ 2616040 w 4620510"/>
              <a:gd name="connsiteY4" fmla="*/ 1082 h 5821527"/>
              <a:gd name="connsiteX0" fmla="*/ 2616040 w 4620510"/>
              <a:gd name="connsiteY0" fmla="*/ 1082 h 5821527"/>
              <a:gd name="connsiteX1" fmla="*/ 4620510 w 4620510"/>
              <a:gd name="connsiteY1" fmla="*/ 0 h 5821527"/>
              <a:gd name="connsiteX2" fmla="*/ 1699441 w 4620510"/>
              <a:gd name="connsiteY2" fmla="*/ 5808827 h 5821527"/>
              <a:gd name="connsiteX3" fmla="*/ 0 w 4620510"/>
              <a:gd name="connsiteY3" fmla="*/ 5821527 h 5821527"/>
              <a:gd name="connsiteX4" fmla="*/ 2616040 w 4620510"/>
              <a:gd name="connsiteY4" fmla="*/ 1082 h 5821527"/>
              <a:gd name="connsiteX0" fmla="*/ 2616040 w 4620510"/>
              <a:gd name="connsiteY0" fmla="*/ 1082 h 5821527"/>
              <a:gd name="connsiteX1" fmla="*/ 4620510 w 4620510"/>
              <a:gd name="connsiteY1" fmla="*/ 0 h 5821527"/>
              <a:gd name="connsiteX2" fmla="*/ 1692250 w 4620510"/>
              <a:gd name="connsiteY2" fmla="*/ 5821527 h 5821527"/>
              <a:gd name="connsiteX3" fmla="*/ 0 w 4620510"/>
              <a:gd name="connsiteY3" fmla="*/ 5821527 h 5821527"/>
              <a:gd name="connsiteX4" fmla="*/ 2616040 w 4620510"/>
              <a:gd name="connsiteY4" fmla="*/ 1082 h 5821527"/>
              <a:gd name="connsiteX0" fmla="*/ 2780776 w 4620510"/>
              <a:gd name="connsiteY0" fmla="*/ 1082 h 5821527"/>
              <a:gd name="connsiteX1" fmla="*/ 4620510 w 4620510"/>
              <a:gd name="connsiteY1" fmla="*/ 0 h 5821527"/>
              <a:gd name="connsiteX2" fmla="*/ 1692250 w 4620510"/>
              <a:gd name="connsiteY2" fmla="*/ 5821527 h 5821527"/>
              <a:gd name="connsiteX3" fmla="*/ 0 w 4620510"/>
              <a:gd name="connsiteY3" fmla="*/ 5821527 h 5821527"/>
              <a:gd name="connsiteX4" fmla="*/ 2780776 w 4620510"/>
              <a:gd name="connsiteY4" fmla="*/ 1082 h 5821527"/>
              <a:gd name="connsiteX0" fmla="*/ 2780776 w 4526375"/>
              <a:gd name="connsiteY0" fmla="*/ 11473 h 5831918"/>
              <a:gd name="connsiteX1" fmla="*/ 4526375 w 4526375"/>
              <a:gd name="connsiteY1" fmla="*/ 0 h 5831918"/>
              <a:gd name="connsiteX2" fmla="*/ 1692250 w 4526375"/>
              <a:gd name="connsiteY2" fmla="*/ 5831918 h 5831918"/>
              <a:gd name="connsiteX3" fmla="*/ 0 w 4526375"/>
              <a:gd name="connsiteY3" fmla="*/ 5831918 h 5831918"/>
              <a:gd name="connsiteX4" fmla="*/ 2780776 w 4526375"/>
              <a:gd name="connsiteY4" fmla="*/ 11473 h 5831918"/>
              <a:gd name="connsiteX0" fmla="*/ 2780776 w 4526375"/>
              <a:gd name="connsiteY0" fmla="*/ 0 h 5820445"/>
              <a:gd name="connsiteX1" fmla="*/ 4526375 w 4526375"/>
              <a:gd name="connsiteY1" fmla="*/ 9309 h 5820445"/>
              <a:gd name="connsiteX2" fmla="*/ 1692250 w 4526375"/>
              <a:gd name="connsiteY2" fmla="*/ 5820445 h 5820445"/>
              <a:gd name="connsiteX3" fmla="*/ 0 w 4526375"/>
              <a:gd name="connsiteY3" fmla="*/ 5820445 h 5820445"/>
              <a:gd name="connsiteX4" fmla="*/ 2780776 w 4526375"/>
              <a:gd name="connsiteY4" fmla="*/ 0 h 5820445"/>
              <a:gd name="connsiteX0" fmla="*/ 2780776 w 4526375"/>
              <a:gd name="connsiteY0" fmla="*/ 6278 h 5811136"/>
              <a:gd name="connsiteX1" fmla="*/ 4526375 w 4526375"/>
              <a:gd name="connsiteY1" fmla="*/ 0 h 5811136"/>
              <a:gd name="connsiteX2" fmla="*/ 1692250 w 4526375"/>
              <a:gd name="connsiteY2" fmla="*/ 5811136 h 5811136"/>
              <a:gd name="connsiteX3" fmla="*/ 0 w 4526375"/>
              <a:gd name="connsiteY3" fmla="*/ 5811136 h 5811136"/>
              <a:gd name="connsiteX4" fmla="*/ 2780776 w 4526375"/>
              <a:gd name="connsiteY4" fmla="*/ 6278 h 5811136"/>
              <a:gd name="connsiteX0" fmla="*/ 2828323 w 4526375"/>
              <a:gd name="connsiteY0" fmla="*/ 0 h 5814189"/>
              <a:gd name="connsiteX1" fmla="*/ 4526375 w 4526375"/>
              <a:gd name="connsiteY1" fmla="*/ 3053 h 5814189"/>
              <a:gd name="connsiteX2" fmla="*/ 1692250 w 4526375"/>
              <a:gd name="connsiteY2" fmla="*/ 5814189 h 5814189"/>
              <a:gd name="connsiteX3" fmla="*/ 0 w 4526375"/>
              <a:gd name="connsiteY3" fmla="*/ 5814189 h 5814189"/>
              <a:gd name="connsiteX4" fmla="*/ 2828323 w 4526375"/>
              <a:gd name="connsiteY4" fmla="*/ 0 h 5814189"/>
              <a:gd name="connsiteX0" fmla="*/ 2828323 w 4526375"/>
              <a:gd name="connsiteY0" fmla="*/ 1048 h 5811136"/>
              <a:gd name="connsiteX1" fmla="*/ 4526375 w 4526375"/>
              <a:gd name="connsiteY1" fmla="*/ 0 h 5811136"/>
              <a:gd name="connsiteX2" fmla="*/ 1692250 w 4526375"/>
              <a:gd name="connsiteY2" fmla="*/ 5811136 h 5811136"/>
              <a:gd name="connsiteX3" fmla="*/ 0 w 4526375"/>
              <a:gd name="connsiteY3" fmla="*/ 5811136 h 5811136"/>
              <a:gd name="connsiteX4" fmla="*/ 2828323 w 4526375"/>
              <a:gd name="connsiteY4" fmla="*/ 1048 h 5811136"/>
              <a:gd name="connsiteX0" fmla="*/ 2207366 w 4526375"/>
              <a:gd name="connsiteY0" fmla="*/ 10475 h 5811136"/>
              <a:gd name="connsiteX1" fmla="*/ 4526375 w 4526375"/>
              <a:gd name="connsiteY1" fmla="*/ 0 h 5811136"/>
              <a:gd name="connsiteX2" fmla="*/ 1692250 w 4526375"/>
              <a:gd name="connsiteY2" fmla="*/ 5811136 h 5811136"/>
              <a:gd name="connsiteX3" fmla="*/ 0 w 4526375"/>
              <a:gd name="connsiteY3" fmla="*/ 5811136 h 5811136"/>
              <a:gd name="connsiteX4" fmla="*/ 2207366 w 4526375"/>
              <a:gd name="connsiteY4" fmla="*/ 10475 h 5811136"/>
              <a:gd name="connsiteX0" fmla="*/ 2197638 w 4526375"/>
              <a:gd name="connsiteY0" fmla="*/ 4125 h 5811136"/>
              <a:gd name="connsiteX1" fmla="*/ 4526375 w 4526375"/>
              <a:gd name="connsiteY1" fmla="*/ 0 h 5811136"/>
              <a:gd name="connsiteX2" fmla="*/ 1692250 w 4526375"/>
              <a:gd name="connsiteY2" fmla="*/ 5811136 h 5811136"/>
              <a:gd name="connsiteX3" fmla="*/ 0 w 4526375"/>
              <a:gd name="connsiteY3" fmla="*/ 5811136 h 5811136"/>
              <a:gd name="connsiteX4" fmla="*/ 2197638 w 4526375"/>
              <a:gd name="connsiteY4" fmla="*/ 4125 h 5811136"/>
              <a:gd name="connsiteX0" fmla="*/ 2187911 w 4526375"/>
              <a:gd name="connsiteY0" fmla="*/ 0 h 5813361"/>
              <a:gd name="connsiteX1" fmla="*/ 4526375 w 4526375"/>
              <a:gd name="connsiteY1" fmla="*/ 2225 h 5813361"/>
              <a:gd name="connsiteX2" fmla="*/ 1692250 w 4526375"/>
              <a:gd name="connsiteY2" fmla="*/ 5813361 h 5813361"/>
              <a:gd name="connsiteX3" fmla="*/ 0 w 4526375"/>
              <a:gd name="connsiteY3" fmla="*/ 5813361 h 5813361"/>
              <a:gd name="connsiteX4" fmla="*/ 2187911 w 4526375"/>
              <a:gd name="connsiteY4" fmla="*/ 0 h 5813361"/>
              <a:gd name="connsiteX0" fmla="*/ 2158728 w 4526375"/>
              <a:gd name="connsiteY0" fmla="*/ 0 h 5813361"/>
              <a:gd name="connsiteX1" fmla="*/ 4526375 w 4526375"/>
              <a:gd name="connsiteY1" fmla="*/ 2225 h 5813361"/>
              <a:gd name="connsiteX2" fmla="*/ 1692250 w 4526375"/>
              <a:gd name="connsiteY2" fmla="*/ 5813361 h 5813361"/>
              <a:gd name="connsiteX3" fmla="*/ 0 w 4526375"/>
              <a:gd name="connsiteY3" fmla="*/ 5813361 h 5813361"/>
              <a:gd name="connsiteX4" fmla="*/ 2158728 w 4526375"/>
              <a:gd name="connsiteY4" fmla="*/ 0 h 5813361"/>
              <a:gd name="connsiteX0" fmla="*/ 2771564 w 5139211"/>
              <a:gd name="connsiteY0" fmla="*/ 0 h 5819711"/>
              <a:gd name="connsiteX1" fmla="*/ 5139211 w 5139211"/>
              <a:gd name="connsiteY1" fmla="*/ 2225 h 5819711"/>
              <a:gd name="connsiteX2" fmla="*/ 2305086 w 5139211"/>
              <a:gd name="connsiteY2" fmla="*/ 5813361 h 5819711"/>
              <a:gd name="connsiteX3" fmla="*/ 0 w 5139211"/>
              <a:gd name="connsiteY3" fmla="*/ 5819711 h 5819711"/>
              <a:gd name="connsiteX4" fmla="*/ 2771564 w 5139211"/>
              <a:gd name="connsiteY4" fmla="*/ 0 h 5819711"/>
              <a:gd name="connsiteX0" fmla="*/ 2771564 w 5139211"/>
              <a:gd name="connsiteY0" fmla="*/ 0 h 5815517"/>
              <a:gd name="connsiteX1" fmla="*/ 5139211 w 5139211"/>
              <a:gd name="connsiteY1" fmla="*/ 2225 h 5815517"/>
              <a:gd name="connsiteX2" fmla="*/ 2305086 w 5139211"/>
              <a:gd name="connsiteY2" fmla="*/ 5813361 h 5815517"/>
              <a:gd name="connsiteX3" fmla="*/ 0 w 5139211"/>
              <a:gd name="connsiteY3" fmla="*/ 5815517 h 5815517"/>
              <a:gd name="connsiteX4" fmla="*/ 2771564 w 5139211"/>
              <a:gd name="connsiteY4" fmla="*/ 0 h 5815517"/>
              <a:gd name="connsiteX0" fmla="*/ 2791575 w 5159222"/>
              <a:gd name="connsiteY0" fmla="*/ 0 h 5815517"/>
              <a:gd name="connsiteX1" fmla="*/ 5159222 w 5159222"/>
              <a:gd name="connsiteY1" fmla="*/ 2225 h 5815517"/>
              <a:gd name="connsiteX2" fmla="*/ 2325097 w 5159222"/>
              <a:gd name="connsiteY2" fmla="*/ 5813361 h 5815517"/>
              <a:gd name="connsiteX3" fmla="*/ 0 w 5159222"/>
              <a:gd name="connsiteY3" fmla="*/ 5815517 h 5815517"/>
              <a:gd name="connsiteX4" fmla="*/ 2791575 w 5159222"/>
              <a:gd name="connsiteY4" fmla="*/ 0 h 58155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159222" h="5815517">
                <a:moveTo>
                  <a:pt x="2791575" y="0"/>
                </a:moveTo>
                <a:lnTo>
                  <a:pt x="5159222" y="2225"/>
                </a:lnTo>
                <a:lnTo>
                  <a:pt x="2325097" y="5813361"/>
                </a:lnTo>
                <a:lnTo>
                  <a:pt x="0" y="5815517"/>
                </a:lnTo>
                <a:lnTo>
                  <a:pt x="2791575" y="0"/>
                </a:lnTo>
                <a:close/>
              </a:path>
            </a:pathLst>
          </a:custGeom>
          <a:solidFill>
            <a:srgbClr val="0046B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4524714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4">
            <a:extLst>
              <a:ext uri="{FF2B5EF4-FFF2-40B4-BE49-F238E27FC236}">
                <a16:creationId xmlns:a16="http://schemas.microsoft.com/office/drawing/2014/main" id="{B5A0DED3-7C7C-32AD-584A-F24C814F6808}"/>
              </a:ext>
            </a:extLst>
          </p:cNvPr>
          <p:cNvSpPr/>
          <p:nvPr userDrawn="1"/>
        </p:nvSpPr>
        <p:spPr>
          <a:xfrm rot="10800000">
            <a:off x="6388859" y="-645851"/>
            <a:ext cx="5606988" cy="8113011"/>
          </a:xfrm>
          <a:custGeom>
            <a:avLst/>
            <a:gdLst>
              <a:gd name="connsiteX0" fmla="*/ 0 w 2505206"/>
              <a:gd name="connsiteY0" fmla="*/ 0 h 5824603"/>
              <a:gd name="connsiteX1" fmla="*/ 2505206 w 2505206"/>
              <a:gd name="connsiteY1" fmla="*/ 0 h 5824603"/>
              <a:gd name="connsiteX2" fmla="*/ 2505206 w 2505206"/>
              <a:gd name="connsiteY2" fmla="*/ 5824603 h 5824603"/>
              <a:gd name="connsiteX3" fmla="*/ 0 w 2505206"/>
              <a:gd name="connsiteY3" fmla="*/ 5824603 h 5824603"/>
              <a:gd name="connsiteX4" fmla="*/ 0 w 2505206"/>
              <a:gd name="connsiteY4" fmla="*/ 0 h 5824603"/>
              <a:gd name="connsiteX0" fmla="*/ 0 w 3535109"/>
              <a:gd name="connsiteY0" fmla="*/ 0 h 5824603"/>
              <a:gd name="connsiteX1" fmla="*/ 3535109 w 3535109"/>
              <a:gd name="connsiteY1" fmla="*/ 0 h 5824603"/>
              <a:gd name="connsiteX2" fmla="*/ 2505206 w 3535109"/>
              <a:gd name="connsiteY2" fmla="*/ 5824603 h 5824603"/>
              <a:gd name="connsiteX3" fmla="*/ 0 w 3535109"/>
              <a:gd name="connsiteY3" fmla="*/ 5824603 h 5824603"/>
              <a:gd name="connsiteX4" fmla="*/ 0 w 3535109"/>
              <a:gd name="connsiteY4" fmla="*/ 0 h 5824603"/>
              <a:gd name="connsiteX0" fmla="*/ 1126156 w 3535109"/>
              <a:gd name="connsiteY0" fmla="*/ 0 h 5834229"/>
              <a:gd name="connsiteX1" fmla="*/ 3535109 w 3535109"/>
              <a:gd name="connsiteY1" fmla="*/ 9626 h 5834229"/>
              <a:gd name="connsiteX2" fmla="*/ 2505206 w 3535109"/>
              <a:gd name="connsiteY2" fmla="*/ 5834229 h 5834229"/>
              <a:gd name="connsiteX3" fmla="*/ 0 w 3535109"/>
              <a:gd name="connsiteY3" fmla="*/ 5834229 h 5834229"/>
              <a:gd name="connsiteX4" fmla="*/ 1126156 w 3535109"/>
              <a:gd name="connsiteY4" fmla="*/ 0 h 5834229"/>
              <a:gd name="connsiteX0" fmla="*/ 1103854 w 3535109"/>
              <a:gd name="connsiteY0" fmla="*/ 20110 h 5824603"/>
              <a:gd name="connsiteX1" fmla="*/ 3535109 w 3535109"/>
              <a:gd name="connsiteY1" fmla="*/ 0 h 5824603"/>
              <a:gd name="connsiteX2" fmla="*/ 2505206 w 3535109"/>
              <a:gd name="connsiteY2" fmla="*/ 5824603 h 5824603"/>
              <a:gd name="connsiteX3" fmla="*/ 0 w 3535109"/>
              <a:gd name="connsiteY3" fmla="*/ 5824603 h 5824603"/>
              <a:gd name="connsiteX4" fmla="*/ 1103854 w 3535109"/>
              <a:gd name="connsiteY4" fmla="*/ 20110 h 5824603"/>
              <a:gd name="connsiteX0" fmla="*/ 1111288 w 3535109"/>
              <a:gd name="connsiteY0" fmla="*/ 0 h 5826795"/>
              <a:gd name="connsiteX1" fmla="*/ 3535109 w 3535109"/>
              <a:gd name="connsiteY1" fmla="*/ 2192 h 5826795"/>
              <a:gd name="connsiteX2" fmla="*/ 2505206 w 3535109"/>
              <a:gd name="connsiteY2" fmla="*/ 5826795 h 5826795"/>
              <a:gd name="connsiteX3" fmla="*/ 0 w 3535109"/>
              <a:gd name="connsiteY3" fmla="*/ 5826795 h 5826795"/>
              <a:gd name="connsiteX4" fmla="*/ 1111288 w 3535109"/>
              <a:gd name="connsiteY4" fmla="*/ 0 h 5826795"/>
              <a:gd name="connsiteX0" fmla="*/ 1111288 w 4940163"/>
              <a:gd name="connsiteY0" fmla="*/ 0 h 5826795"/>
              <a:gd name="connsiteX1" fmla="*/ 4940163 w 4940163"/>
              <a:gd name="connsiteY1" fmla="*/ 2192 h 5826795"/>
              <a:gd name="connsiteX2" fmla="*/ 2505206 w 4940163"/>
              <a:gd name="connsiteY2" fmla="*/ 5826795 h 5826795"/>
              <a:gd name="connsiteX3" fmla="*/ 0 w 4940163"/>
              <a:gd name="connsiteY3" fmla="*/ 5826795 h 5826795"/>
              <a:gd name="connsiteX4" fmla="*/ 1111288 w 4940163"/>
              <a:gd name="connsiteY4" fmla="*/ 0 h 5826795"/>
              <a:gd name="connsiteX0" fmla="*/ 2486605 w 4940163"/>
              <a:gd name="connsiteY0" fmla="*/ 0 h 5826795"/>
              <a:gd name="connsiteX1" fmla="*/ 4940163 w 4940163"/>
              <a:gd name="connsiteY1" fmla="*/ 2192 h 5826795"/>
              <a:gd name="connsiteX2" fmla="*/ 2505206 w 4940163"/>
              <a:gd name="connsiteY2" fmla="*/ 5826795 h 5826795"/>
              <a:gd name="connsiteX3" fmla="*/ 0 w 4940163"/>
              <a:gd name="connsiteY3" fmla="*/ 5826795 h 5826795"/>
              <a:gd name="connsiteX4" fmla="*/ 2486605 w 4940163"/>
              <a:gd name="connsiteY4" fmla="*/ 0 h 5826795"/>
              <a:gd name="connsiteX0" fmla="*/ 2486605 w 4940163"/>
              <a:gd name="connsiteY0" fmla="*/ 0 h 5826795"/>
              <a:gd name="connsiteX1" fmla="*/ 4940163 w 4940163"/>
              <a:gd name="connsiteY1" fmla="*/ 2192 h 5826795"/>
              <a:gd name="connsiteX2" fmla="*/ 2001457 w 4940163"/>
              <a:gd name="connsiteY2" fmla="*/ 5826795 h 5826795"/>
              <a:gd name="connsiteX3" fmla="*/ 0 w 4940163"/>
              <a:gd name="connsiteY3" fmla="*/ 5826795 h 5826795"/>
              <a:gd name="connsiteX4" fmla="*/ 2486605 w 4940163"/>
              <a:gd name="connsiteY4" fmla="*/ 0 h 5826795"/>
              <a:gd name="connsiteX0" fmla="*/ 2486605 w 4478393"/>
              <a:gd name="connsiteY0" fmla="*/ 10165 h 5836960"/>
              <a:gd name="connsiteX1" fmla="*/ 4478393 w 4478393"/>
              <a:gd name="connsiteY1" fmla="*/ 0 h 5836960"/>
              <a:gd name="connsiteX2" fmla="*/ 2001457 w 4478393"/>
              <a:gd name="connsiteY2" fmla="*/ 5836960 h 5836960"/>
              <a:gd name="connsiteX3" fmla="*/ 0 w 4478393"/>
              <a:gd name="connsiteY3" fmla="*/ 5836960 h 5836960"/>
              <a:gd name="connsiteX4" fmla="*/ 2486605 w 4478393"/>
              <a:gd name="connsiteY4" fmla="*/ 10165 h 5836960"/>
              <a:gd name="connsiteX0" fmla="*/ 2486605 w 4422421"/>
              <a:gd name="connsiteY0" fmla="*/ 10165 h 5836960"/>
              <a:gd name="connsiteX1" fmla="*/ 4422421 w 4422421"/>
              <a:gd name="connsiteY1" fmla="*/ 0 h 5836960"/>
              <a:gd name="connsiteX2" fmla="*/ 2001457 w 4422421"/>
              <a:gd name="connsiteY2" fmla="*/ 5836960 h 5836960"/>
              <a:gd name="connsiteX3" fmla="*/ 0 w 4422421"/>
              <a:gd name="connsiteY3" fmla="*/ 5836960 h 5836960"/>
              <a:gd name="connsiteX4" fmla="*/ 2486605 w 4422421"/>
              <a:gd name="connsiteY4" fmla="*/ 10165 h 5836960"/>
              <a:gd name="connsiteX0" fmla="*/ 2486605 w 4478393"/>
              <a:gd name="connsiteY0" fmla="*/ 0 h 5826795"/>
              <a:gd name="connsiteX1" fmla="*/ 4478393 w 4478393"/>
              <a:gd name="connsiteY1" fmla="*/ 14549 h 5826795"/>
              <a:gd name="connsiteX2" fmla="*/ 2001457 w 4478393"/>
              <a:gd name="connsiteY2" fmla="*/ 5826795 h 5826795"/>
              <a:gd name="connsiteX3" fmla="*/ 0 w 4478393"/>
              <a:gd name="connsiteY3" fmla="*/ 5826795 h 5826795"/>
              <a:gd name="connsiteX4" fmla="*/ 2486605 w 4478393"/>
              <a:gd name="connsiteY4" fmla="*/ 0 h 5826795"/>
              <a:gd name="connsiteX0" fmla="*/ 2486605 w 4522645"/>
              <a:gd name="connsiteY0" fmla="*/ 1082 h 5827877"/>
              <a:gd name="connsiteX1" fmla="*/ 4522645 w 4522645"/>
              <a:gd name="connsiteY1" fmla="*/ 0 h 5827877"/>
              <a:gd name="connsiteX2" fmla="*/ 2001457 w 4522645"/>
              <a:gd name="connsiteY2" fmla="*/ 5827877 h 5827877"/>
              <a:gd name="connsiteX3" fmla="*/ 0 w 4522645"/>
              <a:gd name="connsiteY3" fmla="*/ 5827877 h 5827877"/>
              <a:gd name="connsiteX4" fmla="*/ 2486605 w 4522645"/>
              <a:gd name="connsiteY4" fmla="*/ 1082 h 5827877"/>
              <a:gd name="connsiteX0" fmla="*/ 2486605 w 4491075"/>
              <a:gd name="connsiteY0" fmla="*/ 1082 h 5827877"/>
              <a:gd name="connsiteX1" fmla="*/ 4491075 w 4491075"/>
              <a:gd name="connsiteY1" fmla="*/ 0 h 5827877"/>
              <a:gd name="connsiteX2" fmla="*/ 2001457 w 4491075"/>
              <a:gd name="connsiteY2" fmla="*/ 5827877 h 5827877"/>
              <a:gd name="connsiteX3" fmla="*/ 0 w 4491075"/>
              <a:gd name="connsiteY3" fmla="*/ 5827877 h 5827877"/>
              <a:gd name="connsiteX4" fmla="*/ 2486605 w 4491075"/>
              <a:gd name="connsiteY4" fmla="*/ 1082 h 5827877"/>
              <a:gd name="connsiteX0" fmla="*/ 2616040 w 4620510"/>
              <a:gd name="connsiteY0" fmla="*/ 1082 h 5827877"/>
              <a:gd name="connsiteX1" fmla="*/ 4620510 w 4620510"/>
              <a:gd name="connsiteY1" fmla="*/ 0 h 5827877"/>
              <a:gd name="connsiteX2" fmla="*/ 2130892 w 4620510"/>
              <a:gd name="connsiteY2" fmla="*/ 5827877 h 5827877"/>
              <a:gd name="connsiteX3" fmla="*/ 0 w 4620510"/>
              <a:gd name="connsiteY3" fmla="*/ 5821527 h 5827877"/>
              <a:gd name="connsiteX4" fmla="*/ 2616040 w 4620510"/>
              <a:gd name="connsiteY4" fmla="*/ 1082 h 5827877"/>
              <a:gd name="connsiteX0" fmla="*/ 2616040 w 4620510"/>
              <a:gd name="connsiteY0" fmla="*/ 1082 h 5821527"/>
              <a:gd name="connsiteX1" fmla="*/ 4620510 w 4620510"/>
              <a:gd name="connsiteY1" fmla="*/ 0 h 5821527"/>
              <a:gd name="connsiteX2" fmla="*/ 1828876 w 4620510"/>
              <a:gd name="connsiteY2" fmla="*/ 5821527 h 5821527"/>
              <a:gd name="connsiteX3" fmla="*/ 0 w 4620510"/>
              <a:gd name="connsiteY3" fmla="*/ 5821527 h 5821527"/>
              <a:gd name="connsiteX4" fmla="*/ 2616040 w 4620510"/>
              <a:gd name="connsiteY4" fmla="*/ 1082 h 5821527"/>
              <a:gd name="connsiteX0" fmla="*/ 2616040 w 4620510"/>
              <a:gd name="connsiteY0" fmla="*/ 1082 h 5821527"/>
              <a:gd name="connsiteX1" fmla="*/ 4620510 w 4620510"/>
              <a:gd name="connsiteY1" fmla="*/ 0 h 5821527"/>
              <a:gd name="connsiteX2" fmla="*/ 1641914 w 4620510"/>
              <a:gd name="connsiteY2" fmla="*/ 5821527 h 5821527"/>
              <a:gd name="connsiteX3" fmla="*/ 0 w 4620510"/>
              <a:gd name="connsiteY3" fmla="*/ 5821527 h 5821527"/>
              <a:gd name="connsiteX4" fmla="*/ 2616040 w 4620510"/>
              <a:gd name="connsiteY4" fmla="*/ 1082 h 5821527"/>
              <a:gd name="connsiteX0" fmla="*/ 2616040 w 4620510"/>
              <a:gd name="connsiteY0" fmla="*/ 1082 h 5821527"/>
              <a:gd name="connsiteX1" fmla="*/ 4620510 w 4620510"/>
              <a:gd name="connsiteY1" fmla="*/ 0 h 5821527"/>
              <a:gd name="connsiteX2" fmla="*/ 1699441 w 4620510"/>
              <a:gd name="connsiteY2" fmla="*/ 5808827 h 5821527"/>
              <a:gd name="connsiteX3" fmla="*/ 0 w 4620510"/>
              <a:gd name="connsiteY3" fmla="*/ 5821527 h 5821527"/>
              <a:gd name="connsiteX4" fmla="*/ 2616040 w 4620510"/>
              <a:gd name="connsiteY4" fmla="*/ 1082 h 5821527"/>
              <a:gd name="connsiteX0" fmla="*/ 2616040 w 4620510"/>
              <a:gd name="connsiteY0" fmla="*/ 1082 h 5821527"/>
              <a:gd name="connsiteX1" fmla="*/ 4620510 w 4620510"/>
              <a:gd name="connsiteY1" fmla="*/ 0 h 5821527"/>
              <a:gd name="connsiteX2" fmla="*/ 1692250 w 4620510"/>
              <a:gd name="connsiteY2" fmla="*/ 5821527 h 5821527"/>
              <a:gd name="connsiteX3" fmla="*/ 0 w 4620510"/>
              <a:gd name="connsiteY3" fmla="*/ 5821527 h 5821527"/>
              <a:gd name="connsiteX4" fmla="*/ 2616040 w 4620510"/>
              <a:gd name="connsiteY4" fmla="*/ 1082 h 5821527"/>
              <a:gd name="connsiteX0" fmla="*/ 2780776 w 4620510"/>
              <a:gd name="connsiteY0" fmla="*/ 1082 h 5821527"/>
              <a:gd name="connsiteX1" fmla="*/ 4620510 w 4620510"/>
              <a:gd name="connsiteY1" fmla="*/ 0 h 5821527"/>
              <a:gd name="connsiteX2" fmla="*/ 1692250 w 4620510"/>
              <a:gd name="connsiteY2" fmla="*/ 5821527 h 5821527"/>
              <a:gd name="connsiteX3" fmla="*/ 0 w 4620510"/>
              <a:gd name="connsiteY3" fmla="*/ 5821527 h 5821527"/>
              <a:gd name="connsiteX4" fmla="*/ 2780776 w 4620510"/>
              <a:gd name="connsiteY4" fmla="*/ 1082 h 5821527"/>
              <a:gd name="connsiteX0" fmla="*/ 2780776 w 4526375"/>
              <a:gd name="connsiteY0" fmla="*/ 11473 h 5831918"/>
              <a:gd name="connsiteX1" fmla="*/ 4526375 w 4526375"/>
              <a:gd name="connsiteY1" fmla="*/ 0 h 5831918"/>
              <a:gd name="connsiteX2" fmla="*/ 1692250 w 4526375"/>
              <a:gd name="connsiteY2" fmla="*/ 5831918 h 5831918"/>
              <a:gd name="connsiteX3" fmla="*/ 0 w 4526375"/>
              <a:gd name="connsiteY3" fmla="*/ 5831918 h 5831918"/>
              <a:gd name="connsiteX4" fmla="*/ 2780776 w 4526375"/>
              <a:gd name="connsiteY4" fmla="*/ 11473 h 5831918"/>
              <a:gd name="connsiteX0" fmla="*/ 2780776 w 4526375"/>
              <a:gd name="connsiteY0" fmla="*/ 0 h 5820445"/>
              <a:gd name="connsiteX1" fmla="*/ 4526375 w 4526375"/>
              <a:gd name="connsiteY1" fmla="*/ 9309 h 5820445"/>
              <a:gd name="connsiteX2" fmla="*/ 1692250 w 4526375"/>
              <a:gd name="connsiteY2" fmla="*/ 5820445 h 5820445"/>
              <a:gd name="connsiteX3" fmla="*/ 0 w 4526375"/>
              <a:gd name="connsiteY3" fmla="*/ 5820445 h 5820445"/>
              <a:gd name="connsiteX4" fmla="*/ 2780776 w 4526375"/>
              <a:gd name="connsiteY4" fmla="*/ 0 h 5820445"/>
              <a:gd name="connsiteX0" fmla="*/ 2780776 w 4526375"/>
              <a:gd name="connsiteY0" fmla="*/ 6278 h 5811136"/>
              <a:gd name="connsiteX1" fmla="*/ 4526375 w 4526375"/>
              <a:gd name="connsiteY1" fmla="*/ 0 h 5811136"/>
              <a:gd name="connsiteX2" fmla="*/ 1692250 w 4526375"/>
              <a:gd name="connsiteY2" fmla="*/ 5811136 h 5811136"/>
              <a:gd name="connsiteX3" fmla="*/ 0 w 4526375"/>
              <a:gd name="connsiteY3" fmla="*/ 5811136 h 5811136"/>
              <a:gd name="connsiteX4" fmla="*/ 2780776 w 4526375"/>
              <a:gd name="connsiteY4" fmla="*/ 6278 h 5811136"/>
              <a:gd name="connsiteX0" fmla="*/ 2828323 w 4526375"/>
              <a:gd name="connsiteY0" fmla="*/ 0 h 5814189"/>
              <a:gd name="connsiteX1" fmla="*/ 4526375 w 4526375"/>
              <a:gd name="connsiteY1" fmla="*/ 3053 h 5814189"/>
              <a:gd name="connsiteX2" fmla="*/ 1692250 w 4526375"/>
              <a:gd name="connsiteY2" fmla="*/ 5814189 h 5814189"/>
              <a:gd name="connsiteX3" fmla="*/ 0 w 4526375"/>
              <a:gd name="connsiteY3" fmla="*/ 5814189 h 5814189"/>
              <a:gd name="connsiteX4" fmla="*/ 2828323 w 4526375"/>
              <a:gd name="connsiteY4" fmla="*/ 0 h 5814189"/>
              <a:gd name="connsiteX0" fmla="*/ 2828323 w 4526375"/>
              <a:gd name="connsiteY0" fmla="*/ 1048 h 5811136"/>
              <a:gd name="connsiteX1" fmla="*/ 4526375 w 4526375"/>
              <a:gd name="connsiteY1" fmla="*/ 0 h 5811136"/>
              <a:gd name="connsiteX2" fmla="*/ 1692250 w 4526375"/>
              <a:gd name="connsiteY2" fmla="*/ 5811136 h 5811136"/>
              <a:gd name="connsiteX3" fmla="*/ 0 w 4526375"/>
              <a:gd name="connsiteY3" fmla="*/ 5811136 h 5811136"/>
              <a:gd name="connsiteX4" fmla="*/ 2828323 w 4526375"/>
              <a:gd name="connsiteY4" fmla="*/ 1048 h 5811136"/>
              <a:gd name="connsiteX0" fmla="*/ 1712019 w 4526375"/>
              <a:gd name="connsiteY0" fmla="*/ 1048 h 5811136"/>
              <a:gd name="connsiteX1" fmla="*/ 4526375 w 4526375"/>
              <a:gd name="connsiteY1" fmla="*/ 0 h 5811136"/>
              <a:gd name="connsiteX2" fmla="*/ 1692250 w 4526375"/>
              <a:gd name="connsiteY2" fmla="*/ 5811136 h 5811136"/>
              <a:gd name="connsiteX3" fmla="*/ 0 w 4526375"/>
              <a:gd name="connsiteY3" fmla="*/ 5811136 h 5811136"/>
              <a:gd name="connsiteX4" fmla="*/ 1712019 w 4526375"/>
              <a:gd name="connsiteY4" fmla="*/ 1048 h 5811136"/>
              <a:gd name="connsiteX0" fmla="*/ 2828323 w 5642679"/>
              <a:gd name="connsiteY0" fmla="*/ 1048 h 5811136"/>
              <a:gd name="connsiteX1" fmla="*/ 5642679 w 5642679"/>
              <a:gd name="connsiteY1" fmla="*/ 0 h 5811136"/>
              <a:gd name="connsiteX2" fmla="*/ 2808554 w 5642679"/>
              <a:gd name="connsiteY2" fmla="*/ 5811136 h 5811136"/>
              <a:gd name="connsiteX3" fmla="*/ 0 w 5642679"/>
              <a:gd name="connsiteY3" fmla="*/ 5811136 h 5811136"/>
              <a:gd name="connsiteX4" fmla="*/ 2828323 w 5642679"/>
              <a:gd name="connsiteY4" fmla="*/ 1048 h 58111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642679" h="5811136">
                <a:moveTo>
                  <a:pt x="2828323" y="1048"/>
                </a:moveTo>
                <a:lnTo>
                  <a:pt x="5642679" y="0"/>
                </a:lnTo>
                <a:lnTo>
                  <a:pt x="2808554" y="5811136"/>
                </a:lnTo>
                <a:lnTo>
                  <a:pt x="0" y="5811136"/>
                </a:lnTo>
                <a:lnTo>
                  <a:pt x="2828323" y="1048"/>
                </a:lnTo>
                <a:close/>
              </a:path>
            </a:pathLst>
          </a:custGeom>
          <a:solidFill>
            <a:srgbClr val="0046B2">
              <a:alpha val="75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E25674-EFEC-ACF2-AFCB-5DD8AA0667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116756" y="6356350"/>
            <a:ext cx="3489542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ECF6E4-E279-32C0-CD5F-B94A164AD3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382188" y="6362700"/>
            <a:ext cx="630763" cy="365125"/>
          </a:xfrm>
          <a:prstGeom prst="rect">
            <a:avLst/>
          </a:prstGeom>
        </p:spPr>
        <p:txBody>
          <a:bodyPr/>
          <a:lstStyle>
            <a:lvl1pPr algn="l">
              <a:defRPr/>
            </a:lvl1pPr>
          </a:lstStyle>
          <a:p>
            <a:fld id="{7C8598A7-94B2-594C-8A98-02B4613DD734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53" name="Graphic 52">
            <a:extLst>
              <a:ext uri="{FF2B5EF4-FFF2-40B4-BE49-F238E27FC236}">
                <a16:creationId xmlns:a16="http://schemas.microsoft.com/office/drawing/2014/main" id="{938BC0C9-96EC-1326-CE6B-54CA4006F7E2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76076" y="529779"/>
            <a:ext cx="3357276" cy="250630"/>
          </a:xfrm>
          <a:prstGeom prst="rect">
            <a:avLst/>
          </a:prstGeom>
        </p:spPr>
      </p:pic>
      <p:pic>
        <p:nvPicPr>
          <p:cNvPr id="54" name="Graphic 53">
            <a:extLst>
              <a:ext uri="{FF2B5EF4-FFF2-40B4-BE49-F238E27FC236}">
                <a16:creationId xmlns:a16="http://schemas.microsoft.com/office/drawing/2014/main" id="{A4FA8EBB-EACB-3866-C10B-045D01AADA24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093023" y="5922334"/>
            <a:ext cx="1747558" cy="646357"/>
          </a:xfrm>
          <a:prstGeom prst="rect">
            <a:avLst/>
          </a:prstGeom>
        </p:spPr>
      </p:pic>
      <p:pic>
        <p:nvPicPr>
          <p:cNvPr id="13" name="Graphic 12">
            <a:extLst>
              <a:ext uri="{FF2B5EF4-FFF2-40B4-BE49-F238E27FC236}">
                <a16:creationId xmlns:a16="http://schemas.microsoft.com/office/drawing/2014/main" id="{C8AF9EA4-A94E-3746-A9B5-2102E1F35F36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70624" y="900045"/>
            <a:ext cx="2873677" cy="1104371"/>
          </a:xfrm>
          <a:prstGeom prst="rect">
            <a:avLst/>
          </a:prstGeom>
        </p:spPr>
      </p:pic>
      <p:sp>
        <p:nvSpPr>
          <p:cNvPr id="10" name="Title 1">
            <a:extLst>
              <a:ext uri="{FF2B5EF4-FFF2-40B4-BE49-F238E27FC236}">
                <a16:creationId xmlns:a16="http://schemas.microsoft.com/office/drawing/2014/main" id="{D7813831-9EC9-F91F-4F99-23DB8CACCB0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698500" y="2638424"/>
            <a:ext cx="8474200" cy="2080640"/>
          </a:xfrm>
        </p:spPr>
        <p:txBody>
          <a:bodyPr anchor="t"/>
          <a:lstStyle>
            <a:lvl1pPr algn="l">
              <a:lnSpc>
                <a:spcPct val="80000"/>
              </a:lnSpc>
              <a:defRPr sz="6000" b="1" i="0">
                <a:latin typeface="Söhne Halbfett" panose="020B0503030202060203" pitchFamily="34" charset="77"/>
                <a:cs typeface="Söhne Halbfett" panose="020B0503030202060203" pitchFamily="34" charset="77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4" name="Subtitle 2">
            <a:extLst>
              <a:ext uri="{FF2B5EF4-FFF2-40B4-BE49-F238E27FC236}">
                <a16:creationId xmlns:a16="http://schemas.microsoft.com/office/drawing/2014/main" id="{88DDF914-033A-2F4C-D2FD-BF8FE9AF0BE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698500" y="4970255"/>
            <a:ext cx="8017000" cy="952916"/>
          </a:xfrm>
          <a:prstGeom prst="rect">
            <a:avLst/>
          </a:prstGeom>
        </p:spPr>
        <p:txBody>
          <a:bodyPr/>
          <a:lstStyle>
            <a:lvl1pPr marL="0" indent="0" algn="l">
              <a:spcBef>
                <a:spcPts val="0"/>
              </a:spcBef>
              <a:buNone/>
              <a:defRPr sz="3200" b="0" i="0">
                <a:latin typeface="Söhne Halbfett" panose="020B0303030202060203" pitchFamily="34" charset="77"/>
                <a:cs typeface="Söhne Halbfett" panose="020B0303030202060203" pitchFamily="34" charset="77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15" name="Rectangle 4">
            <a:extLst>
              <a:ext uri="{FF2B5EF4-FFF2-40B4-BE49-F238E27FC236}">
                <a16:creationId xmlns:a16="http://schemas.microsoft.com/office/drawing/2014/main" id="{E69FA303-6E02-5029-D5B9-4AE63E08BFD5}"/>
              </a:ext>
            </a:extLst>
          </p:cNvPr>
          <p:cNvSpPr/>
          <p:nvPr userDrawn="1"/>
        </p:nvSpPr>
        <p:spPr>
          <a:xfrm rot="10800000">
            <a:off x="415636" y="2647948"/>
            <a:ext cx="1191228" cy="1889127"/>
          </a:xfrm>
          <a:custGeom>
            <a:avLst/>
            <a:gdLst>
              <a:gd name="connsiteX0" fmla="*/ 0 w 2505206"/>
              <a:gd name="connsiteY0" fmla="*/ 0 h 5824603"/>
              <a:gd name="connsiteX1" fmla="*/ 2505206 w 2505206"/>
              <a:gd name="connsiteY1" fmla="*/ 0 h 5824603"/>
              <a:gd name="connsiteX2" fmla="*/ 2505206 w 2505206"/>
              <a:gd name="connsiteY2" fmla="*/ 5824603 h 5824603"/>
              <a:gd name="connsiteX3" fmla="*/ 0 w 2505206"/>
              <a:gd name="connsiteY3" fmla="*/ 5824603 h 5824603"/>
              <a:gd name="connsiteX4" fmla="*/ 0 w 2505206"/>
              <a:gd name="connsiteY4" fmla="*/ 0 h 5824603"/>
              <a:gd name="connsiteX0" fmla="*/ 0 w 3535109"/>
              <a:gd name="connsiteY0" fmla="*/ 0 h 5824603"/>
              <a:gd name="connsiteX1" fmla="*/ 3535109 w 3535109"/>
              <a:gd name="connsiteY1" fmla="*/ 0 h 5824603"/>
              <a:gd name="connsiteX2" fmla="*/ 2505206 w 3535109"/>
              <a:gd name="connsiteY2" fmla="*/ 5824603 h 5824603"/>
              <a:gd name="connsiteX3" fmla="*/ 0 w 3535109"/>
              <a:gd name="connsiteY3" fmla="*/ 5824603 h 5824603"/>
              <a:gd name="connsiteX4" fmla="*/ 0 w 3535109"/>
              <a:gd name="connsiteY4" fmla="*/ 0 h 5824603"/>
              <a:gd name="connsiteX0" fmla="*/ 1126156 w 3535109"/>
              <a:gd name="connsiteY0" fmla="*/ 0 h 5834229"/>
              <a:gd name="connsiteX1" fmla="*/ 3535109 w 3535109"/>
              <a:gd name="connsiteY1" fmla="*/ 9626 h 5834229"/>
              <a:gd name="connsiteX2" fmla="*/ 2505206 w 3535109"/>
              <a:gd name="connsiteY2" fmla="*/ 5834229 h 5834229"/>
              <a:gd name="connsiteX3" fmla="*/ 0 w 3535109"/>
              <a:gd name="connsiteY3" fmla="*/ 5834229 h 5834229"/>
              <a:gd name="connsiteX4" fmla="*/ 1126156 w 3535109"/>
              <a:gd name="connsiteY4" fmla="*/ 0 h 5834229"/>
              <a:gd name="connsiteX0" fmla="*/ 1103854 w 3535109"/>
              <a:gd name="connsiteY0" fmla="*/ 20110 h 5824603"/>
              <a:gd name="connsiteX1" fmla="*/ 3535109 w 3535109"/>
              <a:gd name="connsiteY1" fmla="*/ 0 h 5824603"/>
              <a:gd name="connsiteX2" fmla="*/ 2505206 w 3535109"/>
              <a:gd name="connsiteY2" fmla="*/ 5824603 h 5824603"/>
              <a:gd name="connsiteX3" fmla="*/ 0 w 3535109"/>
              <a:gd name="connsiteY3" fmla="*/ 5824603 h 5824603"/>
              <a:gd name="connsiteX4" fmla="*/ 1103854 w 3535109"/>
              <a:gd name="connsiteY4" fmla="*/ 20110 h 5824603"/>
              <a:gd name="connsiteX0" fmla="*/ 1111288 w 3535109"/>
              <a:gd name="connsiteY0" fmla="*/ 0 h 5826795"/>
              <a:gd name="connsiteX1" fmla="*/ 3535109 w 3535109"/>
              <a:gd name="connsiteY1" fmla="*/ 2192 h 5826795"/>
              <a:gd name="connsiteX2" fmla="*/ 2505206 w 3535109"/>
              <a:gd name="connsiteY2" fmla="*/ 5826795 h 5826795"/>
              <a:gd name="connsiteX3" fmla="*/ 0 w 3535109"/>
              <a:gd name="connsiteY3" fmla="*/ 5826795 h 5826795"/>
              <a:gd name="connsiteX4" fmla="*/ 1111288 w 3535109"/>
              <a:gd name="connsiteY4" fmla="*/ 0 h 5826795"/>
              <a:gd name="connsiteX0" fmla="*/ 1111288 w 4940163"/>
              <a:gd name="connsiteY0" fmla="*/ 0 h 5826795"/>
              <a:gd name="connsiteX1" fmla="*/ 4940163 w 4940163"/>
              <a:gd name="connsiteY1" fmla="*/ 2192 h 5826795"/>
              <a:gd name="connsiteX2" fmla="*/ 2505206 w 4940163"/>
              <a:gd name="connsiteY2" fmla="*/ 5826795 h 5826795"/>
              <a:gd name="connsiteX3" fmla="*/ 0 w 4940163"/>
              <a:gd name="connsiteY3" fmla="*/ 5826795 h 5826795"/>
              <a:gd name="connsiteX4" fmla="*/ 1111288 w 4940163"/>
              <a:gd name="connsiteY4" fmla="*/ 0 h 5826795"/>
              <a:gd name="connsiteX0" fmla="*/ 2486605 w 4940163"/>
              <a:gd name="connsiteY0" fmla="*/ 0 h 5826795"/>
              <a:gd name="connsiteX1" fmla="*/ 4940163 w 4940163"/>
              <a:gd name="connsiteY1" fmla="*/ 2192 h 5826795"/>
              <a:gd name="connsiteX2" fmla="*/ 2505206 w 4940163"/>
              <a:gd name="connsiteY2" fmla="*/ 5826795 h 5826795"/>
              <a:gd name="connsiteX3" fmla="*/ 0 w 4940163"/>
              <a:gd name="connsiteY3" fmla="*/ 5826795 h 5826795"/>
              <a:gd name="connsiteX4" fmla="*/ 2486605 w 4940163"/>
              <a:gd name="connsiteY4" fmla="*/ 0 h 5826795"/>
              <a:gd name="connsiteX0" fmla="*/ 2486605 w 4940163"/>
              <a:gd name="connsiteY0" fmla="*/ 0 h 5826795"/>
              <a:gd name="connsiteX1" fmla="*/ 4940163 w 4940163"/>
              <a:gd name="connsiteY1" fmla="*/ 2192 h 5826795"/>
              <a:gd name="connsiteX2" fmla="*/ 2001457 w 4940163"/>
              <a:gd name="connsiteY2" fmla="*/ 5826795 h 5826795"/>
              <a:gd name="connsiteX3" fmla="*/ 0 w 4940163"/>
              <a:gd name="connsiteY3" fmla="*/ 5826795 h 5826795"/>
              <a:gd name="connsiteX4" fmla="*/ 2486605 w 4940163"/>
              <a:gd name="connsiteY4" fmla="*/ 0 h 5826795"/>
              <a:gd name="connsiteX0" fmla="*/ 2486605 w 4478393"/>
              <a:gd name="connsiteY0" fmla="*/ 10165 h 5836960"/>
              <a:gd name="connsiteX1" fmla="*/ 4478393 w 4478393"/>
              <a:gd name="connsiteY1" fmla="*/ 0 h 5836960"/>
              <a:gd name="connsiteX2" fmla="*/ 2001457 w 4478393"/>
              <a:gd name="connsiteY2" fmla="*/ 5836960 h 5836960"/>
              <a:gd name="connsiteX3" fmla="*/ 0 w 4478393"/>
              <a:gd name="connsiteY3" fmla="*/ 5836960 h 5836960"/>
              <a:gd name="connsiteX4" fmla="*/ 2486605 w 4478393"/>
              <a:gd name="connsiteY4" fmla="*/ 10165 h 5836960"/>
              <a:gd name="connsiteX0" fmla="*/ 2486605 w 4422421"/>
              <a:gd name="connsiteY0" fmla="*/ 10165 h 5836960"/>
              <a:gd name="connsiteX1" fmla="*/ 4422421 w 4422421"/>
              <a:gd name="connsiteY1" fmla="*/ 0 h 5836960"/>
              <a:gd name="connsiteX2" fmla="*/ 2001457 w 4422421"/>
              <a:gd name="connsiteY2" fmla="*/ 5836960 h 5836960"/>
              <a:gd name="connsiteX3" fmla="*/ 0 w 4422421"/>
              <a:gd name="connsiteY3" fmla="*/ 5836960 h 5836960"/>
              <a:gd name="connsiteX4" fmla="*/ 2486605 w 4422421"/>
              <a:gd name="connsiteY4" fmla="*/ 10165 h 5836960"/>
              <a:gd name="connsiteX0" fmla="*/ 2486605 w 4478393"/>
              <a:gd name="connsiteY0" fmla="*/ 0 h 5826795"/>
              <a:gd name="connsiteX1" fmla="*/ 4478393 w 4478393"/>
              <a:gd name="connsiteY1" fmla="*/ 14549 h 5826795"/>
              <a:gd name="connsiteX2" fmla="*/ 2001457 w 4478393"/>
              <a:gd name="connsiteY2" fmla="*/ 5826795 h 5826795"/>
              <a:gd name="connsiteX3" fmla="*/ 0 w 4478393"/>
              <a:gd name="connsiteY3" fmla="*/ 5826795 h 5826795"/>
              <a:gd name="connsiteX4" fmla="*/ 2486605 w 4478393"/>
              <a:gd name="connsiteY4" fmla="*/ 0 h 5826795"/>
              <a:gd name="connsiteX0" fmla="*/ 2486605 w 4522645"/>
              <a:gd name="connsiteY0" fmla="*/ 1082 h 5827877"/>
              <a:gd name="connsiteX1" fmla="*/ 4522645 w 4522645"/>
              <a:gd name="connsiteY1" fmla="*/ 0 h 5827877"/>
              <a:gd name="connsiteX2" fmla="*/ 2001457 w 4522645"/>
              <a:gd name="connsiteY2" fmla="*/ 5827877 h 5827877"/>
              <a:gd name="connsiteX3" fmla="*/ 0 w 4522645"/>
              <a:gd name="connsiteY3" fmla="*/ 5827877 h 5827877"/>
              <a:gd name="connsiteX4" fmla="*/ 2486605 w 4522645"/>
              <a:gd name="connsiteY4" fmla="*/ 1082 h 5827877"/>
              <a:gd name="connsiteX0" fmla="*/ 2486605 w 4491075"/>
              <a:gd name="connsiteY0" fmla="*/ 1082 h 5827877"/>
              <a:gd name="connsiteX1" fmla="*/ 4491075 w 4491075"/>
              <a:gd name="connsiteY1" fmla="*/ 0 h 5827877"/>
              <a:gd name="connsiteX2" fmla="*/ 2001457 w 4491075"/>
              <a:gd name="connsiteY2" fmla="*/ 5827877 h 5827877"/>
              <a:gd name="connsiteX3" fmla="*/ 0 w 4491075"/>
              <a:gd name="connsiteY3" fmla="*/ 5827877 h 5827877"/>
              <a:gd name="connsiteX4" fmla="*/ 2486605 w 4491075"/>
              <a:gd name="connsiteY4" fmla="*/ 1082 h 5827877"/>
              <a:gd name="connsiteX0" fmla="*/ 2616040 w 4620510"/>
              <a:gd name="connsiteY0" fmla="*/ 1082 h 5827877"/>
              <a:gd name="connsiteX1" fmla="*/ 4620510 w 4620510"/>
              <a:gd name="connsiteY1" fmla="*/ 0 h 5827877"/>
              <a:gd name="connsiteX2" fmla="*/ 2130892 w 4620510"/>
              <a:gd name="connsiteY2" fmla="*/ 5827877 h 5827877"/>
              <a:gd name="connsiteX3" fmla="*/ 0 w 4620510"/>
              <a:gd name="connsiteY3" fmla="*/ 5821527 h 5827877"/>
              <a:gd name="connsiteX4" fmla="*/ 2616040 w 4620510"/>
              <a:gd name="connsiteY4" fmla="*/ 1082 h 5827877"/>
              <a:gd name="connsiteX0" fmla="*/ 2616040 w 4620510"/>
              <a:gd name="connsiteY0" fmla="*/ 1082 h 5821527"/>
              <a:gd name="connsiteX1" fmla="*/ 4620510 w 4620510"/>
              <a:gd name="connsiteY1" fmla="*/ 0 h 5821527"/>
              <a:gd name="connsiteX2" fmla="*/ 1828876 w 4620510"/>
              <a:gd name="connsiteY2" fmla="*/ 5821527 h 5821527"/>
              <a:gd name="connsiteX3" fmla="*/ 0 w 4620510"/>
              <a:gd name="connsiteY3" fmla="*/ 5821527 h 5821527"/>
              <a:gd name="connsiteX4" fmla="*/ 2616040 w 4620510"/>
              <a:gd name="connsiteY4" fmla="*/ 1082 h 5821527"/>
              <a:gd name="connsiteX0" fmla="*/ 2616040 w 4620510"/>
              <a:gd name="connsiteY0" fmla="*/ 1082 h 5821527"/>
              <a:gd name="connsiteX1" fmla="*/ 4620510 w 4620510"/>
              <a:gd name="connsiteY1" fmla="*/ 0 h 5821527"/>
              <a:gd name="connsiteX2" fmla="*/ 1641914 w 4620510"/>
              <a:gd name="connsiteY2" fmla="*/ 5821527 h 5821527"/>
              <a:gd name="connsiteX3" fmla="*/ 0 w 4620510"/>
              <a:gd name="connsiteY3" fmla="*/ 5821527 h 5821527"/>
              <a:gd name="connsiteX4" fmla="*/ 2616040 w 4620510"/>
              <a:gd name="connsiteY4" fmla="*/ 1082 h 5821527"/>
              <a:gd name="connsiteX0" fmla="*/ 2616040 w 4620510"/>
              <a:gd name="connsiteY0" fmla="*/ 1082 h 5821527"/>
              <a:gd name="connsiteX1" fmla="*/ 4620510 w 4620510"/>
              <a:gd name="connsiteY1" fmla="*/ 0 h 5821527"/>
              <a:gd name="connsiteX2" fmla="*/ 1699441 w 4620510"/>
              <a:gd name="connsiteY2" fmla="*/ 5808827 h 5821527"/>
              <a:gd name="connsiteX3" fmla="*/ 0 w 4620510"/>
              <a:gd name="connsiteY3" fmla="*/ 5821527 h 5821527"/>
              <a:gd name="connsiteX4" fmla="*/ 2616040 w 4620510"/>
              <a:gd name="connsiteY4" fmla="*/ 1082 h 5821527"/>
              <a:gd name="connsiteX0" fmla="*/ 2616040 w 4620510"/>
              <a:gd name="connsiteY0" fmla="*/ 1082 h 5821527"/>
              <a:gd name="connsiteX1" fmla="*/ 4620510 w 4620510"/>
              <a:gd name="connsiteY1" fmla="*/ 0 h 5821527"/>
              <a:gd name="connsiteX2" fmla="*/ 1692250 w 4620510"/>
              <a:gd name="connsiteY2" fmla="*/ 5821527 h 5821527"/>
              <a:gd name="connsiteX3" fmla="*/ 0 w 4620510"/>
              <a:gd name="connsiteY3" fmla="*/ 5821527 h 5821527"/>
              <a:gd name="connsiteX4" fmla="*/ 2616040 w 4620510"/>
              <a:gd name="connsiteY4" fmla="*/ 1082 h 5821527"/>
              <a:gd name="connsiteX0" fmla="*/ 2780776 w 4620510"/>
              <a:gd name="connsiteY0" fmla="*/ 1082 h 5821527"/>
              <a:gd name="connsiteX1" fmla="*/ 4620510 w 4620510"/>
              <a:gd name="connsiteY1" fmla="*/ 0 h 5821527"/>
              <a:gd name="connsiteX2" fmla="*/ 1692250 w 4620510"/>
              <a:gd name="connsiteY2" fmla="*/ 5821527 h 5821527"/>
              <a:gd name="connsiteX3" fmla="*/ 0 w 4620510"/>
              <a:gd name="connsiteY3" fmla="*/ 5821527 h 5821527"/>
              <a:gd name="connsiteX4" fmla="*/ 2780776 w 4620510"/>
              <a:gd name="connsiteY4" fmla="*/ 1082 h 5821527"/>
              <a:gd name="connsiteX0" fmla="*/ 2780776 w 4526375"/>
              <a:gd name="connsiteY0" fmla="*/ 11473 h 5831918"/>
              <a:gd name="connsiteX1" fmla="*/ 4526375 w 4526375"/>
              <a:gd name="connsiteY1" fmla="*/ 0 h 5831918"/>
              <a:gd name="connsiteX2" fmla="*/ 1692250 w 4526375"/>
              <a:gd name="connsiteY2" fmla="*/ 5831918 h 5831918"/>
              <a:gd name="connsiteX3" fmla="*/ 0 w 4526375"/>
              <a:gd name="connsiteY3" fmla="*/ 5831918 h 5831918"/>
              <a:gd name="connsiteX4" fmla="*/ 2780776 w 4526375"/>
              <a:gd name="connsiteY4" fmla="*/ 11473 h 5831918"/>
              <a:gd name="connsiteX0" fmla="*/ 2780776 w 4526375"/>
              <a:gd name="connsiteY0" fmla="*/ 0 h 5820445"/>
              <a:gd name="connsiteX1" fmla="*/ 4526375 w 4526375"/>
              <a:gd name="connsiteY1" fmla="*/ 9309 h 5820445"/>
              <a:gd name="connsiteX2" fmla="*/ 1692250 w 4526375"/>
              <a:gd name="connsiteY2" fmla="*/ 5820445 h 5820445"/>
              <a:gd name="connsiteX3" fmla="*/ 0 w 4526375"/>
              <a:gd name="connsiteY3" fmla="*/ 5820445 h 5820445"/>
              <a:gd name="connsiteX4" fmla="*/ 2780776 w 4526375"/>
              <a:gd name="connsiteY4" fmla="*/ 0 h 5820445"/>
              <a:gd name="connsiteX0" fmla="*/ 2780776 w 4526375"/>
              <a:gd name="connsiteY0" fmla="*/ 6278 h 5811136"/>
              <a:gd name="connsiteX1" fmla="*/ 4526375 w 4526375"/>
              <a:gd name="connsiteY1" fmla="*/ 0 h 5811136"/>
              <a:gd name="connsiteX2" fmla="*/ 1692250 w 4526375"/>
              <a:gd name="connsiteY2" fmla="*/ 5811136 h 5811136"/>
              <a:gd name="connsiteX3" fmla="*/ 0 w 4526375"/>
              <a:gd name="connsiteY3" fmla="*/ 5811136 h 5811136"/>
              <a:gd name="connsiteX4" fmla="*/ 2780776 w 4526375"/>
              <a:gd name="connsiteY4" fmla="*/ 6278 h 5811136"/>
              <a:gd name="connsiteX0" fmla="*/ 2828323 w 4526375"/>
              <a:gd name="connsiteY0" fmla="*/ 0 h 5814189"/>
              <a:gd name="connsiteX1" fmla="*/ 4526375 w 4526375"/>
              <a:gd name="connsiteY1" fmla="*/ 3053 h 5814189"/>
              <a:gd name="connsiteX2" fmla="*/ 1692250 w 4526375"/>
              <a:gd name="connsiteY2" fmla="*/ 5814189 h 5814189"/>
              <a:gd name="connsiteX3" fmla="*/ 0 w 4526375"/>
              <a:gd name="connsiteY3" fmla="*/ 5814189 h 5814189"/>
              <a:gd name="connsiteX4" fmla="*/ 2828323 w 4526375"/>
              <a:gd name="connsiteY4" fmla="*/ 0 h 5814189"/>
              <a:gd name="connsiteX0" fmla="*/ 2828323 w 4526375"/>
              <a:gd name="connsiteY0" fmla="*/ 1048 h 5811136"/>
              <a:gd name="connsiteX1" fmla="*/ 4526375 w 4526375"/>
              <a:gd name="connsiteY1" fmla="*/ 0 h 5811136"/>
              <a:gd name="connsiteX2" fmla="*/ 1692250 w 4526375"/>
              <a:gd name="connsiteY2" fmla="*/ 5811136 h 5811136"/>
              <a:gd name="connsiteX3" fmla="*/ 0 w 4526375"/>
              <a:gd name="connsiteY3" fmla="*/ 5811136 h 5811136"/>
              <a:gd name="connsiteX4" fmla="*/ 2828323 w 4526375"/>
              <a:gd name="connsiteY4" fmla="*/ 1048 h 5811136"/>
              <a:gd name="connsiteX0" fmla="*/ 2207366 w 4526375"/>
              <a:gd name="connsiteY0" fmla="*/ 10475 h 5811136"/>
              <a:gd name="connsiteX1" fmla="*/ 4526375 w 4526375"/>
              <a:gd name="connsiteY1" fmla="*/ 0 h 5811136"/>
              <a:gd name="connsiteX2" fmla="*/ 1692250 w 4526375"/>
              <a:gd name="connsiteY2" fmla="*/ 5811136 h 5811136"/>
              <a:gd name="connsiteX3" fmla="*/ 0 w 4526375"/>
              <a:gd name="connsiteY3" fmla="*/ 5811136 h 5811136"/>
              <a:gd name="connsiteX4" fmla="*/ 2207366 w 4526375"/>
              <a:gd name="connsiteY4" fmla="*/ 10475 h 5811136"/>
              <a:gd name="connsiteX0" fmla="*/ 2197638 w 4526375"/>
              <a:gd name="connsiteY0" fmla="*/ 4125 h 5811136"/>
              <a:gd name="connsiteX1" fmla="*/ 4526375 w 4526375"/>
              <a:gd name="connsiteY1" fmla="*/ 0 h 5811136"/>
              <a:gd name="connsiteX2" fmla="*/ 1692250 w 4526375"/>
              <a:gd name="connsiteY2" fmla="*/ 5811136 h 5811136"/>
              <a:gd name="connsiteX3" fmla="*/ 0 w 4526375"/>
              <a:gd name="connsiteY3" fmla="*/ 5811136 h 5811136"/>
              <a:gd name="connsiteX4" fmla="*/ 2197638 w 4526375"/>
              <a:gd name="connsiteY4" fmla="*/ 4125 h 5811136"/>
              <a:gd name="connsiteX0" fmla="*/ 2187911 w 4526375"/>
              <a:gd name="connsiteY0" fmla="*/ 0 h 5813361"/>
              <a:gd name="connsiteX1" fmla="*/ 4526375 w 4526375"/>
              <a:gd name="connsiteY1" fmla="*/ 2225 h 5813361"/>
              <a:gd name="connsiteX2" fmla="*/ 1692250 w 4526375"/>
              <a:gd name="connsiteY2" fmla="*/ 5813361 h 5813361"/>
              <a:gd name="connsiteX3" fmla="*/ 0 w 4526375"/>
              <a:gd name="connsiteY3" fmla="*/ 5813361 h 5813361"/>
              <a:gd name="connsiteX4" fmla="*/ 2187911 w 4526375"/>
              <a:gd name="connsiteY4" fmla="*/ 0 h 5813361"/>
              <a:gd name="connsiteX0" fmla="*/ 2158728 w 4526375"/>
              <a:gd name="connsiteY0" fmla="*/ 0 h 5813361"/>
              <a:gd name="connsiteX1" fmla="*/ 4526375 w 4526375"/>
              <a:gd name="connsiteY1" fmla="*/ 2225 h 5813361"/>
              <a:gd name="connsiteX2" fmla="*/ 1692250 w 4526375"/>
              <a:gd name="connsiteY2" fmla="*/ 5813361 h 5813361"/>
              <a:gd name="connsiteX3" fmla="*/ 0 w 4526375"/>
              <a:gd name="connsiteY3" fmla="*/ 5813361 h 5813361"/>
              <a:gd name="connsiteX4" fmla="*/ 2158728 w 4526375"/>
              <a:gd name="connsiteY4" fmla="*/ 0 h 5813361"/>
              <a:gd name="connsiteX0" fmla="*/ 2771564 w 5139211"/>
              <a:gd name="connsiteY0" fmla="*/ 0 h 5819711"/>
              <a:gd name="connsiteX1" fmla="*/ 5139211 w 5139211"/>
              <a:gd name="connsiteY1" fmla="*/ 2225 h 5819711"/>
              <a:gd name="connsiteX2" fmla="*/ 2305086 w 5139211"/>
              <a:gd name="connsiteY2" fmla="*/ 5813361 h 5819711"/>
              <a:gd name="connsiteX3" fmla="*/ 0 w 5139211"/>
              <a:gd name="connsiteY3" fmla="*/ 5819711 h 5819711"/>
              <a:gd name="connsiteX4" fmla="*/ 2771564 w 5139211"/>
              <a:gd name="connsiteY4" fmla="*/ 0 h 5819711"/>
              <a:gd name="connsiteX0" fmla="*/ 2771564 w 5139211"/>
              <a:gd name="connsiteY0" fmla="*/ 0 h 5815517"/>
              <a:gd name="connsiteX1" fmla="*/ 5139211 w 5139211"/>
              <a:gd name="connsiteY1" fmla="*/ 2225 h 5815517"/>
              <a:gd name="connsiteX2" fmla="*/ 2305086 w 5139211"/>
              <a:gd name="connsiteY2" fmla="*/ 5813361 h 5815517"/>
              <a:gd name="connsiteX3" fmla="*/ 0 w 5139211"/>
              <a:gd name="connsiteY3" fmla="*/ 5815517 h 5815517"/>
              <a:gd name="connsiteX4" fmla="*/ 2771564 w 5139211"/>
              <a:gd name="connsiteY4" fmla="*/ 0 h 5815517"/>
              <a:gd name="connsiteX0" fmla="*/ 2791575 w 5159222"/>
              <a:gd name="connsiteY0" fmla="*/ 0 h 5815517"/>
              <a:gd name="connsiteX1" fmla="*/ 5159222 w 5159222"/>
              <a:gd name="connsiteY1" fmla="*/ 2225 h 5815517"/>
              <a:gd name="connsiteX2" fmla="*/ 2325097 w 5159222"/>
              <a:gd name="connsiteY2" fmla="*/ 5813361 h 5815517"/>
              <a:gd name="connsiteX3" fmla="*/ 0 w 5159222"/>
              <a:gd name="connsiteY3" fmla="*/ 5815517 h 5815517"/>
              <a:gd name="connsiteX4" fmla="*/ 2791575 w 5159222"/>
              <a:gd name="connsiteY4" fmla="*/ 0 h 58155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159222" h="5815517">
                <a:moveTo>
                  <a:pt x="2791575" y="0"/>
                </a:moveTo>
                <a:lnTo>
                  <a:pt x="5159222" y="2225"/>
                </a:lnTo>
                <a:lnTo>
                  <a:pt x="2325097" y="5813361"/>
                </a:lnTo>
                <a:lnTo>
                  <a:pt x="0" y="5815517"/>
                </a:lnTo>
                <a:lnTo>
                  <a:pt x="2791575" y="0"/>
                </a:lnTo>
                <a:close/>
              </a:path>
            </a:pathLst>
          </a:custGeom>
          <a:solidFill>
            <a:srgbClr val="0046B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4374779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4">
            <a:extLst>
              <a:ext uri="{FF2B5EF4-FFF2-40B4-BE49-F238E27FC236}">
                <a16:creationId xmlns:a16="http://schemas.microsoft.com/office/drawing/2014/main" id="{1C92BBE6-82C6-7672-083C-C0F2950D1FFC}"/>
              </a:ext>
            </a:extLst>
          </p:cNvPr>
          <p:cNvSpPr/>
          <p:nvPr userDrawn="1"/>
        </p:nvSpPr>
        <p:spPr>
          <a:xfrm rot="10800000">
            <a:off x="6388859" y="-645851"/>
            <a:ext cx="5606988" cy="8113011"/>
          </a:xfrm>
          <a:custGeom>
            <a:avLst/>
            <a:gdLst>
              <a:gd name="connsiteX0" fmla="*/ 0 w 2505206"/>
              <a:gd name="connsiteY0" fmla="*/ 0 h 5824603"/>
              <a:gd name="connsiteX1" fmla="*/ 2505206 w 2505206"/>
              <a:gd name="connsiteY1" fmla="*/ 0 h 5824603"/>
              <a:gd name="connsiteX2" fmla="*/ 2505206 w 2505206"/>
              <a:gd name="connsiteY2" fmla="*/ 5824603 h 5824603"/>
              <a:gd name="connsiteX3" fmla="*/ 0 w 2505206"/>
              <a:gd name="connsiteY3" fmla="*/ 5824603 h 5824603"/>
              <a:gd name="connsiteX4" fmla="*/ 0 w 2505206"/>
              <a:gd name="connsiteY4" fmla="*/ 0 h 5824603"/>
              <a:gd name="connsiteX0" fmla="*/ 0 w 3535109"/>
              <a:gd name="connsiteY0" fmla="*/ 0 h 5824603"/>
              <a:gd name="connsiteX1" fmla="*/ 3535109 w 3535109"/>
              <a:gd name="connsiteY1" fmla="*/ 0 h 5824603"/>
              <a:gd name="connsiteX2" fmla="*/ 2505206 w 3535109"/>
              <a:gd name="connsiteY2" fmla="*/ 5824603 h 5824603"/>
              <a:gd name="connsiteX3" fmla="*/ 0 w 3535109"/>
              <a:gd name="connsiteY3" fmla="*/ 5824603 h 5824603"/>
              <a:gd name="connsiteX4" fmla="*/ 0 w 3535109"/>
              <a:gd name="connsiteY4" fmla="*/ 0 h 5824603"/>
              <a:gd name="connsiteX0" fmla="*/ 1126156 w 3535109"/>
              <a:gd name="connsiteY0" fmla="*/ 0 h 5834229"/>
              <a:gd name="connsiteX1" fmla="*/ 3535109 w 3535109"/>
              <a:gd name="connsiteY1" fmla="*/ 9626 h 5834229"/>
              <a:gd name="connsiteX2" fmla="*/ 2505206 w 3535109"/>
              <a:gd name="connsiteY2" fmla="*/ 5834229 h 5834229"/>
              <a:gd name="connsiteX3" fmla="*/ 0 w 3535109"/>
              <a:gd name="connsiteY3" fmla="*/ 5834229 h 5834229"/>
              <a:gd name="connsiteX4" fmla="*/ 1126156 w 3535109"/>
              <a:gd name="connsiteY4" fmla="*/ 0 h 5834229"/>
              <a:gd name="connsiteX0" fmla="*/ 1103854 w 3535109"/>
              <a:gd name="connsiteY0" fmla="*/ 20110 h 5824603"/>
              <a:gd name="connsiteX1" fmla="*/ 3535109 w 3535109"/>
              <a:gd name="connsiteY1" fmla="*/ 0 h 5824603"/>
              <a:gd name="connsiteX2" fmla="*/ 2505206 w 3535109"/>
              <a:gd name="connsiteY2" fmla="*/ 5824603 h 5824603"/>
              <a:gd name="connsiteX3" fmla="*/ 0 w 3535109"/>
              <a:gd name="connsiteY3" fmla="*/ 5824603 h 5824603"/>
              <a:gd name="connsiteX4" fmla="*/ 1103854 w 3535109"/>
              <a:gd name="connsiteY4" fmla="*/ 20110 h 5824603"/>
              <a:gd name="connsiteX0" fmla="*/ 1111288 w 3535109"/>
              <a:gd name="connsiteY0" fmla="*/ 0 h 5826795"/>
              <a:gd name="connsiteX1" fmla="*/ 3535109 w 3535109"/>
              <a:gd name="connsiteY1" fmla="*/ 2192 h 5826795"/>
              <a:gd name="connsiteX2" fmla="*/ 2505206 w 3535109"/>
              <a:gd name="connsiteY2" fmla="*/ 5826795 h 5826795"/>
              <a:gd name="connsiteX3" fmla="*/ 0 w 3535109"/>
              <a:gd name="connsiteY3" fmla="*/ 5826795 h 5826795"/>
              <a:gd name="connsiteX4" fmla="*/ 1111288 w 3535109"/>
              <a:gd name="connsiteY4" fmla="*/ 0 h 5826795"/>
              <a:gd name="connsiteX0" fmla="*/ 1111288 w 4940163"/>
              <a:gd name="connsiteY0" fmla="*/ 0 h 5826795"/>
              <a:gd name="connsiteX1" fmla="*/ 4940163 w 4940163"/>
              <a:gd name="connsiteY1" fmla="*/ 2192 h 5826795"/>
              <a:gd name="connsiteX2" fmla="*/ 2505206 w 4940163"/>
              <a:gd name="connsiteY2" fmla="*/ 5826795 h 5826795"/>
              <a:gd name="connsiteX3" fmla="*/ 0 w 4940163"/>
              <a:gd name="connsiteY3" fmla="*/ 5826795 h 5826795"/>
              <a:gd name="connsiteX4" fmla="*/ 1111288 w 4940163"/>
              <a:gd name="connsiteY4" fmla="*/ 0 h 5826795"/>
              <a:gd name="connsiteX0" fmla="*/ 2486605 w 4940163"/>
              <a:gd name="connsiteY0" fmla="*/ 0 h 5826795"/>
              <a:gd name="connsiteX1" fmla="*/ 4940163 w 4940163"/>
              <a:gd name="connsiteY1" fmla="*/ 2192 h 5826795"/>
              <a:gd name="connsiteX2" fmla="*/ 2505206 w 4940163"/>
              <a:gd name="connsiteY2" fmla="*/ 5826795 h 5826795"/>
              <a:gd name="connsiteX3" fmla="*/ 0 w 4940163"/>
              <a:gd name="connsiteY3" fmla="*/ 5826795 h 5826795"/>
              <a:gd name="connsiteX4" fmla="*/ 2486605 w 4940163"/>
              <a:gd name="connsiteY4" fmla="*/ 0 h 5826795"/>
              <a:gd name="connsiteX0" fmla="*/ 2486605 w 4940163"/>
              <a:gd name="connsiteY0" fmla="*/ 0 h 5826795"/>
              <a:gd name="connsiteX1" fmla="*/ 4940163 w 4940163"/>
              <a:gd name="connsiteY1" fmla="*/ 2192 h 5826795"/>
              <a:gd name="connsiteX2" fmla="*/ 2001457 w 4940163"/>
              <a:gd name="connsiteY2" fmla="*/ 5826795 h 5826795"/>
              <a:gd name="connsiteX3" fmla="*/ 0 w 4940163"/>
              <a:gd name="connsiteY3" fmla="*/ 5826795 h 5826795"/>
              <a:gd name="connsiteX4" fmla="*/ 2486605 w 4940163"/>
              <a:gd name="connsiteY4" fmla="*/ 0 h 5826795"/>
              <a:gd name="connsiteX0" fmla="*/ 2486605 w 4478393"/>
              <a:gd name="connsiteY0" fmla="*/ 10165 h 5836960"/>
              <a:gd name="connsiteX1" fmla="*/ 4478393 w 4478393"/>
              <a:gd name="connsiteY1" fmla="*/ 0 h 5836960"/>
              <a:gd name="connsiteX2" fmla="*/ 2001457 w 4478393"/>
              <a:gd name="connsiteY2" fmla="*/ 5836960 h 5836960"/>
              <a:gd name="connsiteX3" fmla="*/ 0 w 4478393"/>
              <a:gd name="connsiteY3" fmla="*/ 5836960 h 5836960"/>
              <a:gd name="connsiteX4" fmla="*/ 2486605 w 4478393"/>
              <a:gd name="connsiteY4" fmla="*/ 10165 h 5836960"/>
              <a:gd name="connsiteX0" fmla="*/ 2486605 w 4422421"/>
              <a:gd name="connsiteY0" fmla="*/ 10165 h 5836960"/>
              <a:gd name="connsiteX1" fmla="*/ 4422421 w 4422421"/>
              <a:gd name="connsiteY1" fmla="*/ 0 h 5836960"/>
              <a:gd name="connsiteX2" fmla="*/ 2001457 w 4422421"/>
              <a:gd name="connsiteY2" fmla="*/ 5836960 h 5836960"/>
              <a:gd name="connsiteX3" fmla="*/ 0 w 4422421"/>
              <a:gd name="connsiteY3" fmla="*/ 5836960 h 5836960"/>
              <a:gd name="connsiteX4" fmla="*/ 2486605 w 4422421"/>
              <a:gd name="connsiteY4" fmla="*/ 10165 h 5836960"/>
              <a:gd name="connsiteX0" fmla="*/ 2486605 w 4478393"/>
              <a:gd name="connsiteY0" fmla="*/ 0 h 5826795"/>
              <a:gd name="connsiteX1" fmla="*/ 4478393 w 4478393"/>
              <a:gd name="connsiteY1" fmla="*/ 14549 h 5826795"/>
              <a:gd name="connsiteX2" fmla="*/ 2001457 w 4478393"/>
              <a:gd name="connsiteY2" fmla="*/ 5826795 h 5826795"/>
              <a:gd name="connsiteX3" fmla="*/ 0 w 4478393"/>
              <a:gd name="connsiteY3" fmla="*/ 5826795 h 5826795"/>
              <a:gd name="connsiteX4" fmla="*/ 2486605 w 4478393"/>
              <a:gd name="connsiteY4" fmla="*/ 0 h 5826795"/>
              <a:gd name="connsiteX0" fmla="*/ 2486605 w 4522645"/>
              <a:gd name="connsiteY0" fmla="*/ 1082 h 5827877"/>
              <a:gd name="connsiteX1" fmla="*/ 4522645 w 4522645"/>
              <a:gd name="connsiteY1" fmla="*/ 0 h 5827877"/>
              <a:gd name="connsiteX2" fmla="*/ 2001457 w 4522645"/>
              <a:gd name="connsiteY2" fmla="*/ 5827877 h 5827877"/>
              <a:gd name="connsiteX3" fmla="*/ 0 w 4522645"/>
              <a:gd name="connsiteY3" fmla="*/ 5827877 h 5827877"/>
              <a:gd name="connsiteX4" fmla="*/ 2486605 w 4522645"/>
              <a:gd name="connsiteY4" fmla="*/ 1082 h 5827877"/>
              <a:gd name="connsiteX0" fmla="*/ 2486605 w 4491075"/>
              <a:gd name="connsiteY0" fmla="*/ 1082 h 5827877"/>
              <a:gd name="connsiteX1" fmla="*/ 4491075 w 4491075"/>
              <a:gd name="connsiteY1" fmla="*/ 0 h 5827877"/>
              <a:gd name="connsiteX2" fmla="*/ 2001457 w 4491075"/>
              <a:gd name="connsiteY2" fmla="*/ 5827877 h 5827877"/>
              <a:gd name="connsiteX3" fmla="*/ 0 w 4491075"/>
              <a:gd name="connsiteY3" fmla="*/ 5827877 h 5827877"/>
              <a:gd name="connsiteX4" fmla="*/ 2486605 w 4491075"/>
              <a:gd name="connsiteY4" fmla="*/ 1082 h 5827877"/>
              <a:gd name="connsiteX0" fmla="*/ 2616040 w 4620510"/>
              <a:gd name="connsiteY0" fmla="*/ 1082 h 5827877"/>
              <a:gd name="connsiteX1" fmla="*/ 4620510 w 4620510"/>
              <a:gd name="connsiteY1" fmla="*/ 0 h 5827877"/>
              <a:gd name="connsiteX2" fmla="*/ 2130892 w 4620510"/>
              <a:gd name="connsiteY2" fmla="*/ 5827877 h 5827877"/>
              <a:gd name="connsiteX3" fmla="*/ 0 w 4620510"/>
              <a:gd name="connsiteY3" fmla="*/ 5821527 h 5827877"/>
              <a:gd name="connsiteX4" fmla="*/ 2616040 w 4620510"/>
              <a:gd name="connsiteY4" fmla="*/ 1082 h 5827877"/>
              <a:gd name="connsiteX0" fmla="*/ 2616040 w 4620510"/>
              <a:gd name="connsiteY0" fmla="*/ 1082 h 5821527"/>
              <a:gd name="connsiteX1" fmla="*/ 4620510 w 4620510"/>
              <a:gd name="connsiteY1" fmla="*/ 0 h 5821527"/>
              <a:gd name="connsiteX2" fmla="*/ 1828876 w 4620510"/>
              <a:gd name="connsiteY2" fmla="*/ 5821527 h 5821527"/>
              <a:gd name="connsiteX3" fmla="*/ 0 w 4620510"/>
              <a:gd name="connsiteY3" fmla="*/ 5821527 h 5821527"/>
              <a:gd name="connsiteX4" fmla="*/ 2616040 w 4620510"/>
              <a:gd name="connsiteY4" fmla="*/ 1082 h 5821527"/>
              <a:gd name="connsiteX0" fmla="*/ 2616040 w 4620510"/>
              <a:gd name="connsiteY0" fmla="*/ 1082 h 5821527"/>
              <a:gd name="connsiteX1" fmla="*/ 4620510 w 4620510"/>
              <a:gd name="connsiteY1" fmla="*/ 0 h 5821527"/>
              <a:gd name="connsiteX2" fmla="*/ 1641914 w 4620510"/>
              <a:gd name="connsiteY2" fmla="*/ 5821527 h 5821527"/>
              <a:gd name="connsiteX3" fmla="*/ 0 w 4620510"/>
              <a:gd name="connsiteY3" fmla="*/ 5821527 h 5821527"/>
              <a:gd name="connsiteX4" fmla="*/ 2616040 w 4620510"/>
              <a:gd name="connsiteY4" fmla="*/ 1082 h 5821527"/>
              <a:gd name="connsiteX0" fmla="*/ 2616040 w 4620510"/>
              <a:gd name="connsiteY0" fmla="*/ 1082 h 5821527"/>
              <a:gd name="connsiteX1" fmla="*/ 4620510 w 4620510"/>
              <a:gd name="connsiteY1" fmla="*/ 0 h 5821527"/>
              <a:gd name="connsiteX2" fmla="*/ 1699441 w 4620510"/>
              <a:gd name="connsiteY2" fmla="*/ 5808827 h 5821527"/>
              <a:gd name="connsiteX3" fmla="*/ 0 w 4620510"/>
              <a:gd name="connsiteY3" fmla="*/ 5821527 h 5821527"/>
              <a:gd name="connsiteX4" fmla="*/ 2616040 w 4620510"/>
              <a:gd name="connsiteY4" fmla="*/ 1082 h 5821527"/>
              <a:gd name="connsiteX0" fmla="*/ 2616040 w 4620510"/>
              <a:gd name="connsiteY0" fmla="*/ 1082 h 5821527"/>
              <a:gd name="connsiteX1" fmla="*/ 4620510 w 4620510"/>
              <a:gd name="connsiteY1" fmla="*/ 0 h 5821527"/>
              <a:gd name="connsiteX2" fmla="*/ 1692250 w 4620510"/>
              <a:gd name="connsiteY2" fmla="*/ 5821527 h 5821527"/>
              <a:gd name="connsiteX3" fmla="*/ 0 w 4620510"/>
              <a:gd name="connsiteY3" fmla="*/ 5821527 h 5821527"/>
              <a:gd name="connsiteX4" fmla="*/ 2616040 w 4620510"/>
              <a:gd name="connsiteY4" fmla="*/ 1082 h 5821527"/>
              <a:gd name="connsiteX0" fmla="*/ 2780776 w 4620510"/>
              <a:gd name="connsiteY0" fmla="*/ 1082 h 5821527"/>
              <a:gd name="connsiteX1" fmla="*/ 4620510 w 4620510"/>
              <a:gd name="connsiteY1" fmla="*/ 0 h 5821527"/>
              <a:gd name="connsiteX2" fmla="*/ 1692250 w 4620510"/>
              <a:gd name="connsiteY2" fmla="*/ 5821527 h 5821527"/>
              <a:gd name="connsiteX3" fmla="*/ 0 w 4620510"/>
              <a:gd name="connsiteY3" fmla="*/ 5821527 h 5821527"/>
              <a:gd name="connsiteX4" fmla="*/ 2780776 w 4620510"/>
              <a:gd name="connsiteY4" fmla="*/ 1082 h 5821527"/>
              <a:gd name="connsiteX0" fmla="*/ 2780776 w 4526375"/>
              <a:gd name="connsiteY0" fmla="*/ 11473 h 5831918"/>
              <a:gd name="connsiteX1" fmla="*/ 4526375 w 4526375"/>
              <a:gd name="connsiteY1" fmla="*/ 0 h 5831918"/>
              <a:gd name="connsiteX2" fmla="*/ 1692250 w 4526375"/>
              <a:gd name="connsiteY2" fmla="*/ 5831918 h 5831918"/>
              <a:gd name="connsiteX3" fmla="*/ 0 w 4526375"/>
              <a:gd name="connsiteY3" fmla="*/ 5831918 h 5831918"/>
              <a:gd name="connsiteX4" fmla="*/ 2780776 w 4526375"/>
              <a:gd name="connsiteY4" fmla="*/ 11473 h 5831918"/>
              <a:gd name="connsiteX0" fmla="*/ 2780776 w 4526375"/>
              <a:gd name="connsiteY0" fmla="*/ 0 h 5820445"/>
              <a:gd name="connsiteX1" fmla="*/ 4526375 w 4526375"/>
              <a:gd name="connsiteY1" fmla="*/ 9309 h 5820445"/>
              <a:gd name="connsiteX2" fmla="*/ 1692250 w 4526375"/>
              <a:gd name="connsiteY2" fmla="*/ 5820445 h 5820445"/>
              <a:gd name="connsiteX3" fmla="*/ 0 w 4526375"/>
              <a:gd name="connsiteY3" fmla="*/ 5820445 h 5820445"/>
              <a:gd name="connsiteX4" fmla="*/ 2780776 w 4526375"/>
              <a:gd name="connsiteY4" fmla="*/ 0 h 5820445"/>
              <a:gd name="connsiteX0" fmla="*/ 2780776 w 4526375"/>
              <a:gd name="connsiteY0" fmla="*/ 6278 h 5811136"/>
              <a:gd name="connsiteX1" fmla="*/ 4526375 w 4526375"/>
              <a:gd name="connsiteY1" fmla="*/ 0 h 5811136"/>
              <a:gd name="connsiteX2" fmla="*/ 1692250 w 4526375"/>
              <a:gd name="connsiteY2" fmla="*/ 5811136 h 5811136"/>
              <a:gd name="connsiteX3" fmla="*/ 0 w 4526375"/>
              <a:gd name="connsiteY3" fmla="*/ 5811136 h 5811136"/>
              <a:gd name="connsiteX4" fmla="*/ 2780776 w 4526375"/>
              <a:gd name="connsiteY4" fmla="*/ 6278 h 5811136"/>
              <a:gd name="connsiteX0" fmla="*/ 2828323 w 4526375"/>
              <a:gd name="connsiteY0" fmla="*/ 0 h 5814189"/>
              <a:gd name="connsiteX1" fmla="*/ 4526375 w 4526375"/>
              <a:gd name="connsiteY1" fmla="*/ 3053 h 5814189"/>
              <a:gd name="connsiteX2" fmla="*/ 1692250 w 4526375"/>
              <a:gd name="connsiteY2" fmla="*/ 5814189 h 5814189"/>
              <a:gd name="connsiteX3" fmla="*/ 0 w 4526375"/>
              <a:gd name="connsiteY3" fmla="*/ 5814189 h 5814189"/>
              <a:gd name="connsiteX4" fmla="*/ 2828323 w 4526375"/>
              <a:gd name="connsiteY4" fmla="*/ 0 h 5814189"/>
              <a:gd name="connsiteX0" fmla="*/ 2828323 w 4526375"/>
              <a:gd name="connsiteY0" fmla="*/ 1048 h 5811136"/>
              <a:gd name="connsiteX1" fmla="*/ 4526375 w 4526375"/>
              <a:gd name="connsiteY1" fmla="*/ 0 h 5811136"/>
              <a:gd name="connsiteX2" fmla="*/ 1692250 w 4526375"/>
              <a:gd name="connsiteY2" fmla="*/ 5811136 h 5811136"/>
              <a:gd name="connsiteX3" fmla="*/ 0 w 4526375"/>
              <a:gd name="connsiteY3" fmla="*/ 5811136 h 5811136"/>
              <a:gd name="connsiteX4" fmla="*/ 2828323 w 4526375"/>
              <a:gd name="connsiteY4" fmla="*/ 1048 h 5811136"/>
              <a:gd name="connsiteX0" fmla="*/ 1712019 w 4526375"/>
              <a:gd name="connsiteY0" fmla="*/ 1048 h 5811136"/>
              <a:gd name="connsiteX1" fmla="*/ 4526375 w 4526375"/>
              <a:gd name="connsiteY1" fmla="*/ 0 h 5811136"/>
              <a:gd name="connsiteX2" fmla="*/ 1692250 w 4526375"/>
              <a:gd name="connsiteY2" fmla="*/ 5811136 h 5811136"/>
              <a:gd name="connsiteX3" fmla="*/ 0 w 4526375"/>
              <a:gd name="connsiteY3" fmla="*/ 5811136 h 5811136"/>
              <a:gd name="connsiteX4" fmla="*/ 1712019 w 4526375"/>
              <a:gd name="connsiteY4" fmla="*/ 1048 h 5811136"/>
              <a:gd name="connsiteX0" fmla="*/ 2828323 w 5642679"/>
              <a:gd name="connsiteY0" fmla="*/ 1048 h 5811136"/>
              <a:gd name="connsiteX1" fmla="*/ 5642679 w 5642679"/>
              <a:gd name="connsiteY1" fmla="*/ 0 h 5811136"/>
              <a:gd name="connsiteX2" fmla="*/ 2808554 w 5642679"/>
              <a:gd name="connsiteY2" fmla="*/ 5811136 h 5811136"/>
              <a:gd name="connsiteX3" fmla="*/ 0 w 5642679"/>
              <a:gd name="connsiteY3" fmla="*/ 5811136 h 5811136"/>
              <a:gd name="connsiteX4" fmla="*/ 2828323 w 5642679"/>
              <a:gd name="connsiteY4" fmla="*/ 1048 h 58111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642679" h="5811136">
                <a:moveTo>
                  <a:pt x="2828323" y="1048"/>
                </a:moveTo>
                <a:lnTo>
                  <a:pt x="5642679" y="0"/>
                </a:lnTo>
                <a:lnTo>
                  <a:pt x="2808554" y="5811136"/>
                </a:lnTo>
                <a:lnTo>
                  <a:pt x="0" y="5811136"/>
                </a:lnTo>
                <a:lnTo>
                  <a:pt x="2828323" y="1048"/>
                </a:lnTo>
                <a:close/>
              </a:path>
            </a:pathLst>
          </a:custGeom>
          <a:solidFill>
            <a:srgbClr val="0046B2">
              <a:alpha val="75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E25674-EFEC-ACF2-AFCB-5DD8AA0667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116756" y="6356350"/>
            <a:ext cx="3489542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ECF6E4-E279-32C0-CD5F-B94A164AD3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382188" y="6362700"/>
            <a:ext cx="630763" cy="365125"/>
          </a:xfrm>
          <a:prstGeom prst="rect">
            <a:avLst/>
          </a:prstGeom>
        </p:spPr>
        <p:txBody>
          <a:bodyPr/>
          <a:lstStyle>
            <a:lvl1pPr algn="l">
              <a:defRPr/>
            </a:lvl1pPr>
          </a:lstStyle>
          <a:p>
            <a:fld id="{7C8598A7-94B2-594C-8A98-02B4613DD734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49" name="Graphic 48">
            <a:extLst>
              <a:ext uri="{FF2B5EF4-FFF2-40B4-BE49-F238E27FC236}">
                <a16:creationId xmlns:a16="http://schemas.microsoft.com/office/drawing/2014/main" id="{77B7DC55-1470-D4FD-68AC-FB504B87FD6C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77367" y="529111"/>
            <a:ext cx="2267327" cy="250630"/>
          </a:xfrm>
          <a:prstGeom prst="rect">
            <a:avLst/>
          </a:prstGeom>
        </p:spPr>
      </p:pic>
      <p:pic>
        <p:nvPicPr>
          <p:cNvPr id="54" name="Graphic 53">
            <a:extLst>
              <a:ext uri="{FF2B5EF4-FFF2-40B4-BE49-F238E27FC236}">
                <a16:creationId xmlns:a16="http://schemas.microsoft.com/office/drawing/2014/main" id="{A4FA8EBB-EACB-3866-C10B-045D01AADA24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093023" y="5922334"/>
            <a:ext cx="1747558" cy="646357"/>
          </a:xfrm>
          <a:prstGeom prst="rect">
            <a:avLst/>
          </a:prstGeom>
        </p:spPr>
      </p:pic>
      <p:pic>
        <p:nvPicPr>
          <p:cNvPr id="13" name="Graphic 12">
            <a:extLst>
              <a:ext uri="{FF2B5EF4-FFF2-40B4-BE49-F238E27FC236}">
                <a16:creationId xmlns:a16="http://schemas.microsoft.com/office/drawing/2014/main" id="{7A49767F-6F49-BA33-ADEE-8357E7E4D083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70624" y="900045"/>
            <a:ext cx="2873677" cy="1104371"/>
          </a:xfrm>
          <a:prstGeom prst="rect">
            <a:avLst/>
          </a:prstGeom>
        </p:spPr>
      </p:pic>
      <p:sp>
        <p:nvSpPr>
          <p:cNvPr id="10" name="Title 1">
            <a:extLst>
              <a:ext uri="{FF2B5EF4-FFF2-40B4-BE49-F238E27FC236}">
                <a16:creationId xmlns:a16="http://schemas.microsoft.com/office/drawing/2014/main" id="{2B458A25-BEE3-1724-03A2-2EC68D4506F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698500" y="2638424"/>
            <a:ext cx="8474200" cy="2080640"/>
          </a:xfrm>
        </p:spPr>
        <p:txBody>
          <a:bodyPr anchor="t"/>
          <a:lstStyle>
            <a:lvl1pPr algn="l">
              <a:lnSpc>
                <a:spcPct val="80000"/>
              </a:lnSpc>
              <a:defRPr sz="6000" b="1" i="0">
                <a:latin typeface="Söhne Halbfett" panose="020B0503030202060203" pitchFamily="34" charset="77"/>
                <a:cs typeface="Söhne Halbfett" panose="020B0503030202060203" pitchFamily="34" charset="77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4" name="Subtitle 2">
            <a:extLst>
              <a:ext uri="{FF2B5EF4-FFF2-40B4-BE49-F238E27FC236}">
                <a16:creationId xmlns:a16="http://schemas.microsoft.com/office/drawing/2014/main" id="{EC2AAC52-3868-BF0D-97B5-31FE346052F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698500" y="4969418"/>
            <a:ext cx="8017000" cy="952916"/>
          </a:xfrm>
          <a:prstGeom prst="rect">
            <a:avLst/>
          </a:prstGeom>
        </p:spPr>
        <p:txBody>
          <a:bodyPr/>
          <a:lstStyle>
            <a:lvl1pPr marL="0" indent="0" algn="l">
              <a:spcBef>
                <a:spcPts val="0"/>
              </a:spcBef>
              <a:buNone/>
              <a:defRPr sz="3200" b="1" i="0">
                <a:latin typeface="Söhne Halbfett" panose="020B0303030202060203" pitchFamily="34" charset="77"/>
                <a:cs typeface="Söhne Halbfett" panose="020B0303030202060203" pitchFamily="34" charset="77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15" name="Rectangle 4">
            <a:extLst>
              <a:ext uri="{FF2B5EF4-FFF2-40B4-BE49-F238E27FC236}">
                <a16:creationId xmlns:a16="http://schemas.microsoft.com/office/drawing/2014/main" id="{78D36A29-783A-6F36-33BB-C73959FAFF2E}"/>
              </a:ext>
            </a:extLst>
          </p:cNvPr>
          <p:cNvSpPr/>
          <p:nvPr userDrawn="1"/>
        </p:nvSpPr>
        <p:spPr>
          <a:xfrm rot="10800000">
            <a:off x="415636" y="2647948"/>
            <a:ext cx="1191228" cy="1889127"/>
          </a:xfrm>
          <a:custGeom>
            <a:avLst/>
            <a:gdLst>
              <a:gd name="connsiteX0" fmla="*/ 0 w 2505206"/>
              <a:gd name="connsiteY0" fmla="*/ 0 h 5824603"/>
              <a:gd name="connsiteX1" fmla="*/ 2505206 w 2505206"/>
              <a:gd name="connsiteY1" fmla="*/ 0 h 5824603"/>
              <a:gd name="connsiteX2" fmla="*/ 2505206 w 2505206"/>
              <a:gd name="connsiteY2" fmla="*/ 5824603 h 5824603"/>
              <a:gd name="connsiteX3" fmla="*/ 0 w 2505206"/>
              <a:gd name="connsiteY3" fmla="*/ 5824603 h 5824603"/>
              <a:gd name="connsiteX4" fmla="*/ 0 w 2505206"/>
              <a:gd name="connsiteY4" fmla="*/ 0 h 5824603"/>
              <a:gd name="connsiteX0" fmla="*/ 0 w 3535109"/>
              <a:gd name="connsiteY0" fmla="*/ 0 h 5824603"/>
              <a:gd name="connsiteX1" fmla="*/ 3535109 w 3535109"/>
              <a:gd name="connsiteY1" fmla="*/ 0 h 5824603"/>
              <a:gd name="connsiteX2" fmla="*/ 2505206 w 3535109"/>
              <a:gd name="connsiteY2" fmla="*/ 5824603 h 5824603"/>
              <a:gd name="connsiteX3" fmla="*/ 0 w 3535109"/>
              <a:gd name="connsiteY3" fmla="*/ 5824603 h 5824603"/>
              <a:gd name="connsiteX4" fmla="*/ 0 w 3535109"/>
              <a:gd name="connsiteY4" fmla="*/ 0 h 5824603"/>
              <a:gd name="connsiteX0" fmla="*/ 1126156 w 3535109"/>
              <a:gd name="connsiteY0" fmla="*/ 0 h 5834229"/>
              <a:gd name="connsiteX1" fmla="*/ 3535109 w 3535109"/>
              <a:gd name="connsiteY1" fmla="*/ 9626 h 5834229"/>
              <a:gd name="connsiteX2" fmla="*/ 2505206 w 3535109"/>
              <a:gd name="connsiteY2" fmla="*/ 5834229 h 5834229"/>
              <a:gd name="connsiteX3" fmla="*/ 0 w 3535109"/>
              <a:gd name="connsiteY3" fmla="*/ 5834229 h 5834229"/>
              <a:gd name="connsiteX4" fmla="*/ 1126156 w 3535109"/>
              <a:gd name="connsiteY4" fmla="*/ 0 h 5834229"/>
              <a:gd name="connsiteX0" fmla="*/ 1103854 w 3535109"/>
              <a:gd name="connsiteY0" fmla="*/ 20110 h 5824603"/>
              <a:gd name="connsiteX1" fmla="*/ 3535109 w 3535109"/>
              <a:gd name="connsiteY1" fmla="*/ 0 h 5824603"/>
              <a:gd name="connsiteX2" fmla="*/ 2505206 w 3535109"/>
              <a:gd name="connsiteY2" fmla="*/ 5824603 h 5824603"/>
              <a:gd name="connsiteX3" fmla="*/ 0 w 3535109"/>
              <a:gd name="connsiteY3" fmla="*/ 5824603 h 5824603"/>
              <a:gd name="connsiteX4" fmla="*/ 1103854 w 3535109"/>
              <a:gd name="connsiteY4" fmla="*/ 20110 h 5824603"/>
              <a:gd name="connsiteX0" fmla="*/ 1111288 w 3535109"/>
              <a:gd name="connsiteY0" fmla="*/ 0 h 5826795"/>
              <a:gd name="connsiteX1" fmla="*/ 3535109 w 3535109"/>
              <a:gd name="connsiteY1" fmla="*/ 2192 h 5826795"/>
              <a:gd name="connsiteX2" fmla="*/ 2505206 w 3535109"/>
              <a:gd name="connsiteY2" fmla="*/ 5826795 h 5826795"/>
              <a:gd name="connsiteX3" fmla="*/ 0 w 3535109"/>
              <a:gd name="connsiteY3" fmla="*/ 5826795 h 5826795"/>
              <a:gd name="connsiteX4" fmla="*/ 1111288 w 3535109"/>
              <a:gd name="connsiteY4" fmla="*/ 0 h 5826795"/>
              <a:gd name="connsiteX0" fmla="*/ 1111288 w 4940163"/>
              <a:gd name="connsiteY0" fmla="*/ 0 h 5826795"/>
              <a:gd name="connsiteX1" fmla="*/ 4940163 w 4940163"/>
              <a:gd name="connsiteY1" fmla="*/ 2192 h 5826795"/>
              <a:gd name="connsiteX2" fmla="*/ 2505206 w 4940163"/>
              <a:gd name="connsiteY2" fmla="*/ 5826795 h 5826795"/>
              <a:gd name="connsiteX3" fmla="*/ 0 w 4940163"/>
              <a:gd name="connsiteY3" fmla="*/ 5826795 h 5826795"/>
              <a:gd name="connsiteX4" fmla="*/ 1111288 w 4940163"/>
              <a:gd name="connsiteY4" fmla="*/ 0 h 5826795"/>
              <a:gd name="connsiteX0" fmla="*/ 2486605 w 4940163"/>
              <a:gd name="connsiteY0" fmla="*/ 0 h 5826795"/>
              <a:gd name="connsiteX1" fmla="*/ 4940163 w 4940163"/>
              <a:gd name="connsiteY1" fmla="*/ 2192 h 5826795"/>
              <a:gd name="connsiteX2" fmla="*/ 2505206 w 4940163"/>
              <a:gd name="connsiteY2" fmla="*/ 5826795 h 5826795"/>
              <a:gd name="connsiteX3" fmla="*/ 0 w 4940163"/>
              <a:gd name="connsiteY3" fmla="*/ 5826795 h 5826795"/>
              <a:gd name="connsiteX4" fmla="*/ 2486605 w 4940163"/>
              <a:gd name="connsiteY4" fmla="*/ 0 h 5826795"/>
              <a:gd name="connsiteX0" fmla="*/ 2486605 w 4940163"/>
              <a:gd name="connsiteY0" fmla="*/ 0 h 5826795"/>
              <a:gd name="connsiteX1" fmla="*/ 4940163 w 4940163"/>
              <a:gd name="connsiteY1" fmla="*/ 2192 h 5826795"/>
              <a:gd name="connsiteX2" fmla="*/ 2001457 w 4940163"/>
              <a:gd name="connsiteY2" fmla="*/ 5826795 h 5826795"/>
              <a:gd name="connsiteX3" fmla="*/ 0 w 4940163"/>
              <a:gd name="connsiteY3" fmla="*/ 5826795 h 5826795"/>
              <a:gd name="connsiteX4" fmla="*/ 2486605 w 4940163"/>
              <a:gd name="connsiteY4" fmla="*/ 0 h 5826795"/>
              <a:gd name="connsiteX0" fmla="*/ 2486605 w 4478393"/>
              <a:gd name="connsiteY0" fmla="*/ 10165 h 5836960"/>
              <a:gd name="connsiteX1" fmla="*/ 4478393 w 4478393"/>
              <a:gd name="connsiteY1" fmla="*/ 0 h 5836960"/>
              <a:gd name="connsiteX2" fmla="*/ 2001457 w 4478393"/>
              <a:gd name="connsiteY2" fmla="*/ 5836960 h 5836960"/>
              <a:gd name="connsiteX3" fmla="*/ 0 w 4478393"/>
              <a:gd name="connsiteY3" fmla="*/ 5836960 h 5836960"/>
              <a:gd name="connsiteX4" fmla="*/ 2486605 w 4478393"/>
              <a:gd name="connsiteY4" fmla="*/ 10165 h 5836960"/>
              <a:gd name="connsiteX0" fmla="*/ 2486605 w 4422421"/>
              <a:gd name="connsiteY0" fmla="*/ 10165 h 5836960"/>
              <a:gd name="connsiteX1" fmla="*/ 4422421 w 4422421"/>
              <a:gd name="connsiteY1" fmla="*/ 0 h 5836960"/>
              <a:gd name="connsiteX2" fmla="*/ 2001457 w 4422421"/>
              <a:gd name="connsiteY2" fmla="*/ 5836960 h 5836960"/>
              <a:gd name="connsiteX3" fmla="*/ 0 w 4422421"/>
              <a:gd name="connsiteY3" fmla="*/ 5836960 h 5836960"/>
              <a:gd name="connsiteX4" fmla="*/ 2486605 w 4422421"/>
              <a:gd name="connsiteY4" fmla="*/ 10165 h 5836960"/>
              <a:gd name="connsiteX0" fmla="*/ 2486605 w 4478393"/>
              <a:gd name="connsiteY0" fmla="*/ 0 h 5826795"/>
              <a:gd name="connsiteX1" fmla="*/ 4478393 w 4478393"/>
              <a:gd name="connsiteY1" fmla="*/ 14549 h 5826795"/>
              <a:gd name="connsiteX2" fmla="*/ 2001457 w 4478393"/>
              <a:gd name="connsiteY2" fmla="*/ 5826795 h 5826795"/>
              <a:gd name="connsiteX3" fmla="*/ 0 w 4478393"/>
              <a:gd name="connsiteY3" fmla="*/ 5826795 h 5826795"/>
              <a:gd name="connsiteX4" fmla="*/ 2486605 w 4478393"/>
              <a:gd name="connsiteY4" fmla="*/ 0 h 5826795"/>
              <a:gd name="connsiteX0" fmla="*/ 2486605 w 4522645"/>
              <a:gd name="connsiteY0" fmla="*/ 1082 h 5827877"/>
              <a:gd name="connsiteX1" fmla="*/ 4522645 w 4522645"/>
              <a:gd name="connsiteY1" fmla="*/ 0 h 5827877"/>
              <a:gd name="connsiteX2" fmla="*/ 2001457 w 4522645"/>
              <a:gd name="connsiteY2" fmla="*/ 5827877 h 5827877"/>
              <a:gd name="connsiteX3" fmla="*/ 0 w 4522645"/>
              <a:gd name="connsiteY3" fmla="*/ 5827877 h 5827877"/>
              <a:gd name="connsiteX4" fmla="*/ 2486605 w 4522645"/>
              <a:gd name="connsiteY4" fmla="*/ 1082 h 5827877"/>
              <a:gd name="connsiteX0" fmla="*/ 2486605 w 4491075"/>
              <a:gd name="connsiteY0" fmla="*/ 1082 h 5827877"/>
              <a:gd name="connsiteX1" fmla="*/ 4491075 w 4491075"/>
              <a:gd name="connsiteY1" fmla="*/ 0 h 5827877"/>
              <a:gd name="connsiteX2" fmla="*/ 2001457 w 4491075"/>
              <a:gd name="connsiteY2" fmla="*/ 5827877 h 5827877"/>
              <a:gd name="connsiteX3" fmla="*/ 0 w 4491075"/>
              <a:gd name="connsiteY3" fmla="*/ 5827877 h 5827877"/>
              <a:gd name="connsiteX4" fmla="*/ 2486605 w 4491075"/>
              <a:gd name="connsiteY4" fmla="*/ 1082 h 5827877"/>
              <a:gd name="connsiteX0" fmla="*/ 2616040 w 4620510"/>
              <a:gd name="connsiteY0" fmla="*/ 1082 h 5827877"/>
              <a:gd name="connsiteX1" fmla="*/ 4620510 w 4620510"/>
              <a:gd name="connsiteY1" fmla="*/ 0 h 5827877"/>
              <a:gd name="connsiteX2" fmla="*/ 2130892 w 4620510"/>
              <a:gd name="connsiteY2" fmla="*/ 5827877 h 5827877"/>
              <a:gd name="connsiteX3" fmla="*/ 0 w 4620510"/>
              <a:gd name="connsiteY3" fmla="*/ 5821527 h 5827877"/>
              <a:gd name="connsiteX4" fmla="*/ 2616040 w 4620510"/>
              <a:gd name="connsiteY4" fmla="*/ 1082 h 5827877"/>
              <a:gd name="connsiteX0" fmla="*/ 2616040 w 4620510"/>
              <a:gd name="connsiteY0" fmla="*/ 1082 h 5821527"/>
              <a:gd name="connsiteX1" fmla="*/ 4620510 w 4620510"/>
              <a:gd name="connsiteY1" fmla="*/ 0 h 5821527"/>
              <a:gd name="connsiteX2" fmla="*/ 1828876 w 4620510"/>
              <a:gd name="connsiteY2" fmla="*/ 5821527 h 5821527"/>
              <a:gd name="connsiteX3" fmla="*/ 0 w 4620510"/>
              <a:gd name="connsiteY3" fmla="*/ 5821527 h 5821527"/>
              <a:gd name="connsiteX4" fmla="*/ 2616040 w 4620510"/>
              <a:gd name="connsiteY4" fmla="*/ 1082 h 5821527"/>
              <a:gd name="connsiteX0" fmla="*/ 2616040 w 4620510"/>
              <a:gd name="connsiteY0" fmla="*/ 1082 h 5821527"/>
              <a:gd name="connsiteX1" fmla="*/ 4620510 w 4620510"/>
              <a:gd name="connsiteY1" fmla="*/ 0 h 5821527"/>
              <a:gd name="connsiteX2" fmla="*/ 1641914 w 4620510"/>
              <a:gd name="connsiteY2" fmla="*/ 5821527 h 5821527"/>
              <a:gd name="connsiteX3" fmla="*/ 0 w 4620510"/>
              <a:gd name="connsiteY3" fmla="*/ 5821527 h 5821527"/>
              <a:gd name="connsiteX4" fmla="*/ 2616040 w 4620510"/>
              <a:gd name="connsiteY4" fmla="*/ 1082 h 5821527"/>
              <a:gd name="connsiteX0" fmla="*/ 2616040 w 4620510"/>
              <a:gd name="connsiteY0" fmla="*/ 1082 h 5821527"/>
              <a:gd name="connsiteX1" fmla="*/ 4620510 w 4620510"/>
              <a:gd name="connsiteY1" fmla="*/ 0 h 5821527"/>
              <a:gd name="connsiteX2" fmla="*/ 1699441 w 4620510"/>
              <a:gd name="connsiteY2" fmla="*/ 5808827 h 5821527"/>
              <a:gd name="connsiteX3" fmla="*/ 0 w 4620510"/>
              <a:gd name="connsiteY3" fmla="*/ 5821527 h 5821527"/>
              <a:gd name="connsiteX4" fmla="*/ 2616040 w 4620510"/>
              <a:gd name="connsiteY4" fmla="*/ 1082 h 5821527"/>
              <a:gd name="connsiteX0" fmla="*/ 2616040 w 4620510"/>
              <a:gd name="connsiteY0" fmla="*/ 1082 h 5821527"/>
              <a:gd name="connsiteX1" fmla="*/ 4620510 w 4620510"/>
              <a:gd name="connsiteY1" fmla="*/ 0 h 5821527"/>
              <a:gd name="connsiteX2" fmla="*/ 1692250 w 4620510"/>
              <a:gd name="connsiteY2" fmla="*/ 5821527 h 5821527"/>
              <a:gd name="connsiteX3" fmla="*/ 0 w 4620510"/>
              <a:gd name="connsiteY3" fmla="*/ 5821527 h 5821527"/>
              <a:gd name="connsiteX4" fmla="*/ 2616040 w 4620510"/>
              <a:gd name="connsiteY4" fmla="*/ 1082 h 5821527"/>
              <a:gd name="connsiteX0" fmla="*/ 2780776 w 4620510"/>
              <a:gd name="connsiteY0" fmla="*/ 1082 h 5821527"/>
              <a:gd name="connsiteX1" fmla="*/ 4620510 w 4620510"/>
              <a:gd name="connsiteY1" fmla="*/ 0 h 5821527"/>
              <a:gd name="connsiteX2" fmla="*/ 1692250 w 4620510"/>
              <a:gd name="connsiteY2" fmla="*/ 5821527 h 5821527"/>
              <a:gd name="connsiteX3" fmla="*/ 0 w 4620510"/>
              <a:gd name="connsiteY3" fmla="*/ 5821527 h 5821527"/>
              <a:gd name="connsiteX4" fmla="*/ 2780776 w 4620510"/>
              <a:gd name="connsiteY4" fmla="*/ 1082 h 5821527"/>
              <a:gd name="connsiteX0" fmla="*/ 2780776 w 4526375"/>
              <a:gd name="connsiteY0" fmla="*/ 11473 h 5831918"/>
              <a:gd name="connsiteX1" fmla="*/ 4526375 w 4526375"/>
              <a:gd name="connsiteY1" fmla="*/ 0 h 5831918"/>
              <a:gd name="connsiteX2" fmla="*/ 1692250 w 4526375"/>
              <a:gd name="connsiteY2" fmla="*/ 5831918 h 5831918"/>
              <a:gd name="connsiteX3" fmla="*/ 0 w 4526375"/>
              <a:gd name="connsiteY3" fmla="*/ 5831918 h 5831918"/>
              <a:gd name="connsiteX4" fmla="*/ 2780776 w 4526375"/>
              <a:gd name="connsiteY4" fmla="*/ 11473 h 5831918"/>
              <a:gd name="connsiteX0" fmla="*/ 2780776 w 4526375"/>
              <a:gd name="connsiteY0" fmla="*/ 0 h 5820445"/>
              <a:gd name="connsiteX1" fmla="*/ 4526375 w 4526375"/>
              <a:gd name="connsiteY1" fmla="*/ 9309 h 5820445"/>
              <a:gd name="connsiteX2" fmla="*/ 1692250 w 4526375"/>
              <a:gd name="connsiteY2" fmla="*/ 5820445 h 5820445"/>
              <a:gd name="connsiteX3" fmla="*/ 0 w 4526375"/>
              <a:gd name="connsiteY3" fmla="*/ 5820445 h 5820445"/>
              <a:gd name="connsiteX4" fmla="*/ 2780776 w 4526375"/>
              <a:gd name="connsiteY4" fmla="*/ 0 h 5820445"/>
              <a:gd name="connsiteX0" fmla="*/ 2780776 w 4526375"/>
              <a:gd name="connsiteY0" fmla="*/ 6278 h 5811136"/>
              <a:gd name="connsiteX1" fmla="*/ 4526375 w 4526375"/>
              <a:gd name="connsiteY1" fmla="*/ 0 h 5811136"/>
              <a:gd name="connsiteX2" fmla="*/ 1692250 w 4526375"/>
              <a:gd name="connsiteY2" fmla="*/ 5811136 h 5811136"/>
              <a:gd name="connsiteX3" fmla="*/ 0 w 4526375"/>
              <a:gd name="connsiteY3" fmla="*/ 5811136 h 5811136"/>
              <a:gd name="connsiteX4" fmla="*/ 2780776 w 4526375"/>
              <a:gd name="connsiteY4" fmla="*/ 6278 h 5811136"/>
              <a:gd name="connsiteX0" fmla="*/ 2828323 w 4526375"/>
              <a:gd name="connsiteY0" fmla="*/ 0 h 5814189"/>
              <a:gd name="connsiteX1" fmla="*/ 4526375 w 4526375"/>
              <a:gd name="connsiteY1" fmla="*/ 3053 h 5814189"/>
              <a:gd name="connsiteX2" fmla="*/ 1692250 w 4526375"/>
              <a:gd name="connsiteY2" fmla="*/ 5814189 h 5814189"/>
              <a:gd name="connsiteX3" fmla="*/ 0 w 4526375"/>
              <a:gd name="connsiteY3" fmla="*/ 5814189 h 5814189"/>
              <a:gd name="connsiteX4" fmla="*/ 2828323 w 4526375"/>
              <a:gd name="connsiteY4" fmla="*/ 0 h 5814189"/>
              <a:gd name="connsiteX0" fmla="*/ 2828323 w 4526375"/>
              <a:gd name="connsiteY0" fmla="*/ 1048 h 5811136"/>
              <a:gd name="connsiteX1" fmla="*/ 4526375 w 4526375"/>
              <a:gd name="connsiteY1" fmla="*/ 0 h 5811136"/>
              <a:gd name="connsiteX2" fmla="*/ 1692250 w 4526375"/>
              <a:gd name="connsiteY2" fmla="*/ 5811136 h 5811136"/>
              <a:gd name="connsiteX3" fmla="*/ 0 w 4526375"/>
              <a:gd name="connsiteY3" fmla="*/ 5811136 h 5811136"/>
              <a:gd name="connsiteX4" fmla="*/ 2828323 w 4526375"/>
              <a:gd name="connsiteY4" fmla="*/ 1048 h 5811136"/>
              <a:gd name="connsiteX0" fmla="*/ 2207366 w 4526375"/>
              <a:gd name="connsiteY0" fmla="*/ 10475 h 5811136"/>
              <a:gd name="connsiteX1" fmla="*/ 4526375 w 4526375"/>
              <a:gd name="connsiteY1" fmla="*/ 0 h 5811136"/>
              <a:gd name="connsiteX2" fmla="*/ 1692250 w 4526375"/>
              <a:gd name="connsiteY2" fmla="*/ 5811136 h 5811136"/>
              <a:gd name="connsiteX3" fmla="*/ 0 w 4526375"/>
              <a:gd name="connsiteY3" fmla="*/ 5811136 h 5811136"/>
              <a:gd name="connsiteX4" fmla="*/ 2207366 w 4526375"/>
              <a:gd name="connsiteY4" fmla="*/ 10475 h 5811136"/>
              <a:gd name="connsiteX0" fmla="*/ 2197638 w 4526375"/>
              <a:gd name="connsiteY0" fmla="*/ 4125 h 5811136"/>
              <a:gd name="connsiteX1" fmla="*/ 4526375 w 4526375"/>
              <a:gd name="connsiteY1" fmla="*/ 0 h 5811136"/>
              <a:gd name="connsiteX2" fmla="*/ 1692250 w 4526375"/>
              <a:gd name="connsiteY2" fmla="*/ 5811136 h 5811136"/>
              <a:gd name="connsiteX3" fmla="*/ 0 w 4526375"/>
              <a:gd name="connsiteY3" fmla="*/ 5811136 h 5811136"/>
              <a:gd name="connsiteX4" fmla="*/ 2197638 w 4526375"/>
              <a:gd name="connsiteY4" fmla="*/ 4125 h 5811136"/>
              <a:gd name="connsiteX0" fmla="*/ 2187911 w 4526375"/>
              <a:gd name="connsiteY0" fmla="*/ 0 h 5813361"/>
              <a:gd name="connsiteX1" fmla="*/ 4526375 w 4526375"/>
              <a:gd name="connsiteY1" fmla="*/ 2225 h 5813361"/>
              <a:gd name="connsiteX2" fmla="*/ 1692250 w 4526375"/>
              <a:gd name="connsiteY2" fmla="*/ 5813361 h 5813361"/>
              <a:gd name="connsiteX3" fmla="*/ 0 w 4526375"/>
              <a:gd name="connsiteY3" fmla="*/ 5813361 h 5813361"/>
              <a:gd name="connsiteX4" fmla="*/ 2187911 w 4526375"/>
              <a:gd name="connsiteY4" fmla="*/ 0 h 5813361"/>
              <a:gd name="connsiteX0" fmla="*/ 2158728 w 4526375"/>
              <a:gd name="connsiteY0" fmla="*/ 0 h 5813361"/>
              <a:gd name="connsiteX1" fmla="*/ 4526375 w 4526375"/>
              <a:gd name="connsiteY1" fmla="*/ 2225 h 5813361"/>
              <a:gd name="connsiteX2" fmla="*/ 1692250 w 4526375"/>
              <a:gd name="connsiteY2" fmla="*/ 5813361 h 5813361"/>
              <a:gd name="connsiteX3" fmla="*/ 0 w 4526375"/>
              <a:gd name="connsiteY3" fmla="*/ 5813361 h 5813361"/>
              <a:gd name="connsiteX4" fmla="*/ 2158728 w 4526375"/>
              <a:gd name="connsiteY4" fmla="*/ 0 h 5813361"/>
              <a:gd name="connsiteX0" fmla="*/ 2771564 w 5139211"/>
              <a:gd name="connsiteY0" fmla="*/ 0 h 5819711"/>
              <a:gd name="connsiteX1" fmla="*/ 5139211 w 5139211"/>
              <a:gd name="connsiteY1" fmla="*/ 2225 h 5819711"/>
              <a:gd name="connsiteX2" fmla="*/ 2305086 w 5139211"/>
              <a:gd name="connsiteY2" fmla="*/ 5813361 h 5819711"/>
              <a:gd name="connsiteX3" fmla="*/ 0 w 5139211"/>
              <a:gd name="connsiteY3" fmla="*/ 5819711 h 5819711"/>
              <a:gd name="connsiteX4" fmla="*/ 2771564 w 5139211"/>
              <a:gd name="connsiteY4" fmla="*/ 0 h 5819711"/>
              <a:gd name="connsiteX0" fmla="*/ 2771564 w 5139211"/>
              <a:gd name="connsiteY0" fmla="*/ 0 h 5815517"/>
              <a:gd name="connsiteX1" fmla="*/ 5139211 w 5139211"/>
              <a:gd name="connsiteY1" fmla="*/ 2225 h 5815517"/>
              <a:gd name="connsiteX2" fmla="*/ 2305086 w 5139211"/>
              <a:gd name="connsiteY2" fmla="*/ 5813361 h 5815517"/>
              <a:gd name="connsiteX3" fmla="*/ 0 w 5139211"/>
              <a:gd name="connsiteY3" fmla="*/ 5815517 h 5815517"/>
              <a:gd name="connsiteX4" fmla="*/ 2771564 w 5139211"/>
              <a:gd name="connsiteY4" fmla="*/ 0 h 5815517"/>
              <a:gd name="connsiteX0" fmla="*/ 2791575 w 5159222"/>
              <a:gd name="connsiteY0" fmla="*/ 0 h 5815517"/>
              <a:gd name="connsiteX1" fmla="*/ 5159222 w 5159222"/>
              <a:gd name="connsiteY1" fmla="*/ 2225 h 5815517"/>
              <a:gd name="connsiteX2" fmla="*/ 2325097 w 5159222"/>
              <a:gd name="connsiteY2" fmla="*/ 5813361 h 5815517"/>
              <a:gd name="connsiteX3" fmla="*/ 0 w 5159222"/>
              <a:gd name="connsiteY3" fmla="*/ 5815517 h 5815517"/>
              <a:gd name="connsiteX4" fmla="*/ 2791575 w 5159222"/>
              <a:gd name="connsiteY4" fmla="*/ 0 h 58155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159222" h="5815517">
                <a:moveTo>
                  <a:pt x="2791575" y="0"/>
                </a:moveTo>
                <a:lnTo>
                  <a:pt x="5159222" y="2225"/>
                </a:lnTo>
                <a:lnTo>
                  <a:pt x="2325097" y="5813361"/>
                </a:lnTo>
                <a:lnTo>
                  <a:pt x="0" y="5815517"/>
                </a:lnTo>
                <a:lnTo>
                  <a:pt x="2791575" y="0"/>
                </a:lnTo>
                <a:close/>
              </a:path>
            </a:pathLst>
          </a:custGeom>
          <a:solidFill>
            <a:srgbClr val="0046B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3912279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B6F8B19-FB0D-3C77-EB6F-06FFDE9F49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49CF8C6C-59D6-1C5B-320F-19AF7955FAD6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74744" y="726121"/>
            <a:ext cx="287256" cy="475621"/>
          </a:xfrm>
          <a:prstGeom prst="rect">
            <a:avLst/>
          </a:prstGeom>
        </p:spPr>
      </p:pic>
      <p:pic>
        <p:nvPicPr>
          <p:cNvPr id="12" name="Graphic 11">
            <a:extLst>
              <a:ext uri="{FF2B5EF4-FFF2-40B4-BE49-F238E27FC236}">
                <a16:creationId xmlns:a16="http://schemas.microsoft.com/office/drawing/2014/main" id="{FFFE77EE-6490-7D0C-6944-4A6DAC09CC71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093023" y="5922334"/>
            <a:ext cx="1747558" cy="646357"/>
          </a:xfrm>
          <a:prstGeom prst="rect">
            <a:avLst/>
          </a:prstGeom>
        </p:spPr>
      </p:pic>
      <p:sp>
        <p:nvSpPr>
          <p:cNvPr id="13" name="Footer Placeholder 4">
            <a:extLst>
              <a:ext uri="{FF2B5EF4-FFF2-40B4-BE49-F238E27FC236}">
                <a16:creationId xmlns:a16="http://schemas.microsoft.com/office/drawing/2014/main" id="{97654966-56A9-A2FA-7DEB-2023D03E3F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989352" y="6356350"/>
            <a:ext cx="8934138" cy="365125"/>
          </a:xfrm>
        </p:spPr>
        <p:txBody>
          <a:bodyPr/>
          <a:lstStyle>
            <a:lvl1pPr algn="l">
              <a:defRPr/>
            </a:lvl1pPr>
          </a:lstStyle>
          <a:p>
            <a:endParaRPr lang="en-US"/>
          </a:p>
        </p:txBody>
      </p:sp>
      <p:sp>
        <p:nvSpPr>
          <p:cNvPr id="14" name="Slide Number Placeholder 5">
            <a:extLst>
              <a:ext uri="{FF2B5EF4-FFF2-40B4-BE49-F238E27FC236}">
                <a16:creationId xmlns:a16="http://schemas.microsoft.com/office/drawing/2014/main" id="{74084381-A31A-D761-5353-3113EECFB1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274820" y="6356350"/>
            <a:ext cx="563380" cy="365125"/>
          </a:xfrm>
          <a:prstGeom prst="rect">
            <a:avLst/>
          </a:prstGeom>
        </p:spPr>
        <p:txBody>
          <a:bodyPr/>
          <a:lstStyle>
            <a:lvl1pPr algn="l">
              <a:defRPr/>
            </a:lvl1pPr>
          </a:lstStyle>
          <a:p>
            <a:fld id="{7C8598A7-94B2-594C-8A98-02B4613DD73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6A0DC840-6873-469E-7F5E-3D2E103647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08702"/>
            <a:ext cx="10515600" cy="925195"/>
          </a:xfrm>
        </p:spPr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02919975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1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5906B2-ED2E-0129-C21A-B248D7F32D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1106" y="365125"/>
            <a:ext cx="10392694" cy="1325563"/>
          </a:xfrm>
        </p:spPr>
        <p:txBody>
          <a:bodyPr anchor="t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30548238-2B1D-DDC0-F7FE-98E830B5492B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093023" y="5922334"/>
            <a:ext cx="1747558" cy="646357"/>
          </a:xfrm>
          <a:prstGeom prst="rect">
            <a:avLst/>
          </a:prstGeom>
        </p:spPr>
      </p:pic>
      <p:pic>
        <p:nvPicPr>
          <p:cNvPr id="4" name="Graphic 3">
            <a:extLst>
              <a:ext uri="{FF2B5EF4-FFF2-40B4-BE49-F238E27FC236}">
                <a16:creationId xmlns:a16="http://schemas.microsoft.com/office/drawing/2014/main" id="{6F6207E5-244B-6833-F694-EEBD8D1898D9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51419" y="5922334"/>
            <a:ext cx="1747559" cy="671597"/>
          </a:xfrm>
          <a:prstGeom prst="rect">
            <a:avLst/>
          </a:prstGeom>
        </p:spPr>
      </p:pic>
      <p:pic>
        <p:nvPicPr>
          <p:cNvPr id="5" name="Graphic 4">
            <a:extLst>
              <a:ext uri="{FF2B5EF4-FFF2-40B4-BE49-F238E27FC236}">
                <a16:creationId xmlns:a16="http://schemas.microsoft.com/office/drawing/2014/main" id="{01F52DF4-975C-EF8A-2887-FB242B7D1837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74744" y="365125"/>
            <a:ext cx="287256" cy="4756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8509107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5906B2-ED2E-0129-C21A-B248D7F32D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1106" y="365125"/>
            <a:ext cx="10392694" cy="1325563"/>
          </a:xfrm>
        </p:spPr>
        <p:txBody>
          <a:bodyPr anchor="t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30548238-2B1D-DDC0-F7FE-98E830B5492B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093023" y="5922334"/>
            <a:ext cx="1747558" cy="646357"/>
          </a:xfrm>
          <a:prstGeom prst="rect">
            <a:avLst/>
          </a:prstGeom>
        </p:spPr>
      </p:pic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078FD5E0-397D-8073-69B6-0836BA31B8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274820" y="6356350"/>
            <a:ext cx="563380" cy="365125"/>
          </a:xfrm>
          <a:prstGeom prst="rect">
            <a:avLst/>
          </a:prstGeom>
        </p:spPr>
        <p:txBody>
          <a:bodyPr/>
          <a:lstStyle>
            <a:lvl1pPr algn="l">
              <a:defRPr/>
            </a:lvl1pPr>
          </a:lstStyle>
          <a:p>
            <a:fld id="{7C8598A7-94B2-594C-8A98-02B4613DD734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010E249B-A103-3591-663C-BDE684B354E7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74744" y="365125"/>
            <a:ext cx="287256" cy="4756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2974707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4">
            <a:extLst>
              <a:ext uri="{FF2B5EF4-FFF2-40B4-BE49-F238E27FC236}">
                <a16:creationId xmlns:a16="http://schemas.microsoft.com/office/drawing/2014/main" id="{AA29C824-9CD4-1AC1-E348-0B40A0B8D2B5}"/>
              </a:ext>
            </a:extLst>
          </p:cNvPr>
          <p:cNvSpPr/>
          <p:nvPr userDrawn="1"/>
        </p:nvSpPr>
        <p:spPr>
          <a:xfrm rot="10800000">
            <a:off x="6388859" y="-645851"/>
            <a:ext cx="5606988" cy="8113011"/>
          </a:xfrm>
          <a:custGeom>
            <a:avLst/>
            <a:gdLst>
              <a:gd name="connsiteX0" fmla="*/ 0 w 2505206"/>
              <a:gd name="connsiteY0" fmla="*/ 0 h 5824603"/>
              <a:gd name="connsiteX1" fmla="*/ 2505206 w 2505206"/>
              <a:gd name="connsiteY1" fmla="*/ 0 h 5824603"/>
              <a:gd name="connsiteX2" fmla="*/ 2505206 w 2505206"/>
              <a:gd name="connsiteY2" fmla="*/ 5824603 h 5824603"/>
              <a:gd name="connsiteX3" fmla="*/ 0 w 2505206"/>
              <a:gd name="connsiteY3" fmla="*/ 5824603 h 5824603"/>
              <a:gd name="connsiteX4" fmla="*/ 0 w 2505206"/>
              <a:gd name="connsiteY4" fmla="*/ 0 h 5824603"/>
              <a:gd name="connsiteX0" fmla="*/ 0 w 3535109"/>
              <a:gd name="connsiteY0" fmla="*/ 0 h 5824603"/>
              <a:gd name="connsiteX1" fmla="*/ 3535109 w 3535109"/>
              <a:gd name="connsiteY1" fmla="*/ 0 h 5824603"/>
              <a:gd name="connsiteX2" fmla="*/ 2505206 w 3535109"/>
              <a:gd name="connsiteY2" fmla="*/ 5824603 h 5824603"/>
              <a:gd name="connsiteX3" fmla="*/ 0 w 3535109"/>
              <a:gd name="connsiteY3" fmla="*/ 5824603 h 5824603"/>
              <a:gd name="connsiteX4" fmla="*/ 0 w 3535109"/>
              <a:gd name="connsiteY4" fmla="*/ 0 h 5824603"/>
              <a:gd name="connsiteX0" fmla="*/ 1126156 w 3535109"/>
              <a:gd name="connsiteY0" fmla="*/ 0 h 5834229"/>
              <a:gd name="connsiteX1" fmla="*/ 3535109 w 3535109"/>
              <a:gd name="connsiteY1" fmla="*/ 9626 h 5834229"/>
              <a:gd name="connsiteX2" fmla="*/ 2505206 w 3535109"/>
              <a:gd name="connsiteY2" fmla="*/ 5834229 h 5834229"/>
              <a:gd name="connsiteX3" fmla="*/ 0 w 3535109"/>
              <a:gd name="connsiteY3" fmla="*/ 5834229 h 5834229"/>
              <a:gd name="connsiteX4" fmla="*/ 1126156 w 3535109"/>
              <a:gd name="connsiteY4" fmla="*/ 0 h 5834229"/>
              <a:gd name="connsiteX0" fmla="*/ 1103854 w 3535109"/>
              <a:gd name="connsiteY0" fmla="*/ 20110 h 5824603"/>
              <a:gd name="connsiteX1" fmla="*/ 3535109 w 3535109"/>
              <a:gd name="connsiteY1" fmla="*/ 0 h 5824603"/>
              <a:gd name="connsiteX2" fmla="*/ 2505206 w 3535109"/>
              <a:gd name="connsiteY2" fmla="*/ 5824603 h 5824603"/>
              <a:gd name="connsiteX3" fmla="*/ 0 w 3535109"/>
              <a:gd name="connsiteY3" fmla="*/ 5824603 h 5824603"/>
              <a:gd name="connsiteX4" fmla="*/ 1103854 w 3535109"/>
              <a:gd name="connsiteY4" fmla="*/ 20110 h 5824603"/>
              <a:gd name="connsiteX0" fmla="*/ 1111288 w 3535109"/>
              <a:gd name="connsiteY0" fmla="*/ 0 h 5826795"/>
              <a:gd name="connsiteX1" fmla="*/ 3535109 w 3535109"/>
              <a:gd name="connsiteY1" fmla="*/ 2192 h 5826795"/>
              <a:gd name="connsiteX2" fmla="*/ 2505206 w 3535109"/>
              <a:gd name="connsiteY2" fmla="*/ 5826795 h 5826795"/>
              <a:gd name="connsiteX3" fmla="*/ 0 w 3535109"/>
              <a:gd name="connsiteY3" fmla="*/ 5826795 h 5826795"/>
              <a:gd name="connsiteX4" fmla="*/ 1111288 w 3535109"/>
              <a:gd name="connsiteY4" fmla="*/ 0 h 5826795"/>
              <a:gd name="connsiteX0" fmla="*/ 1111288 w 4940163"/>
              <a:gd name="connsiteY0" fmla="*/ 0 h 5826795"/>
              <a:gd name="connsiteX1" fmla="*/ 4940163 w 4940163"/>
              <a:gd name="connsiteY1" fmla="*/ 2192 h 5826795"/>
              <a:gd name="connsiteX2" fmla="*/ 2505206 w 4940163"/>
              <a:gd name="connsiteY2" fmla="*/ 5826795 h 5826795"/>
              <a:gd name="connsiteX3" fmla="*/ 0 w 4940163"/>
              <a:gd name="connsiteY3" fmla="*/ 5826795 h 5826795"/>
              <a:gd name="connsiteX4" fmla="*/ 1111288 w 4940163"/>
              <a:gd name="connsiteY4" fmla="*/ 0 h 5826795"/>
              <a:gd name="connsiteX0" fmla="*/ 2486605 w 4940163"/>
              <a:gd name="connsiteY0" fmla="*/ 0 h 5826795"/>
              <a:gd name="connsiteX1" fmla="*/ 4940163 w 4940163"/>
              <a:gd name="connsiteY1" fmla="*/ 2192 h 5826795"/>
              <a:gd name="connsiteX2" fmla="*/ 2505206 w 4940163"/>
              <a:gd name="connsiteY2" fmla="*/ 5826795 h 5826795"/>
              <a:gd name="connsiteX3" fmla="*/ 0 w 4940163"/>
              <a:gd name="connsiteY3" fmla="*/ 5826795 h 5826795"/>
              <a:gd name="connsiteX4" fmla="*/ 2486605 w 4940163"/>
              <a:gd name="connsiteY4" fmla="*/ 0 h 5826795"/>
              <a:gd name="connsiteX0" fmla="*/ 2486605 w 4940163"/>
              <a:gd name="connsiteY0" fmla="*/ 0 h 5826795"/>
              <a:gd name="connsiteX1" fmla="*/ 4940163 w 4940163"/>
              <a:gd name="connsiteY1" fmla="*/ 2192 h 5826795"/>
              <a:gd name="connsiteX2" fmla="*/ 2001457 w 4940163"/>
              <a:gd name="connsiteY2" fmla="*/ 5826795 h 5826795"/>
              <a:gd name="connsiteX3" fmla="*/ 0 w 4940163"/>
              <a:gd name="connsiteY3" fmla="*/ 5826795 h 5826795"/>
              <a:gd name="connsiteX4" fmla="*/ 2486605 w 4940163"/>
              <a:gd name="connsiteY4" fmla="*/ 0 h 5826795"/>
              <a:gd name="connsiteX0" fmla="*/ 2486605 w 4478393"/>
              <a:gd name="connsiteY0" fmla="*/ 10165 h 5836960"/>
              <a:gd name="connsiteX1" fmla="*/ 4478393 w 4478393"/>
              <a:gd name="connsiteY1" fmla="*/ 0 h 5836960"/>
              <a:gd name="connsiteX2" fmla="*/ 2001457 w 4478393"/>
              <a:gd name="connsiteY2" fmla="*/ 5836960 h 5836960"/>
              <a:gd name="connsiteX3" fmla="*/ 0 w 4478393"/>
              <a:gd name="connsiteY3" fmla="*/ 5836960 h 5836960"/>
              <a:gd name="connsiteX4" fmla="*/ 2486605 w 4478393"/>
              <a:gd name="connsiteY4" fmla="*/ 10165 h 5836960"/>
              <a:gd name="connsiteX0" fmla="*/ 2486605 w 4422421"/>
              <a:gd name="connsiteY0" fmla="*/ 10165 h 5836960"/>
              <a:gd name="connsiteX1" fmla="*/ 4422421 w 4422421"/>
              <a:gd name="connsiteY1" fmla="*/ 0 h 5836960"/>
              <a:gd name="connsiteX2" fmla="*/ 2001457 w 4422421"/>
              <a:gd name="connsiteY2" fmla="*/ 5836960 h 5836960"/>
              <a:gd name="connsiteX3" fmla="*/ 0 w 4422421"/>
              <a:gd name="connsiteY3" fmla="*/ 5836960 h 5836960"/>
              <a:gd name="connsiteX4" fmla="*/ 2486605 w 4422421"/>
              <a:gd name="connsiteY4" fmla="*/ 10165 h 5836960"/>
              <a:gd name="connsiteX0" fmla="*/ 2486605 w 4478393"/>
              <a:gd name="connsiteY0" fmla="*/ 0 h 5826795"/>
              <a:gd name="connsiteX1" fmla="*/ 4478393 w 4478393"/>
              <a:gd name="connsiteY1" fmla="*/ 14549 h 5826795"/>
              <a:gd name="connsiteX2" fmla="*/ 2001457 w 4478393"/>
              <a:gd name="connsiteY2" fmla="*/ 5826795 h 5826795"/>
              <a:gd name="connsiteX3" fmla="*/ 0 w 4478393"/>
              <a:gd name="connsiteY3" fmla="*/ 5826795 h 5826795"/>
              <a:gd name="connsiteX4" fmla="*/ 2486605 w 4478393"/>
              <a:gd name="connsiteY4" fmla="*/ 0 h 5826795"/>
              <a:gd name="connsiteX0" fmla="*/ 2486605 w 4522645"/>
              <a:gd name="connsiteY0" fmla="*/ 1082 h 5827877"/>
              <a:gd name="connsiteX1" fmla="*/ 4522645 w 4522645"/>
              <a:gd name="connsiteY1" fmla="*/ 0 h 5827877"/>
              <a:gd name="connsiteX2" fmla="*/ 2001457 w 4522645"/>
              <a:gd name="connsiteY2" fmla="*/ 5827877 h 5827877"/>
              <a:gd name="connsiteX3" fmla="*/ 0 w 4522645"/>
              <a:gd name="connsiteY3" fmla="*/ 5827877 h 5827877"/>
              <a:gd name="connsiteX4" fmla="*/ 2486605 w 4522645"/>
              <a:gd name="connsiteY4" fmla="*/ 1082 h 5827877"/>
              <a:gd name="connsiteX0" fmla="*/ 2486605 w 4491075"/>
              <a:gd name="connsiteY0" fmla="*/ 1082 h 5827877"/>
              <a:gd name="connsiteX1" fmla="*/ 4491075 w 4491075"/>
              <a:gd name="connsiteY1" fmla="*/ 0 h 5827877"/>
              <a:gd name="connsiteX2" fmla="*/ 2001457 w 4491075"/>
              <a:gd name="connsiteY2" fmla="*/ 5827877 h 5827877"/>
              <a:gd name="connsiteX3" fmla="*/ 0 w 4491075"/>
              <a:gd name="connsiteY3" fmla="*/ 5827877 h 5827877"/>
              <a:gd name="connsiteX4" fmla="*/ 2486605 w 4491075"/>
              <a:gd name="connsiteY4" fmla="*/ 1082 h 5827877"/>
              <a:gd name="connsiteX0" fmla="*/ 2616040 w 4620510"/>
              <a:gd name="connsiteY0" fmla="*/ 1082 h 5827877"/>
              <a:gd name="connsiteX1" fmla="*/ 4620510 w 4620510"/>
              <a:gd name="connsiteY1" fmla="*/ 0 h 5827877"/>
              <a:gd name="connsiteX2" fmla="*/ 2130892 w 4620510"/>
              <a:gd name="connsiteY2" fmla="*/ 5827877 h 5827877"/>
              <a:gd name="connsiteX3" fmla="*/ 0 w 4620510"/>
              <a:gd name="connsiteY3" fmla="*/ 5821527 h 5827877"/>
              <a:gd name="connsiteX4" fmla="*/ 2616040 w 4620510"/>
              <a:gd name="connsiteY4" fmla="*/ 1082 h 5827877"/>
              <a:gd name="connsiteX0" fmla="*/ 2616040 w 4620510"/>
              <a:gd name="connsiteY0" fmla="*/ 1082 h 5821527"/>
              <a:gd name="connsiteX1" fmla="*/ 4620510 w 4620510"/>
              <a:gd name="connsiteY1" fmla="*/ 0 h 5821527"/>
              <a:gd name="connsiteX2" fmla="*/ 1828876 w 4620510"/>
              <a:gd name="connsiteY2" fmla="*/ 5821527 h 5821527"/>
              <a:gd name="connsiteX3" fmla="*/ 0 w 4620510"/>
              <a:gd name="connsiteY3" fmla="*/ 5821527 h 5821527"/>
              <a:gd name="connsiteX4" fmla="*/ 2616040 w 4620510"/>
              <a:gd name="connsiteY4" fmla="*/ 1082 h 5821527"/>
              <a:gd name="connsiteX0" fmla="*/ 2616040 w 4620510"/>
              <a:gd name="connsiteY0" fmla="*/ 1082 h 5821527"/>
              <a:gd name="connsiteX1" fmla="*/ 4620510 w 4620510"/>
              <a:gd name="connsiteY1" fmla="*/ 0 h 5821527"/>
              <a:gd name="connsiteX2" fmla="*/ 1641914 w 4620510"/>
              <a:gd name="connsiteY2" fmla="*/ 5821527 h 5821527"/>
              <a:gd name="connsiteX3" fmla="*/ 0 w 4620510"/>
              <a:gd name="connsiteY3" fmla="*/ 5821527 h 5821527"/>
              <a:gd name="connsiteX4" fmla="*/ 2616040 w 4620510"/>
              <a:gd name="connsiteY4" fmla="*/ 1082 h 5821527"/>
              <a:gd name="connsiteX0" fmla="*/ 2616040 w 4620510"/>
              <a:gd name="connsiteY0" fmla="*/ 1082 h 5821527"/>
              <a:gd name="connsiteX1" fmla="*/ 4620510 w 4620510"/>
              <a:gd name="connsiteY1" fmla="*/ 0 h 5821527"/>
              <a:gd name="connsiteX2" fmla="*/ 1699441 w 4620510"/>
              <a:gd name="connsiteY2" fmla="*/ 5808827 h 5821527"/>
              <a:gd name="connsiteX3" fmla="*/ 0 w 4620510"/>
              <a:gd name="connsiteY3" fmla="*/ 5821527 h 5821527"/>
              <a:gd name="connsiteX4" fmla="*/ 2616040 w 4620510"/>
              <a:gd name="connsiteY4" fmla="*/ 1082 h 5821527"/>
              <a:gd name="connsiteX0" fmla="*/ 2616040 w 4620510"/>
              <a:gd name="connsiteY0" fmla="*/ 1082 h 5821527"/>
              <a:gd name="connsiteX1" fmla="*/ 4620510 w 4620510"/>
              <a:gd name="connsiteY1" fmla="*/ 0 h 5821527"/>
              <a:gd name="connsiteX2" fmla="*/ 1692250 w 4620510"/>
              <a:gd name="connsiteY2" fmla="*/ 5821527 h 5821527"/>
              <a:gd name="connsiteX3" fmla="*/ 0 w 4620510"/>
              <a:gd name="connsiteY3" fmla="*/ 5821527 h 5821527"/>
              <a:gd name="connsiteX4" fmla="*/ 2616040 w 4620510"/>
              <a:gd name="connsiteY4" fmla="*/ 1082 h 5821527"/>
              <a:gd name="connsiteX0" fmla="*/ 2780776 w 4620510"/>
              <a:gd name="connsiteY0" fmla="*/ 1082 h 5821527"/>
              <a:gd name="connsiteX1" fmla="*/ 4620510 w 4620510"/>
              <a:gd name="connsiteY1" fmla="*/ 0 h 5821527"/>
              <a:gd name="connsiteX2" fmla="*/ 1692250 w 4620510"/>
              <a:gd name="connsiteY2" fmla="*/ 5821527 h 5821527"/>
              <a:gd name="connsiteX3" fmla="*/ 0 w 4620510"/>
              <a:gd name="connsiteY3" fmla="*/ 5821527 h 5821527"/>
              <a:gd name="connsiteX4" fmla="*/ 2780776 w 4620510"/>
              <a:gd name="connsiteY4" fmla="*/ 1082 h 5821527"/>
              <a:gd name="connsiteX0" fmla="*/ 2780776 w 4526375"/>
              <a:gd name="connsiteY0" fmla="*/ 11473 h 5831918"/>
              <a:gd name="connsiteX1" fmla="*/ 4526375 w 4526375"/>
              <a:gd name="connsiteY1" fmla="*/ 0 h 5831918"/>
              <a:gd name="connsiteX2" fmla="*/ 1692250 w 4526375"/>
              <a:gd name="connsiteY2" fmla="*/ 5831918 h 5831918"/>
              <a:gd name="connsiteX3" fmla="*/ 0 w 4526375"/>
              <a:gd name="connsiteY3" fmla="*/ 5831918 h 5831918"/>
              <a:gd name="connsiteX4" fmla="*/ 2780776 w 4526375"/>
              <a:gd name="connsiteY4" fmla="*/ 11473 h 5831918"/>
              <a:gd name="connsiteX0" fmla="*/ 2780776 w 4526375"/>
              <a:gd name="connsiteY0" fmla="*/ 0 h 5820445"/>
              <a:gd name="connsiteX1" fmla="*/ 4526375 w 4526375"/>
              <a:gd name="connsiteY1" fmla="*/ 9309 h 5820445"/>
              <a:gd name="connsiteX2" fmla="*/ 1692250 w 4526375"/>
              <a:gd name="connsiteY2" fmla="*/ 5820445 h 5820445"/>
              <a:gd name="connsiteX3" fmla="*/ 0 w 4526375"/>
              <a:gd name="connsiteY3" fmla="*/ 5820445 h 5820445"/>
              <a:gd name="connsiteX4" fmla="*/ 2780776 w 4526375"/>
              <a:gd name="connsiteY4" fmla="*/ 0 h 5820445"/>
              <a:gd name="connsiteX0" fmla="*/ 2780776 w 4526375"/>
              <a:gd name="connsiteY0" fmla="*/ 6278 h 5811136"/>
              <a:gd name="connsiteX1" fmla="*/ 4526375 w 4526375"/>
              <a:gd name="connsiteY1" fmla="*/ 0 h 5811136"/>
              <a:gd name="connsiteX2" fmla="*/ 1692250 w 4526375"/>
              <a:gd name="connsiteY2" fmla="*/ 5811136 h 5811136"/>
              <a:gd name="connsiteX3" fmla="*/ 0 w 4526375"/>
              <a:gd name="connsiteY3" fmla="*/ 5811136 h 5811136"/>
              <a:gd name="connsiteX4" fmla="*/ 2780776 w 4526375"/>
              <a:gd name="connsiteY4" fmla="*/ 6278 h 5811136"/>
              <a:gd name="connsiteX0" fmla="*/ 2828323 w 4526375"/>
              <a:gd name="connsiteY0" fmla="*/ 0 h 5814189"/>
              <a:gd name="connsiteX1" fmla="*/ 4526375 w 4526375"/>
              <a:gd name="connsiteY1" fmla="*/ 3053 h 5814189"/>
              <a:gd name="connsiteX2" fmla="*/ 1692250 w 4526375"/>
              <a:gd name="connsiteY2" fmla="*/ 5814189 h 5814189"/>
              <a:gd name="connsiteX3" fmla="*/ 0 w 4526375"/>
              <a:gd name="connsiteY3" fmla="*/ 5814189 h 5814189"/>
              <a:gd name="connsiteX4" fmla="*/ 2828323 w 4526375"/>
              <a:gd name="connsiteY4" fmla="*/ 0 h 5814189"/>
              <a:gd name="connsiteX0" fmla="*/ 2828323 w 4526375"/>
              <a:gd name="connsiteY0" fmla="*/ 1048 h 5811136"/>
              <a:gd name="connsiteX1" fmla="*/ 4526375 w 4526375"/>
              <a:gd name="connsiteY1" fmla="*/ 0 h 5811136"/>
              <a:gd name="connsiteX2" fmla="*/ 1692250 w 4526375"/>
              <a:gd name="connsiteY2" fmla="*/ 5811136 h 5811136"/>
              <a:gd name="connsiteX3" fmla="*/ 0 w 4526375"/>
              <a:gd name="connsiteY3" fmla="*/ 5811136 h 5811136"/>
              <a:gd name="connsiteX4" fmla="*/ 2828323 w 4526375"/>
              <a:gd name="connsiteY4" fmla="*/ 1048 h 5811136"/>
              <a:gd name="connsiteX0" fmla="*/ 1712019 w 4526375"/>
              <a:gd name="connsiteY0" fmla="*/ 1048 h 5811136"/>
              <a:gd name="connsiteX1" fmla="*/ 4526375 w 4526375"/>
              <a:gd name="connsiteY1" fmla="*/ 0 h 5811136"/>
              <a:gd name="connsiteX2" fmla="*/ 1692250 w 4526375"/>
              <a:gd name="connsiteY2" fmla="*/ 5811136 h 5811136"/>
              <a:gd name="connsiteX3" fmla="*/ 0 w 4526375"/>
              <a:gd name="connsiteY3" fmla="*/ 5811136 h 5811136"/>
              <a:gd name="connsiteX4" fmla="*/ 1712019 w 4526375"/>
              <a:gd name="connsiteY4" fmla="*/ 1048 h 5811136"/>
              <a:gd name="connsiteX0" fmla="*/ 2828323 w 5642679"/>
              <a:gd name="connsiteY0" fmla="*/ 1048 h 5811136"/>
              <a:gd name="connsiteX1" fmla="*/ 5642679 w 5642679"/>
              <a:gd name="connsiteY1" fmla="*/ 0 h 5811136"/>
              <a:gd name="connsiteX2" fmla="*/ 2808554 w 5642679"/>
              <a:gd name="connsiteY2" fmla="*/ 5811136 h 5811136"/>
              <a:gd name="connsiteX3" fmla="*/ 0 w 5642679"/>
              <a:gd name="connsiteY3" fmla="*/ 5811136 h 5811136"/>
              <a:gd name="connsiteX4" fmla="*/ 2828323 w 5642679"/>
              <a:gd name="connsiteY4" fmla="*/ 1048 h 58111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642679" h="5811136">
                <a:moveTo>
                  <a:pt x="2828323" y="1048"/>
                </a:moveTo>
                <a:lnTo>
                  <a:pt x="5642679" y="0"/>
                </a:lnTo>
                <a:lnTo>
                  <a:pt x="2808554" y="5811136"/>
                </a:lnTo>
                <a:lnTo>
                  <a:pt x="0" y="5811136"/>
                </a:lnTo>
                <a:lnTo>
                  <a:pt x="2828323" y="1048"/>
                </a:lnTo>
                <a:close/>
              </a:path>
            </a:pathLst>
          </a:custGeom>
          <a:solidFill>
            <a:srgbClr val="B6C800">
              <a:alpha val="75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3DABBBE6-998E-C371-59E9-E96BCCBDF29B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60576" y="899168"/>
            <a:ext cx="2863629" cy="1152581"/>
          </a:xfrm>
          <a:prstGeom prst="rect">
            <a:avLst/>
          </a:prstGeom>
        </p:spPr>
      </p:pic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E25674-EFEC-ACF2-AFCB-5DD8AA0667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116756" y="6356350"/>
            <a:ext cx="3489542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ECF6E4-E279-32C0-CD5F-B94A164AD3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382188" y="6362700"/>
            <a:ext cx="630763" cy="365125"/>
          </a:xfrm>
          <a:prstGeom prst="rect">
            <a:avLst/>
          </a:prstGeom>
        </p:spPr>
        <p:txBody>
          <a:bodyPr/>
          <a:lstStyle>
            <a:lvl1pPr algn="l">
              <a:defRPr/>
            </a:lvl1pPr>
          </a:lstStyle>
          <a:p>
            <a:fld id="{7C8598A7-94B2-594C-8A98-02B4613DD734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51" name="Graphic 50">
            <a:extLst>
              <a:ext uri="{FF2B5EF4-FFF2-40B4-BE49-F238E27FC236}">
                <a16:creationId xmlns:a16="http://schemas.microsoft.com/office/drawing/2014/main" id="{68439D46-114B-1618-80BE-7A48302C7637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70624" y="529779"/>
            <a:ext cx="2133269" cy="250630"/>
          </a:xfrm>
          <a:prstGeom prst="rect">
            <a:avLst/>
          </a:prstGeom>
        </p:spPr>
      </p:pic>
      <p:pic>
        <p:nvPicPr>
          <p:cNvPr id="54" name="Graphic 53">
            <a:extLst>
              <a:ext uri="{FF2B5EF4-FFF2-40B4-BE49-F238E27FC236}">
                <a16:creationId xmlns:a16="http://schemas.microsoft.com/office/drawing/2014/main" id="{A4FA8EBB-EACB-3866-C10B-045D01AADA24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093023" y="5922334"/>
            <a:ext cx="1747558" cy="646357"/>
          </a:xfrm>
          <a:prstGeom prst="rect">
            <a:avLst/>
          </a:prstGeom>
        </p:spPr>
      </p:pic>
      <p:sp>
        <p:nvSpPr>
          <p:cNvPr id="9" name="Title 1">
            <a:extLst>
              <a:ext uri="{FF2B5EF4-FFF2-40B4-BE49-F238E27FC236}">
                <a16:creationId xmlns:a16="http://schemas.microsoft.com/office/drawing/2014/main" id="{4B79FF3B-6D13-9BB7-7E5A-8DFCB443B54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698500" y="2647948"/>
            <a:ext cx="8474200" cy="2080640"/>
          </a:xfrm>
        </p:spPr>
        <p:txBody>
          <a:bodyPr anchor="t"/>
          <a:lstStyle>
            <a:lvl1pPr algn="l">
              <a:lnSpc>
                <a:spcPct val="80000"/>
              </a:lnSpc>
              <a:defRPr sz="6000" b="1" i="0">
                <a:latin typeface="Söhne Halbfett" panose="020B0503030202060203" pitchFamily="34" charset="77"/>
                <a:cs typeface="Söhne Halbfett" panose="020B0503030202060203" pitchFamily="34" charset="77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Subtitle 2">
            <a:extLst>
              <a:ext uri="{FF2B5EF4-FFF2-40B4-BE49-F238E27FC236}">
                <a16:creationId xmlns:a16="http://schemas.microsoft.com/office/drawing/2014/main" id="{9FC66BC9-1796-56FA-C464-4D64D24ABD0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698500" y="4969418"/>
            <a:ext cx="8017000" cy="952916"/>
          </a:xfrm>
          <a:prstGeom prst="rect">
            <a:avLst/>
          </a:prstGeom>
        </p:spPr>
        <p:txBody>
          <a:bodyPr/>
          <a:lstStyle>
            <a:lvl1pPr marL="0" indent="0" algn="l">
              <a:spcBef>
                <a:spcPts val="0"/>
              </a:spcBef>
              <a:buNone/>
              <a:defRPr sz="3200" b="1" i="0">
                <a:latin typeface="Söhne Halbfett" panose="020B0303030202060203" pitchFamily="34" charset="77"/>
                <a:cs typeface="Söhne Halbfett" panose="020B0303030202060203" pitchFamily="34" charset="77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12" name="Rectangle 4">
            <a:extLst>
              <a:ext uri="{FF2B5EF4-FFF2-40B4-BE49-F238E27FC236}">
                <a16:creationId xmlns:a16="http://schemas.microsoft.com/office/drawing/2014/main" id="{30B7F2D6-FB58-82F3-A644-CBD92602FF82}"/>
              </a:ext>
            </a:extLst>
          </p:cNvPr>
          <p:cNvSpPr/>
          <p:nvPr userDrawn="1"/>
        </p:nvSpPr>
        <p:spPr>
          <a:xfrm rot="10800000">
            <a:off x="415636" y="2647948"/>
            <a:ext cx="1191228" cy="1889127"/>
          </a:xfrm>
          <a:custGeom>
            <a:avLst/>
            <a:gdLst>
              <a:gd name="connsiteX0" fmla="*/ 0 w 2505206"/>
              <a:gd name="connsiteY0" fmla="*/ 0 h 5824603"/>
              <a:gd name="connsiteX1" fmla="*/ 2505206 w 2505206"/>
              <a:gd name="connsiteY1" fmla="*/ 0 h 5824603"/>
              <a:gd name="connsiteX2" fmla="*/ 2505206 w 2505206"/>
              <a:gd name="connsiteY2" fmla="*/ 5824603 h 5824603"/>
              <a:gd name="connsiteX3" fmla="*/ 0 w 2505206"/>
              <a:gd name="connsiteY3" fmla="*/ 5824603 h 5824603"/>
              <a:gd name="connsiteX4" fmla="*/ 0 w 2505206"/>
              <a:gd name="connsiteY4" fmla="*/ 0 h 5824603"/>
              <a:gd name="connsiteX0" fmla="*/ 0 w 3535109"/>
              <a:gd name="connsiteY0" fmla="*/ 0 h 5824603"/>
              <a:gd name="connsiteX1" fmla="*/ 3535109 w 3535109"/>
              <a:gd name="connsiteY1" fmla="*/ 0 h 5824603"/>
              <a:gd name="connsiteX2" fmla="*/ 2505206 w 3535109"/>
              <a:gd name="connsiteY2" fmla="*/ 5824603 h 5824603"/>
              <a:gd name="connsiteX3" fmla="*/ 0 w 3535109"/>
              <a:gd name="connsiteY3" fmla="*/ 5824603 h 5824603"/>
              <a:gd name="connsiteX4" fmla="*/ 0 w 3535109"/>
              <a:gd name="connsiteY4" fmla="*/ 0 h 5824603"/>
              <a:gd name="connsiteX0" fmla="*/ 1126156 w 3535109"/>
              <a:gd name="connsiteY0" fmla="*/ 0 h 5834229"/>
              <a:gd name="connsiteX1" fmla="*/ 3535109 w 3535109"/>
              <a:gd name="connsiteY1" fmla="*/ 9626 h 5834229"/>
              <a:gd name="connsiteX2" fmla="*/ 2505206 w 3535109"/>
              <a:gd name="connsiteY2" fmla="*/ 5834229 h 5834229"/>
              <a:gd name="connsiteX3" fmla="*/ 0 w 3535109"/>
              <a:gd name="connsiteY3" fmla="*/ 5834229 h 5834229"/>
              <a:gd name="connsiteX4" fmla="*/ 1126156 w 3535109"/>
              <a:gd name="connsiteY4" fmla="*/ 0 h 5834229"/>
              <a:gd name="connsiteX0" fmla="*/ 1103854 w 3535109"/>
              <a:gd name="connsiteY0" fmla="*/ 20110 h 5824603"/>
              <a:gd name="connsiteX1" fmla="*/ 3535109 w 3535109"/>
              <a:gd name="connsiteY1" fmla="*/ 0 h 5824603"/>
              <a:gd name="connsiteX2" fmla="*/ 2505206 w 3535109"/>
              <a:gd name="connsiteY2" fmla="*/ 5824603 h 5824603"/>
              <a:gd name="connsiteX3" fmla="*/ 0 w 3535109"/>
              <a:gd name="connsiteY3" fmla="*/ 5824603 h 5824603"/>
              <a:gd name="connsiteX4" fmla="*/ 1103854 w 3535109"/>
              <a:gd name="connsiteY4" fmla="*/ 20110 h 5824603"/>
              <a:gd name="connsiteX0" fmla="*/ 1111288 w 3535109"/>
              <a:gd name="connsiteY0" fmla="*/ 0 h 5826795"/>
              <a:gd name="connsiteX1" fmla="*/ 3535109 w 3535109"/>
              <a:gd name="connsiteY1" fmla="*/ 2192 h 5826795"/>
              <a:gd name="connsiteX2" fmla="*/ 2505206 w 3535109"/>
              <a:gd name="connsiteY2" fmla="*/ 5826795 h 5826795"/>
              <a:gd name="connsiteX3" fmla="*/ 0 w 3535109"/>
              <a:gd name="connsiteY3" fmla="*/ 5826795 h 5826795"/>
              <a:gd name="connsiteX4" fmla="*/ 1111288 w 3535109"/>
              <a:gd name="connsiteY4" fmla="*/ 0 h 5826795"/>
              <a:gd name="connsiteX0" fmla="*/ 1111288 w 4940163"/>
              <a:gd name="connsiteY0" fmla="*/ 0 h 5826795"/>
              <a:gd name="connsiteX1" fmla="*/ 4940163 w 4940163"/>
              <a:gd name="connsiteY1" fmla="*/ 2192 h 5826795"/>
              <a:gd name="connsiteX2" fmla="*/ 2505206 w 4940163"/>
              <a:gd name="connsiteY2" fmla="*/ 5826795 h 5826795"/>
              <a:gd name="connsiteX3" fmla="*/ 0 w 4940163"/>
              <a:gd name="connsiteY3" fmla="*/ 5826795 h 5826795"/>
              <a:gd name="connsiteX4" fmla="*/ 1111288 w 4940163"/>
              <a:gd name="connsiteY4" fmla="*/ 0 h 5826795"/>
              <a:gd name="connsiteX0" fmla="*/ 2486605 w 4940163"/>
              <a:gd name="connsiteY0" fmla="*/ 0 h 5826795"/>
              <a:gd name="connsiteX1" fmla="*/ 4940163 w 4940163"/>
              <a:gd name="connsiteY1" fmla="*/ 2192 h 5826795"/>
              <a:gd name="connsiteX2" fmla="*/ 2505206 w 4940163"/>
              <a:gd name="connsiteY2" fmla="*/ 5826795 h 5826795"/>
              <a:gd name="connsiteX3" fmla="*/ 0 w 4940163"/>
              <a:gd name="connsiteY3" fmla="*/ 5826795 h 5826795"/>
              <a:gd name="connsiteX4" fmla="*/ 2486605 w 4940163"/>
              <a:gd name="connsiteY4" fmla="*/ 0 h 5826795"/>
              <a:gd name="connsiteX0" fmla="*/ 2486605 w 4940163"/>
              <a:gd name="connsiteY0" fmla="*/ 0 h 5826795"/>
              <a:gd name="connsiteX1" fmla="*/ 4940163 w 4940163"/>
              <a:gd name="connsiteY1" fmla="*/ 2192 h 5826795"/>
              <a:gd name="connsiteX2" fmla="*/ 2001457 w 4940163"/>
              <a:gd name="connsiteY2" fmla="*/ 5826795 h 5826795"/>
              <a:gd name="connsiteX3" fmla="*/ 0 w 4940163"/>
              <a:gd name="connsiteY3" fmla="*/ 5826795 h 5826795"/>
              <a:gd name="connsiteX4" fmla="*/ 2486605 w 4940163"/>
              <a:gd name="connsiteY4" fmla="*/ 0 h 5826795"/>
              <a:gd name="connsiteX0" fmla="*/ 2486605 w 4478393"/>
              <a:gd name="connsiteY0" fmla="*/ 10165 h 5836960"/>
              <a:gd name="connsiteX1" fmla="*/ 4478393 w 4478393"/>
              <a:gd name="connsiteY1" fmla="*/ 0 h 5836960"/>
              <a:gd name="connsiteX2" fmla="*/ 2001457 w 4478393"/>
              <a:gd name="connsiteY2" fmla="*/ 5836960 h 5836960"/>
              <a:gd name="connsiteX3" fmla="*/ 0 w 4478393"/>
              <a:gd name="connsiteY3" fmla="*/ 5836960 h 5836960"/>
              <a:gd name="connsiteX4" fmla="*/ 2486605 w 4478393"/>
              <a:gd name="connsiteY4" fmla="*/ 10165 h 5836960"/>
              <a:gd name="connsiteX0" fmla="*/ 2486605 w 4422421"/>
              <a:gd name="connsiteY0" fmla="*/ 10165 h 5836960"/>
              <a:gd name="connsiteX1" fmla="*/ 4422421 w 4422421"/>
              <a:gd name="connsiteY1" fmla="*/ 0 h 5836960"/>
              <a:gd name="connsiteX2" fmla="*/ 2001457 w 4422421"/>
              <a:gd name="connsiteY2" fmla="*/ 5836960 h 5836960"/>
              <a:gd name="connsiteX3" fmla="*/ 0 w 4422421"/>
              <a:gd name="connsiteY3" fmla="*/ 5836960 h 5836960"/>
              <a:gd name="connsiteX4" fmla="*/ 2486605 w 4422421"/>
              <a:gd name="connsiteY4" fmla="*/ 10165 h 5836960"/>
              <a:gd name="connsiteX0" fmla="*/ 2486605 w 4478393"/>
              <a:gd name="connsiteY0" fmla="*/ 0 h 5826795"/>
              <a:gd name="connsiteX1" fmla="*/ 4478393 w 4478393"/>
              <a:gd name="connsiteY1" fmla="*/ 14549 h 5826795"/>
              <a:gd name="connsiteX2" fmla="*/ 2001457 w 4478393"/>
              <a:gd name="connsiteY2" fmla="*/ 5826795 h 5826795"/>
              <a:gd name="connsiteX3" fmla="*/ 0 w 4478393"/>
              <a:gd name="connsiteY3" fmla="*/ 5826795 h 5826795"/>
              <a:gd name="connsiteX4" fmla="*/ 2486605 w 4478393"/>
              <a:gd name="connsiteY4" fmla="*/ 0 h 5826795"/>
              <a:gd name="connsiteX0" fmla="*/ 2486605 w 4522645"/>
              <a:gd name="connsiteY0" fmla="*/ 1082 h 5827877"/>
              <a:gd name="connsiteX1" fmla="*/ 4522645 w 4522645"/>
              <a:gd name="connsiteY1" fmla="*/ 0 h 5827877"/>
              <a:gd name="connsiteX2" fmla="*/ 2001457 w 4522645"/>
              <a:gd name="connsiteY2" fmla="*/ 5827877 h 5827877"/>
              <a:gd name="connsiteX3" fmla="*/ 0 w 4522645"/>
              <a:gd name="connsiteY3" fmla="*/ 5827877 h 5827877"/>
              <a:gd name="connsiteX4" fmla="*/ 2486605 w 4522645"/>
              <a:gd name="connsiteY4" fmla="*/ 1082 h 5827877"/>
              <a:gd name="connsiteX0" fmla="*/ 2486605 w 4491075"/>
              <a:gd name="connsiteY0" fmla="*/ 1082 h 5827877"/>
              <a:gd name="connsiteX1" fmla="*/ 4491075 w 4491075"/>
              <a:gd name="connsiteY1" fmla="*/ 0 h 5827877"/>
              <a:gd name="connsiteX2" fmla="*/ 2001457 w 4491075"/>
              <a:gd name="connsiteY2" fmla="*/ 5827877 h 5827877"/>
              <a:gd name="connsiteX3" fmla="*/ 0 w 4491075"/>
              <a:gd name="connsiteY3" fmla="*/ 5827877 h 5827877"/>
              <a:gd name="connsiteX4" fmla="*/ 2486605 w 4491075"/>
              <a:gd name="connsiteY4" fmla="*/ 1082 h 5827877"/>
              <a:gd name="connsiteX0" fmla="*/ 2616040 w 4620510"/>
              <a:gd name="connsiteY0" fmla="*/ 1082 h 5827877"/>
              <a:gd name="connsiteX1" fmla="*/ 4620510 w 4620510"/>
              <a:gd name="connsiteY1" fmla="*/ 0 h 5827877"/>
              <a:gd name="connsiteX2" fmla="*/ 2130892 w 4620510"/>
              <a:gd name="connsiteY2" fmla="*/ 5827877 h 5827877"/>
              <a:gd name="connsiteX3" fmla="*/ 0 w 4620510"/>
              <a:gd name="connsiteY3" fmla="*/ 5821527 h 5827877"/>
              <a:gd name="connsiteX4" fmla="*/ 2616040 w 4620510"/>
              <a:gd name="connsiteY4" fmla="*/ 1082 h 5827877"/>
              <a:gd name="connsiteX0" fmla="*/ 2616040 w 4620510"/>
              <a:gd name="connsiteY0" fmla="*/ 1082 h 5821527"/>
              <a:gd name="connsiteX1" fmla="*/ 4620510 w 4620510"/>
              <a:gd name="connsiteY1" fmla="*/ 0 h 5821527"/>
              <a:gd name="connsiteX2" fmla="*/ 1828876 w 4620510"/>
              <a:gd name="connsiteY2" fmla="*/ 5821527 h 5821527"/>
              <a:gd name="connsiteX3" fmla="*/ 0 w 4620510"/>
              <a:gd name="connsiteY3" fmla="*/ 5821527 h 5821527"/>
              <a:gd name="connsiteX4" fmla="*/ 2616040 w 4620510"/>
              <a:gd name="connsiteY4" fmla="*/ 1082 h 5821527"/>
              <a:gd name="connsiteX0" fmla="*/ 2616040 w 4620510"/>
              <a:gd name="connsiteY0" fmla="*/ 1082 h 5821527"/>
              <a:gd name="connsiteX1" fmla="*/ 4620510 w 4620510"/>
              <a:gd name="connsiteY1" fmla="*/ 0 h 5821527"/>
              <a:gd name="connsiteX2" fmla="*/ 1641914 w 4620510"/>
              <a:gd name="connsiteY2" fmla="*/ 5821527 h 5821527"/>
              <a:gd name="connsiteX3" fmla="*/ 0 w 4620510"/>
              <a:gd name="connsiteY3" fmla="*/ 5821527 h 5821527"/>
              <a:gd name="connsiteX4" fmla="*/ 2616040 w 4620510"/>
              <a:gd name="connsiteY4" fmla="*/ 1082 h 5821527"/>
              <a:gd name="connsiteX0" fmla="*/ 2616040 w 4620510"/>
              <a:gd name="connsiteY0" fmla="*/ 1082 h 5821527"/>
              <a:gd name="connsiteX1" fmla="*/ 4620510 w 4620510"/>
              <a:gd name="connsiteY1" fmla="*/ 0 h 5821527"/>
              <a:gd name="connsiteX2" fmla="*/ 1699441 w 4620510"/>
              <a:gd name="connsiteY2" fmla="*/ 5808827 h 5821527"/>
              <a:gd name="connsiteX3" fmla="*/ 0 w 4620510"/>
              <a:gd name="connsiteY3" fmla="*/ 5821527 h 5821527"/>
              <a:gd name="connsiteX4" fmla="*/ 2616040 w 4620510"/>
              <a:gd name="connsiteY4" fmla="*/ 1082 h 5821527"/>
              <a:gd name="connsiteX0" fmla="*/ 2616040 w 4620510"/>
              <a:gd name="connsiteY0" fmla="*/ 1082 h 5821527"/>
              <a:gd name="connsiteX1" fmla="*/ 4620510 w 4620510"/>
              <a:gd name="connsiteY1" fmla="*/ 0 h 5821527"/>
              <a:gd name="connsiteX2" fmla="*/ 1692250 w 4620510"/>
              <a:gd name="connsiteY2" fmla="*/ 5821527 h 5821527"/>
              <a:gd name="connsiteX3" fmla="*/ 0 w 4620510"/>
              <a:gd name="connsiteY3" fmla="*/ 5821527 h 5821527"/>
              <a:gd name="connsiteX4" fmla="*/ 2616040 w 4620510"/>
              <a:gd name="connsiteY4" fmla="*/ 1082 h 5821527"/>
              <a:gd name="connsiteX0" fmla="*/ 2780776 w 4620510"/>
              <a:gd name="connsiteY0" fmla="*/ 1082 h 5821527"/>
              <a:gd name="connsiteX1" fmla="*/ 4620510 w 4620510"/>
              <a:gd name="connsiteY1" fmla="*/ 0 h 5821527"/>
              <a:gd name="connsiteX2" fmla="*/ 1692250 w 4620510"/>
              <a:gd name="connsiteY2" fmla="*/ 5821527 h 5821527"/>
              <a:gd name="connsiteX3" fmla="*/ 0 w 4620510"/>
              <a:gd name="connsiteY3" fmla="*/ 5821527 h 5821527"/>
              <a:gd name="connsiteX4" fmla="*/ 2780776 w 4620510"/>
              <a:gd name="connsiteY4" fmla="*/ 1082 h 5821527"/>
              <a:gd name="connsiteX0" fmla="*/ 2780776 w 4526375"/>
              <a:gd name="connsiteY0" fmla="*/ 11473 h 5831918"/>
              <a:gd name="connsiteX1" fmla="*/ 4526375 w 4526375"/>
              <a:gd name="connsiteY1" fmla="*/ 0 h 5831918"/>
              <a:gd name="connsiteX2" fmla="*/ 1692250 w 4526375"/>
              <a:gd name="connsiteY2" fmla="*/ 5831918 h 5831918"/>
              <a:gd name="connsiteX3" fmla="*/ 0 w 4526375"/>
              <a:gd name="connsiteY3" fmla="*/ 5831918 h 5831918"/>
              <a:gd name="connsiteX4" fmla="*/ 2780776 w 4526375"/>
              <a:gd name="connsiteY4" fmla="*/ 11473 h 5831918"/>
              <a:gd name="connsiteX0" fmla="*/ 2780776 w 4526375"/>
              <a:gd name="connsiteY0" fmla="*/ 0 h 5820445"/>
              <a:gd name="connsiteX1" fmla="*/ 4526375 w 4526375"/>
              <a:gd name="connsiteY1" fmla="*/ 9309 h 5820445"/>
              <a:gd name="connsiteX2" fmla="*/ 1692250 w 4526375"/>
              <a:gd name="connsiteY2" fmla="*/ 5820445 h 5820445"/>
              <a:gd name="connsiteX3" fmla="*/ 0 w 4526375"/>
              <a:gd name="connsiteY3" fmla="*/ 5820445 h 5820445"/>
              <a:gd name="connsiteX4" fmla="*/ 2780776 w 4526375"/>
              <a:gd name="connsiteY4" fmla="*/ 0 h 5820445"/>
              <a:gd name="connsiteX0" fmla="*/ 2780776 w 4526375"/>
              <a:gd name="connsiteY0" fmla="*/ 6278 h 5811136"/>
              <a:gd name="connsiteX1" fmla="*/ 4526375 w 4526375"/>
              <a:gd name="connsiteY1" fmla="*/ 0 h 5811136"/>
              <a:gd name="connsiteX2" fmla="*/ 1692250 w 4526375"/>
              <a:gd name="connsiteY2" fmla="*/ 5811136 h 5811136"/>
              <a:gd name="connsiteX3" fmla="*/ 0 w 4526375"/>
              <a:gd name="connsiteY3" fmla="*/ 5811136 h 5811136"/>
              <a:gd name="connsiteX4" fmla="*/ 2780776 w 4526375"/>
              <a:gd name="connsiteY4" fmla="*/ 6278 h 5811136"/>
              <a:gd name="connsiteX0" fmla="*/ 2828323 w 4526375"/>
              <a:gd name="connsiteY0" fmla="*/ 0 h 5814189"/>
              <a:gd name="connsiteX1" fmla="*/ 4526375 w 4526375"/>
              <a:gd name="connsiteY1" fmla="*/ 3053 h 5814189"/>
              <a:gd name="connsiteX2" fmla="*/ 1692250 w 4526375"/>
              <a:gd name="connsiteY2" fmla="*/ 5814189 h 5814189"/>
              <a:gd name="connsiteX3" fmla="*/ 0 w 4526375"/>
              <a:gd name="connsiteY3" fmla="*/ 5814189 h 5814189"/>
              <a:gd name="connsiteX4" fmla="*/ 2828323 w 4526375"/>
              <a:gd name="connsiteY4" fmla="*/ 0 h 5814189"/>
              <a:gd name="connsiteX0" fmla="*/ 2828323 w 4526375"/>
              <a:gd name="connsiteY0" fmla="*/ 1048 h 5811136"/>
              <a:gd name="connsiteX1" fmla="*/ 4526375 w 4526375"/>
              <a:gd name="connsiteY1" fmla="*/ 0 h 5811136"/>
              <a:gd name="connsiteX2" fmla="*/ 1692250 w 4526375"/>
              <a:gd name="connsiteY2" fmla="*/ 5811136 h 5811136"/>
              <a:gd name="connsiteX3" fmla="*/ 0 w 4526375"/>
              <a:gd name="connsiteY3" fmla="*/ 5811136 h 5811136"/>
              <a:gd name="connsiteX4" fmla="*/ 2828323 w 4526375"/>
              <a:gd name="connsiteY4" fmla="*/ 1048 h 5811136"/>
              <a:gd name="connsiteX0" fmla="*/ 2207366 w 4526375"/>
              <a:gd name="connsiteY0" fmla="*/ 10475 h 5811136"/>
              <a:gd name="connsiteX1" fmla="*/ 4526375 w 4526375"/>
              <a:gd name="connsiteY1" fmla="*/ 0 h 5811136"/>
              <a:gd name="connsiteX2" fmla="*/ 1692250 w 4526375"/>
              <a:gd name="connsiteY2" fmla="*/ 5811136 h 5811136"/>
              <a:gd name="connsiteX3" fmla="*/ 0 w 4526375"/>
              <a:gd name="connsiteY3" fmla="*/ 5811136 h 5811136"/>
              <a:gd name="connsiteX4" fmla="*/ 2207366 w 4526375"/>
              <a:gd name="connsiteY4" fmla="*/ 10475 h 5811136"/>
              <a:gd name="connsiteX0" fmla="*/ 2197638 w 4526375"/>
              <a:gd name="connsiteY0" fmla="*/ 4125 h 5811136"/>
              <a:gd name="connsiteX1" fmla="*/ 4526375 w 4526375"/>
              <a:gd name="connsiteY1" fmla="*/ 0 h 5811136"/>
              <a:gd name="connsiteX2" fmla="*/ 1692250 w 4526375"/>
              <a:gd name="connsiteY2" fmla="*/ 5811136 h 5811136"/>
              <a:gd name="connsiteX3" fmla="*/ 0 w 4526375"/>
              <a:gd name="connsiteY3" fmla="*/ 5811136 h 5811136"/>
              <a:gd name="connsiteX4" fmla="*/ 2197638 w 4526375"/>
              <a:gd name="connsiteY4" fmla="*/ 4125 h 5811136"/>
              <a:gd name="connsiteX0" fmla="*/ 2187911 w 4526375"/>
              <a:gd name="connsiteY0" fmla="*/ 0 h 5813361"/>
              <a:gd name="connsiteX1" fmla="*/ 4526375 w 4526375"/>
              <a:gd name="connsiteY1" fmla="*/ 2225 h 5813361"/>
              <a:gd name="connsiteX2" fmla="*/ 1692250 w 4526375"/>
              <a:gd name="connsiteY2" fmla="*/ 5813361 h 5813361"/>
              <a:gd name="connsiteX3" fmla="*/ 0 w 4526375"/>
              <a:gd name="connsiteY3" fmla="*/ 5813361 h 5813361"/>
              <a:gd name="connsiteX4" fmla="*/ 2187911 w 4526375"/>
              <a:gd name="connsiteY4" fmla="*/ 0 h 5813361"/>
              <a:gd name="connsiteX0" fmla="*/ 2158728 w 4526375"/>
              <a:gd name="connsiteY0" fmla="*/ 0 h 5813361"/>
              <a:gd name="connsiteX1" fmla="*/ 4526375 w 4526375"/>
              <a:gd name="connsiteY1" fmla="*/ 2225 h 5813361"/>
              <a:gd name="connsiteX2" fmla="*/ 1692250 w 4526375"/>
              <a:gd name="connsiteY2" fmla="*/ 5813361 h 5813361"/>
              <a:gd name="connsiteX3" fmla="*/ 0 w 4526375"/>
              <a:gd name="connsiteY3" fmla="*/ 5813361 h 5813361"/>
              <a:gd name="connsiteX4" fmla="*/ 2158728 w 4526375"/>
              <a:gd name="connsiteY4" fmla="*/ 0 h 5813361"/>
              <a:gd name="connsiteX0" fmla="*/ 2771564 w 5139211"/>
              <a:gd name="connsiteY0" fmla="*/ 0 h 5819711"/>
              <a:gd name="connsiteX1" fmla="*/ 5139211 w 5139211"/>
              <a:gd name="connsiteY1" fmla="*/ 2225 h 5819711"/>
              <a:gd name="connsiteX2" fmla="*/ 2305086 w 5139211"/>
              <a:gd name="connsiteY2" fmla="*/ 5813361 h 5819711"/>
              <a:gd name="connsiteX3" fmla="*/ 0 w 5139211"/>
              <a:gd name="connsiteY3" fmla="*/ 5819711 h 5819711"/>
              <a:gd name="connsiteX4" fmla="*/ 2771564 w 5139211"/>
              <a:gd name="connsiteY4" fmla="*/ 0 h 5819711"/>
              <a:gd name="connsiteX0" fmla="*/ 2771564 w 5139211"/>
              <a:gd name="connsiteY0" fmla="*/ 0 h 5815517"/>
              <a:gd name="connsiteX1" fmla="*/ 5139211 w 5139211"/>
              <a:gd name="connsiteY1" fmla="*/ 2225 h 5815517"/>
              <a:gd name="connsiteX2" fmla="*/ 2305086 w 5139211"/>
              <a:gd name="connsiteY2" fmla="*/ 5813361 h 5815517"/>
              <a:gd name="connsiteX3" fmla="*/ 0 w 5139211"/>
              <a:gd name="connsiteY3" fmla="*/ 5815517 h 5815517"/>
              <a:gd name="connsiteX4" fmla="*/ 2771564 w 5139211"/>
              <a:gd name="connsiteY4" fmla="*/ 0 h 5815517"/>
              <a:gd name="connsiteX0" fmla="*/ 2791575 w 5159222"/>
              <a:gd name="connsiteY0" fmla="*/ 0 h 5815517"/>
              <a:gd name="connsiteX1" fmla="*/ 5159222 w 5159222"/>
              <a:gd name="connsiteY1" fmla="*/ 2225 h 5815517"/>
              <a:gd name="connsiteX2" fmla="*/ 2325097 w 5159222"/>
              <a:gd name="connsiteY2" fmla="*/ 5813361 h 5815517"/>
              <a:gd name="connsiteX3" fmla="*/ 0 w 5159222"/>
              <a:gd name="connsiteY3" fmla="*/ 5815517 h 5815517"/>
              <a:gd name="connsiteX4" fmla="*/ 2791575 w 5159222"/>
              <a:gd name="connsiteY4" fmla="*/ 0 h 58155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159222" h="5815517">
                <a:moveTo>
                  <a:pt x="2791575" y="0"/>
                </a:moveTo>
                <a:lnTo>
                  <a:pt x="5159222" y="2225"/>
                </a:lnTo>
                <a:lnTo>
                  <a:pt x="2325097" y="5813361"/>
                </a:lnTo>
                <a:lnTo>
                  <a:pt x="0" y="5815517"/>
                </a:lnTo>
                <a:lnTo>
                  <a:pt x="2791575" y="0"/>
                </a:lnTo>
                <a:close/>
              </a:path>
            </a:pathLst>
          </a:custGeom>
          <a:solidFill>
            <a:srgbClr val="B6C8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1948364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4">
            <a:extLst>
              <a:ext uri="{FF2B5EF4-FFF2-40B4-BE49-F238E27FC236}">
                <a16:creationId xmlns:a16="http://schemas.microsoft.com/office/drawing/2014/main" id="{CB355830-C605-086C-EF68-50C41AD8256B}"/>
              </a:ext>
            </a:extLst>
          </p:cNvPr>
          <p:cNvSpPr/>
          <p:nvPr userDrawn="1"/>
        </p:nvSpPr>
        <p:spPr>
          <a:xfrm rot="10800000">
            <a:off x="6388859" y="-645851"/>
            <a:ext cx="5606988" cy="8113011"/>
          </a:xfrm>
          <a:custGeom>
            <a:avLst/>
            <a:gdLst>
              <a:gd name="connsiteX0" fmla="*/ 0 w 2505206"/>
              <a:gd name="connsiteY0" fmla="*/ 0 h 5824603"/>
              <a:gd name="connsiteX1" fmla="*/ 2505206 w 2505206"/>
              <a:gd name="connsiteY1" fmla="*/ 0 h 5824603"/>
              <a:gd name="connsiteX2" fmla="*/ 2505206 w 2505206"/>
              <a:gd name="connsiteY2" fmla="*/ 5824603 h 5824603"/>
              <a:gd name="connsiteX3" fmla="*/ 0 w 2505206"/>
              <a:gd name="connsiteY3" fmla="*/ 5824603 h 5824603"/>
              <a:gd name="connsiteX4" fmla="*/ 0 w 2505206"/>
              <a:gd name="connsiteY4" fmla="*/ 0 h 5824603"/>
              <a:gd name="connsiteX0" fmla="*/ 0 w 3535109"/>
              <a:gd name="connsiteY0" fmla="*/ 0 h 5824603"/>
              <a:gd name="connsiteX1" fmla="*/ 3535109 w 3535109"/>
              <a:gd name="connsiteY1" fmla="*/ 0 h 5824603"/>
              <a:gd name="connsiteX2" fmla="*/ 2505206 w 3535109"/>
              <a:gd name="connsiteY2" fmla="*/ 5824603 h 5824603"/>
              <a:gd name="connsiteX3" fmla="*/ 0 w 3535109"/>
              <a:gd name="connsiteY3" fmla="*/ 5824603 h 5824603"/>
              <a:gd name="connsiteX4" fmla="*/ 0 w 3535109"/>
              <a:gd name="connsiteY4" fmla="*/ 0 h 5824603"/>
              <a:gd name="connsiteX0" fmla="*/ 1126156 w 3535109"/>
              <a:gd name="connsiteY0" fmla="*/ 0 h 5834229"/>
              <a:gd name="connsiteX1" fmla="*/ 3535109 w 3535109"/>
              <a:gd name="connsiteY1" fmla="*/ 9626 h 5834229"/>
              <a:gd name="connsiteX2" fmla="*/ 2505206 w 3535109"/>
              <a:gd name="connsiteY2" fmla="*/ 5834229 h 5834229"/>
              <a:gd name="connsiteX3" fmla="*/ 0 w 3535109"/>
              <a:gd name="connsiteY3" fmla="*/ 5834229 h 5834229"/>
              <a:gd name="connsiteX4" fmla="*/ 1126156 w 3535109"/>
              <a:gd name="connsiteY4" fmla="*/ 0 h 5834229"/>
              <a:gd name="connsiteX0" fmla="*/ 1103854 w 3535109"/>
              <a:gd name="connsiteY0" fmla="*/ 20110 h 5824603"/>
              <a:gd name="connsiteX1" fmla="*/ 3535109 w 3535109"/>
              <a:gd name="connsiteY1" fmla="*/ 0 h 5824603"/>
              <a:gd name="connsiteX2" fmla="*/ 2505206 w 3535109"/>
              <a:gd name="connsiteY2" fmla="*/ 5824603 h 5824603"/>
              <a:gd name="connsiteX3" fmla="*/ 0 w 3535109"/>
              <a:gd name="connsiteY3" fmla="*/ 5824603 h 5824603"/>
              <a:gd name="connsiteX4" fmla="*/ 1103854 w 3535109"/>
              <a:gd name="connsiteY4" fmla="*/ 20110 h 5824603"/>
              <a:gd name="connsiteX0" fmla="*/ 1111288 w 3535109"/>
              <a:gd name="connsiteY0" fmla="*/ 0 h 5826795"/>
              <a:gd name="connsiteX1" fmla="*/ 3535109 w 3535109"/>
              <a:gd name="connsiteY1" fmla="*/ 2192 h 5826795"/>
              <a:gd name="connsiteX2" fmla="*/ 2505206 w 3535109"/>
              <a:gd name="connsiteY2" fmla="*/ 5826795 h 5826795"/>
              <a:gd name="connsiteX3" fmla="*/ 0 w 3535109"/>
              <a:gd name="connsiteY3" fmla="*/ 5826795 h 5826795"/>
              <a:gd name="connsiteX4" fmla="*/ 1111288 w 3535109"/>
              <a:gd name="connsiteY4" fmla="*/ 0 h 5826795"/>
              <a:gd name="connsiteX0" fmla="*/ 1111288 w 4940163"/>
              <a:gd name="connsiteY0" fmla="*/ 0 h 5826795"/>
              <a:gd name="connsiteX1" fmla="*/ 4940163 w 4940163"/>
              <a:gd name="connsiteY1" fmla="*/ 2192 h 5826795"/>
              <a:gd name="connsiteX2" fmla="*/ 2505206 w 4940163"/>
              <a:gd name="connsiteY2" fmla="*/ 5826795 h 5826795"/>
              <a:gd name="connsiteX3" fmla="*/ 0 w 4940163"/>
              <a:gd name="connsiteY3" fmla="*/ 5826795 h 5826795"/>
              <a:gd name="connsiteX4" fmla="*/ 1111288 w 4940163"/>
              <a:gd name="connsiteY4" fmla="*/ 0 h 5826795"/>
              <a:gd name="connsiteX0" fmla="*/ 2486605 w 4940163"/>
              <a:gd name="connsiteY0" fmla="*/ 0 h 5826795"/>
              <a:gd name="connsiteX1" fmla="*/ 4940163 w 4940163"/>
              <a:gd name="connsiteY1" fmla="*/ 2192 h 5826795"/>
              <a:gd name="connsiteX2" fmla="*/ 2505206 w 4940163"/>
              <a:gd name="connsiteY2" fmla="*/ 5826795 h 5826795"/>
              <a:gd name="connsiteX3" fmla="*/ 0 w 4940163"/>
              <a:gd name="connsiteY3" fmla="*/ 5826795 h 5826795"/>
              <a:gd name="connsiteX4" fmla="*/ 2486605 w 4940163"/>
              <a:gd name="connsiteY4" fmla="*/ 0 h 5826795"/>
              <a:gd name="connsiteX0" fmla="*/ 2486605 w 4940163"/>
              <a:gd name="connsiteY0" fmla="*/ 0 h 5826795"/>
              <a:gd name="connsiteX1" fmla="*/ 4940163 w 4940163"/>
              <a:gd name="connsiteY1" fmla="*/ 2192 h 5826795"/>
              <a:gd name="connsiteX2" fmla="*/ 2001457 w 4940163"/>
              <a:gd name="connsiteY2" fmla="*/ 5826795 h 5826795"/>
              <a:gd name="connsiteX3" fmla="*/ 0 w 4940163"/>
              <a:gd name="connsiteY3" fmla="*/ 5826795 h 5826795"/>
              <a:gd name="connsiteX4" fmla="*/ 2486605 w 4940163"/>
              <a:gd name="connsiteY4" fmla="*/ 0 h 5826795"/>
              <a:gd name="connsiteX0" fmla="*/ 2486605 w 4478393"/>
              <a:gd name="connsiteY0" fmla="*/ 10165 h 5836960"/>
              <a:gd name="connsiteX1" fmla="*/ 4478393 w 4478393"/>
              <a:gd name="connsiteY1" fmla="*/ 0 h 5836960"/>
              <a:gd name="connsiteX2" fmla="*/ 2001457 w 4478393"/>
              <a:gd name="connsiteY2" fmla="*/ 5836960 h 5836960"/>
              <a:gd name="connsiteX3" fmla="*/ 0 w 4478393"/>
              <a:gd name="connsiteY3" fmla="*/ 5836960 h 5836960"/>
              <a:gd name="connsiteX4" fmla="*/ 2486605 w 4478393"/>
              <a:gd name="connsiteY4" fmla="*/ 10165 h 5836960"/>
              <a:gd name="connsiteX0" fmla="*/ 2486605 w 4422421"/>
              <a:gd name="connsiteY0" fmla="*/ 10165 h 5836960"/>
              <a:gd name="connsiteX1" fmla="*/ 4422421 w 4422421"/>
              <a:gd name="connsiteY1" fmla="*/ 0 h 5836960"/>
              <a:gd name="connsiteX2" fmla="*/ 2001457 w 4422421"/>
              <a:gd name="connsiteY2" fmla="*/ 5836960 h 5836960"/>
              <a:gd name="connsiteX3" fmla="*/ 0 w 4422421"/>
              <a:gd name="connsiteY3" fmla="*/ 5836960 h 5836960"/>
              <a:gd name="connsiteX4" fmla="*/ 2486605 w 4422421"/>
              <a:gd name="connsiteY4" fmla="*/ 10165 h 5836960"/>
              <a:gd name="connsiteX0" fmla="*/ 2486605 w 4478393"/>
              <a:gd name="connsiteY0" fmla="*/ 0 h 5826795"/>
              <a:gd name="connsiteX1" fmla="*/ 4478393 w 4478393"/>
              <a:gd name="connsiteY1" fmla="*/ 14549 h 5826795"/>
              <a:gd name="connsiteX2" fmla="*/ 2001457 w 4478393"/>
              <a:gd name="connsiteY2" fmla="*/ 5826795 h 5826795"/>
              <a:gd name="connsiteX3" fmla="*/ 0 w 4478393"/>
              <a:gd name="connsiteY3" fmla="*/ 5826795 h 5826795"/>
              <a:gd name="connsiteX4" fmla="*/ 2486605 w 4478393"/>
              <a:gd name="connsiteY4" fmla="*/ 0 h 5826795"/>
              <a:gd name="connsiteX0" fmla="*/ 2486605 w 4522645"/>
              <a:gd name="connsiteY0" fmla="*/ 1082 h 5827877"/>
              <a:gd name="connsiteX1" fmla="*/ 4522645 w 4522645"/>
              <a:gd name="connsiteY1" fmla="*/ 0 h 5827877"/>
              <a:gd name="connsiteX2" fmla="*/ 2001457 w 4522645"/>
              <a:gd name="connsiteY2" fmla="*/ 5827877 h 5827877"/>
              <a:gd name="connsiteX3" fmla="*/ 0 w 4522645"/>
              <a:gd name="connsiteY3" fmla="*/ 5827877 h 5827877"/>
              <a:gd name="connsiteX4" fmla="*/ 2486605 w 4522645"/>
              <a:gd name="connsiteY4" fmla="*/ 1082 h 5827877"/>
              <a:gd name="connsiteX0" fmla="*/ 2486605 w 4491075"/>
              <a:gd name="connsiteY0" fmla="*/ 1082 h 5827877"/>
              <a:gd name="connsiteX1" fmla="*/ 4491075 w 4491075"/>
              <a:gd name="connsiteY1" fmla="*/ 0 h 5827877"/>
              <a:gd name="connsiteX2" fmla="*/ 2001457 w 4491075"/>
              <a:gd name="connsiteY2" fmla="*/ 5827877 h 5827877"/>
              <a:gd name="connsiteX3" fmla="*/ 0 w 4491075"/>
              <a:gd name="connsiteY3" fmla="*/ 5827877 h 5827877"/>
              <a:gd name="connsiteX4" fmla="*/ 2486605 w 4491075"/>
              <a:gd name="connsiteY4" fmla="*/ 1082 h 5827877"/>
              <a:gd name="connsiteX0" fmla="*/ 2616040 w 4620510"/>
              <a:gd name="connsiteY0" fmla="*/ 1082 h 5827877"/>
              <a:gd name="connsiteX1" fmla="*/ 4620510 w 4620510"/>
              <a:gd name="connsiteY1" fmla="*/ 0 h 5827877"/>
              <a:gd name="connsiteX2" fmla="*/ 2130892 w 4620510"/>
              <a:gd name="connsiteY2" fmla="*/ 5827877 h 5827877"/>
              <a:gd name="connsiteX3" fmla="*/ 0 w 4620510"/>
              <a:gd name="connsiteY3" fmla="*/ 5821527 h 5827877"/>
              <a:gd name="connsiteX4" fmla="*/ 2616040 w 4620510"/>
              <a:gd name="connsiteY4" fmla="*/ 1082 h 5827877"/>
              <a:gd name="connsiteX0" fmla="*/ 2616040 w 4620510"/>
              <a:gd name="connsiteY0" fmla="*/ 1082 h 5821527"/>
              <a:gd name="connsiteX1" fmla="*/ 4620510 w 4620510"/>
              <a:gd name="connsiteY1" fmla="*/ 0 h 5821527"/>
              <a:gd name="connsiteX2" fmla="*/ 1828876 w 4620510"/>
              <a:gd name="connsiteY2" fmla="*/ 5821527 h 5821527"/>
              <a:gd name="connsiteX3" fmla="*/ 0 w 4620510"/>
              <a:gd name="connsiteY3" fmla="*/ 5821527 h 5821527"/>
              <a:gd name="connsiteX4" fmla="*/ 2616040 w 4620510"/>
              <a:gd name="connsiteY4" fmla="*/ 1082 h 5821527"/>
              <a:gd name="connsiteX0" fmla="*/ 2616040 w 4620510"/>
              <a:gd name="connsiteY0" fmla="*/ 1082 h 5821527"/>
              <a:gd name="connsiteX1" fmla="*/ 4620510 w 4620510"/>
              <a:gd name="connsiteY1" fmla="*/ 0 h 5821527"/>
              <a:gd name="connsiteX2" fmla="*/ 1641914 w 4620510"/>
              <a:gd name="connsiteY2" fmla="*/ 5821527 h 5821527"/>
              <a:gd name="connsiteX3" fmla="*/ 0 w 4620510"/>
              <a:gd name="connsiteY3" fmla="*/ 5821527 h 5821527"/>
              <a:gd name="connsiteX4" fmla="*/ 2616040 w 4620510"/>
              <a:gd name="connsiteY4" fmla="*/ 1082 h 5821527"/>
              <a:gd name="connsiteX0" fmla="*/ 2616040 w 4620510"/>
              <a:gd name="connsiteY0" fmla="*/ 1082 h 5821527"/>
              <a:gd name="connsiteX1" fmla="*/ 4620510 w 4620510"/>
              <a:gd name="connsiteY1" fmla="*/ 0 h 5821527"/>
              <a:gd name="connsiteX2" fmla="*/ 1699441 w 4620510"/>
              <a:gd name="connsiteY2" fmla="*/ 5808827 h 5821527"/>
              <a:gd name="connsiteX3" fmla="*/ 0 w 4620510"/>
              <a:gd name="connsiteY3" fmla="*/ 5821527 h 5821527"/>
              <a:gd name="connsiteX4" fmla="*/ 2616040 w 4620510"/>
              <a:gd name="connsiteY4" fmla="*/ 1082 h 5821527"/>
              <a:gd name="connsiteX0" fmla="*/ 2616040 w 4620510"/>
              <a:gd name="connsiteY0" fmla="*/ 1082 h 5821527"/>
              <a:gd name="connsiteX1" fmla="*/ 4620510 w 4620510"/>
              <a:gd name="connsiteY1" fmla="*/ 0 h 5821527"/>
              <a:gd name="connsiteX2" fmla="*/ 1692250 w 4620510"/>
              <a:gd name="connsiteY2" fmla="*/ 5821527 h 5821527"/>
              <a:gd name="connsiteX3" fmla="*/ 0 w 4620510"/>
              <a:gd name="connsiteY3" fmla="*/ 5821527 h 5821527"/>
              <a:gd name="connsiteX4" fmla="*/ 2616040 w 4620510"/>
              <a:gd name="connsiteY4" fmla="*/ 1082 h 5821527"/>
              <a:gd name="connsiteX0" fmla="*/ 2780776 w 4620510"/>
              <a:gd name="connsiteY0" fmla="*/ 1082 h 5821527"/>
              <a:gd name="connsiteX1" fmla="*/ 4620510 w 4620510"/>
              <a:gd name="connsiteY1" fmla="*/ 0 h 5821527"/>
              <a:gd name="connsiteX2" fmla="*/ 1692250 w 4620510"/>
              <a:gd name="connsiteY2" fmla="*/ 5821527 h 5821527"/>
              <a:gd name="connsiteX3" fmla="*/ 0 w 4620510"/>
              <a:gd name="connsiteY3" fmla="*/ 5821527 h 5821527"/>
              <a:gd name="connsiteX4" fmla="*/ 2780776 w 4620510"/>
              <a:gd name="connsiteY4" fmla="*/ 1082 h 5821527"/>
              <a:gd name="connsiteX0" fmla="*/ 2780776 w 4526375"/>
              <a:gd name="connsiteY0" fmla="*/ 11473 h 5831918"/>
              <a:gd name="connsiteX1" fmla="*/ 4526375 w 4526375"/>
              <a:gd name="connsiteY1" fmla="*/ 0 h 5831918"/>
              <a:gd name="connsiteX2" fmla="*/ 1692250 w 4526375"/>
              <a:gd name="connsiteY2" fmla="*/ 5831918 h 5831918"/>
              <a:gd name="connsiteX3" fmla="*/ 0 w 4526375"/>
              <a:gd name="connsiteY3" fmla="*/ 5831918 h 5831918"/>
              <a:gd name="connsiteX4" fmla="*/ 2780776 w 4526375"/>
              <a:gd name="connsiteY4" fmla="*/ 11473 h 5831918"/>
              <a:gd name="connsiteX0" fmla="*/ 2780776 w 4526375"/>
              <a:gd name="connsiteY0" fmla="*/ 0 h 5820445"/>
              <a:gd name="connsiteX1" fmla="*/ 4526375 w 4526375"/>
              <a:gd name="connsiteY1" fmla="*/ 9309 h 5820445"/>
              <a:gd name="connsiteX2" fmla="*/ 1692250 w 4526375"/>
              <a:gd name="connsiteY2" fmla="*/ 5820445 h 5820445"/>
              <a:gd name="connsiteX3" fmla="*/ 0 w 4526375"/>
              <a:gd name="connsiteY3" fmla="*/ 5820445 h 5820445"/>
              <a:gd name="connsiteX4" fmla="*/ 2780776 w 4526375"/>
              <a:gd name="connsiteY4" fmla="*/ 0 h 5820445"/>
              <a:gd name="connsiteX0" fmla="*/ 2780776 w 4526375"/>
              <a:gd name="connsiteY0" fmla="*/ 6278 h 5811136"/>
              <a:gd name="connsiteX1" fmla="*/ 4526375 w 4526375"/>
              <a:gd name="connsiteY1" fmla="*/ 0 h 5811136"/>
              <a:gd name="connsiteX2" fmla="*/ 1692250 w 4526375"/>
              <a:gd name="connsiteY2" fmla="*/ 5811136 h 5811136"/>
              <a:gd name="connsiteX3" fmla="*/ 0 w 4526375"/>
              <a:gd name="connsiteY3" fmla="*/ 5811136 h 5811136"/>
              <a:gd name="connsiteX4" fmla="*/ 2780776 w 4526375"/>
              <a:gd name="connsiteY4" fmla="*/ 6278 h 5811136"/>
              <a:gd name="connsiteX0" fmla="*/ 2828323 w 4526375"/>
              <a:gd name="connsiteY0" fmla="*/ 0 h 5814189"/>
              <a:gd name="connsiteX1" fmla="*/ 4526375 w 4526375"/>
              <a:gd name="connsiteY1" fmla="*/ 3053 h 5814189"/>
              <a:gd name="connsiteX2" fmla="*/ 1692250 w 4526375"/>
              <a:gd name="connsiteY2" fmla="*/ 5814189 h 5814189"/>
              <a:gd name="connsiteX3" fmla="*/ 0 w 4526375"/>
              <a:gd name="connsiteY3" fmla="*/ 5814189 h 5814189"/>
              <a:gd name="connsiteX4" fmla="*/ 2828323 w 4526375"/>
              <a:gd name="connsiteY4" fmla="*/ 0 h 5814189"/>
              <a:gd name="connsiteX0" fmla="*/ 2828323 w 4526375"/>
              <a:gd name="connsiteY0" fmla="*/ 1048 h 5811136"/>
              <a:gd name="connsiteX1" fmla="*/ 4526375 w 4526375"/>
              <a:gd name="connsiteY1" fmla="*/ 0 h 5811136"/>
              <a:gd name="connsiteX2" fmla="*/ 1692250 w 4526375"/>
              <a:gd name="connsiteY2" fmla="*/ 5811136 h 5811136"/>
              <a:gd name="connsiteX3" fmla="*/ 0 w 4526375"/>
              <a:gd name="connsiteY3" fmla="*/ 5811136 h 5811136"/>
              <a:gd name="connsiteX4" fmla="*/ 2828323 w 4526375"/>
              <a:gd name="connsiteY4" fmla="*/ 1048 h 5811136"/>
              <a:gd name="connsiteX0" fmla="*/ 1712019 w 4526375"/>
              <a:gd name="connsiteY0" fmla="*/ 1048 h 5811136"/>
              <a:gd name="connsiteX1" fmla="*/ 4526375 w 4526375"/>
              <a:gd name="connsiteY1" fmla="*/ 0 h 5811136"/>
              <a:gd name="connsiteX2" fmla="*/ 1692250 w 4526375"/>
              <a:gd name="connsiteY2" fmla="*/ 5811136 h 5811136"/>
              <a:gd name="connsiteX3" fmla="*/ 0 w 4526375"/>
              <a:gd name="connsiteY3" fmla="*/ 5811136 h 5811136"/>
              <a:gd name="connsiteX4" fmla="*/ 1712019 w 4526375"/>
              <a:gd name="connsiteY4" fmla="*/ 1048 h 5811136"/>
              <a:gd name="connsiteX0" fmla="*/ 2828323 w 5642679"/>
              <a:gd name="connsiteY0" fmla="*/ 1048 h 5811136"/>
              <a:gd name="connsiteX1" fmla="*/ 5642679 w 5642679"/>
              <a:gd name="connsiteY1" fmla="*/ 0 h 5811136"/>
              <a:gd name="connsiteX2" fmla="*/ 2808554 w 5642679"/>
              <a:gd name="connsiteY2" fmla="*/ 5811136 h 5811136"/>
              <a:gd name="connsiteX3" fmla="*/ 0 w 5642679"/>
              <a:gd name="connsiteY3" fmla="*/ 5811136 h 5811136"/>
              <a:gd name="connsiteX4" fmla="*/ 2828323 w 5642679"/>
              <a:gd name="connsiteY4" fmla="*/ 1048 h 58111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642679" h="5811136">
                <a:moveTo>
                  <a:pt x="2828323" y="1048"/>
                </a:moveTo>
                <a:lnTo>
                  <a:pt x="5642679" y="0"/>
                </a:lnTo>
                <a:lnTo>
                  <a:pt x="2808554" y="5811136"/>
                </a:lnTo>
                <a:lnTo>
                  <a:pt x="0" y="5811136"/>
                </a:lnTo>
                <a:lnTo>
                  <a:pt x="2828323" y="1048"/>
                </a:lnTo>
                <a:close/>
              </a:path>
            </a:pathLst>
          </a:custGeom>
          <a:solidFill>
            <a:srgbClr val="B6C800">
              <a:alpha val="75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E25674-EFEC-ACF2-AFCB-5DD8AA0667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116756" y="6356350"/>
            <a:ext cx="3489542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ECF6E4-E279-32C0-CD5F-B94A164AD3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382188" y="6362700"/>
            <a:ext cx="630763" cy="365125"/>
          </a:xfrm>
          <a:prstGeom prst="rect">
            <a:avLst/>
          </a:prstGeom>
        </p:spPr>
        <p:txBody>
          <a:bodyPr/>
          <a:lstStyle>
            <a:lvl1pPr algn="l">
              <a:defRPr/>
            </a:lvl1pPr>
          </a:lstStyle>
          <a:p>
            <a:fld id="{7C8598A7-94B2-594C-8A98-02B4613DD734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53" name="Graphic 52">
            <a:extLst>
              <a:ext uri="{FF2B5EF4-FFF2-40B4-BE49-F238E27FC236}">
                <a16:creationId xmlns:a16="http://schemas.microsoft.com/office/drawing/2014/main" id="{938BC0C9-96EC-1326-CE6B-54CA4006F7E2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76076" y="529779"/>
            <a:ext cx="3357276" cy="250630"/>
          </a:xfrm>
          <a:prstGeom prst="rect">
            <a:avLst/>
          </a:prstGeom>
        </p:spPr>
      </p:pic>
      <p:pic>
        <p:nvPicPr>
          <p:cNvPr id="54" name="Graphic 53">
            <a:extLst>
              <a:ext uri="{FF2B5EF4-FFF2-40B4-BE49-F238E27FC236}">
                <a16:creationId xmlns:a16="http://schemas.microsoft.com/office/drawing/2014/main" id="{A4FA8EBB-EACB-3866-C10B-045D01AADA24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093023" y="5922334"/>
            <a:ext cx="1747558" cy="646357"/>
          </a:xfrm>
          <a:prstGeom prst="rect">
            <a:avLst/>
          </a:prstGeom>
        </p:spPr>
      </p:pic>
      <p:pic>
        <p:nvPicPr>
          <p:cNvPr id="10" name="Graphic 9">
            <a:extLst>
              <a:ext uri="{FF2B5EF4-FFF2-40B4-BE49-F238E27FC236}">
                <a16:creationId xmlns:a16="http://schemas.microsoft.com/office/drawing/2014/main" id="{AB0BF9D6-10FA-A925-1C73-EA2D0EBCEAA0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60576" y="899168"/>
            <a:ext cx="2863629" cy="1152581"/>
          </a:xfrm>
          <a:prstGeom prst="rect">
            <a:avLst/>
          </a:prstGeom>
        </p:spPr>
      </p:pic>
      <p:sp>
        <p:nvSpPr>
          <p:cNvPr id="7" name="Title 1">
            <a:extLst>
              <a:ext uri="{FF2B5EF4-FFF2-40B4-BE49-F238E27FC236}">
                <a16:creationId xmlns:a16="http://schemas.microsoft.com/office/drawing/2014/main" id="{B50FAB12-35E0-13B5-DC9F-16E97A6A756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698500" y="2647948"/>
            <a:ext cx="8474200" cy="2080640"/>
          </a:xfrm>
        </p:spPr>
        <p:txBody>
          <a:bodyPr anchor="t"/>
          <a:lstStyle>
            <a:lvl1pPr algn="l">
              <a:lnSpc>
                <a:spcPct val="80000"/>
              </a:lnSpc>
              <a:defRPr sz="6000" b="1" i="0">
                <a:latin typeface="Söhne Halbfett" panose="020B0503030202060203" pitchFamily="34" charset="77"/>
                <a:cs typeface="Söhne Halbfett" panose="020B0503030202060203" pitchFamily="34" charset="77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" name="Subtitle 2">
            <a:extLst>
              <a:ext uri="{FF2B5EF4-FFF2-40B4-BE49-F238E27FC236}">
                <a16:creationId xmlns:a16="http://schemas.microsoft.com/office/drawing/2014/main" id="{AA22786A-29B5-604E-2FA4-22ED7A09D29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698500" y="4969418"/>
            <a:ext cx="8017000" cy="952916"/>
          </a:xfrm>
          <a:prstGeom prst="rect">
            <a:avLst/>
          </a:prstGeom>
        </p:spPr>
        <p:txBody>
          <a:bodyPr/>
          <a:lstStyle>
            <a:lvl1pPr marL="0" indent="0" algn="l">
              <a:spcBef>
                <a:spcPts val="0"/>
              </a:spcBef>
              <a:buNone/>
              <a:defRPr sz="3200" b="0" i="0">
                <a:latin typeface="Söhne Halbfett" panose="020B0303030202060203" pitchFamily="34" charset="77"/>
                <a:cs typeface="Söhne Halbfett" panose="020B0303030202060203" pitchFamily="34" charset="77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9" name="Rectangle 4">
            <a:extLst>
              <a:ext uri="{FF2B5EF4-FFF2-40B4-BE49-F238E27FC236}">
                <a16:creationId xmlns:a16="http://schemas.microsoft.com/office/drawing/2014/main" id="{0F803A0B-9F9D-CD63-F4F8-8D909417DDF5}"/>
              </a:ext>
            </a:extLst>
          </p:cNvPr>
          <p:cNvSpPr/>
          <p:nvPr userDrawn="1"/>
        </p:nvSpPr>
        <p:spPr>
          <a:xfrm rot="10800000">
            <a:off x="415636" y="2647948"/>
            <a:ext cx="1191228" cy="1889127"/>
          </a:xfrm>
          <a:custGeom>
            <a:avLst/>
            <a:gdLst>
              <a:gd name="connsiteX0" fmla="*/ 0 w 2505206"/>
              <a:gd name="connsiteY0" fmla="*/ 0 h 5824603"/>
              <a:gd name="connsiteX1" fmla="*/ 2505206 w 2505206"/>
              <a:gd name="connsiteY1" fmla="*/ 0 h 5824603"/>
              <a:gd name="connsiteX2" fmla="*/ 2505206 w 2505206"/>
              <a:gd name="connsiteY2" fmla="*/ 5824603 h 5824603"/>
              <a:gd name="connsiteX3" fmla="*/ 0 w 2505206"/>
              <a:gd name="connsiteY3" fmla="*/ 5824603 h 5824603"/>
              <a:gd name="connsiteX4" fmla="*/ 0 w 2505206"/>
              <a:gd name="connsiteY4" fmla="*/ 0 h 5824603"/>
              <a:gd name="connsiteX0" fmla="*/ 0 w 3535109"/>
              <a:gd name="connsiteY0" fmla="*/ 0 h 5824603"/>
              <a:gd name="connsiteX1" fmla="*/ 3535109 w 3535109"/>
              <a:gd name="connsiteY1" fmla="*/ 0 h 5824603"/>
              <a:gd name="connsiteX2" fmla="*/ 2505206 w 3535109"/>
              <a:gd name="connsiteY2" fmla="*/ 5824603 h 5824603"/>
              <a:gd name="connsiteX3" fmla="*/ 0 w 3535109"/>
              <a:gd name="connsiteY3" fmla="*/ 5824603 h 5824603"/>
              <a:gd name="connsiteX4" fmla="*/ 0 w 3535109"/>
              <a:gd name="connsiteY4" fmla="*/ 0 h 5824603"/>
              <a:gd name="connsiteX0" fmla="*/ 1126156 w 3535109"/>
              <a:gd name="connsiteY0" fmla="*/ 0 h 5834229"/>
              <a:gd name="connsiteX1" fmla="*/ 3535109 w 3535109"/>
              <a:gd name="connsiteY1" fmla="*/ 9626 h 5834229"/>
              <a:gd name="connsiteX2" fmla="*/ 2505206 w 3535109"/>
              <a:gd name="connsiteY2" fmla="*/ 5834229 h 5834229"/>
              <a:gd name="connsiteX3" fmla="*/ 0 w 3535109"/>
              <a:gd name="connsiteY3" fmla="*/ 5834229 h 5834229"/>
              <a:gd name="connsiteX4" fmla="*/ 1126156 w 3535109"/>
              <a:gd name="connsiteY4" fmla="*/ 0 h 5834229"/>
              <a:gd name="connsiteX0" fmla="*/ 1103854 w 3535109"/>
              <a:gd name="connsiteY0" fmla="*/ 20110 h 5824603"/>
              <a:gd name="connsiteX1" fmla="*/ 3535109 w 3535109"/>
              <a:gd name="connsiteY1" fmla="*/ 0 h 5824603"/>
              <a:gd name="connsiteX2" fmla="*/ 2505206 w 3535109"/>
              <a:gd name="connsiteY2" fmla="*/ 5824603 h 5824603"/>
              <a:gd name="connsiteX3" fmla="*/ 0 w 3535109"/>
              <a:gd name="connsiteY3" fmla="*/ 5824603 h 5824603"/>
              <a:gd name="connsiteX4" fmla="*/ 1103854 w 3535109"/>
              <a:gd name="connsiteY4" fmla="*/ 20110 h 5824603"/>
              <a:gd name="connsiteX0" fmla="*/ 1111288 w 3535109"/>
              <a:gd name="connsiteY0" fmla="*/ 0 h 5826795"/>
              <a:gd name="connsiteX1" fmla="*/ 3535109 w 3535109"/>
              <a:gd name="connsiteY1" fmla="*/ 2192 h 5826795"/>
              <a:gd name="connsiteX2" fmla="*/ 2505206 w 3535109"/>
              <a:gd name="connsiteY2" fmla="*/ 5826795 h 5826795"/>
              <a:gd name="connsiteX3" fmla="*/ 0 w 3535109"/>
              <a:gd name="connsiteY3" fmla="*/ 5826795 h 5826795"/>
              <a:gd name="connsiteX4" fmla="*/ 1111288 w 3535109"/>
              <a:gd name="connsiteY4" fmla="*/ 0 h 5826795"/>
              <a:gd name="connsiteX0" fmla="*/ 1111288 w 4940163"/>
              <a:gd name="connsiteY0" fmla="*/ 0 h 5826795"/>
              <a:gd name="connsiteX1" fmla="*/ 4940163 w 4940163"/>
              <a:gd name="connsiteY1" fmla="*/ 2192 h 5826795"/>
              <a:gd name="connsiteX2" fmla="*/ 2505206 w 4940163"/>
              <a:gd name="connsiteY2" fmla="*/ 5826795 h 5826795"/>
              <a:gd name="connsiteX3" fmla="*/ 0 w 4940163"/>
              <a:gd name="connsiteY3" fmla="*/ 5826795 h 5826795"/>
              <a:gd name="connsiteX4" fmla="*/ 1111288 w 4940163"/>
              <a:gd name="connsiteY4" fmla="*/ 0 h 5826795"/>
              <a:gd name="connsiteX0" fmla="*/ 2486605 w 4940163"/>
              <a:gd name="connsiteY0" fmla="*/ 0 h 5826795"/>
              <a:gd name="connsiteX1" fmla="*/ 4940163 w 4940163"/>
              <a:gd name="connsiteY1" fmla="*/ 2192 h 5826795"/>
              <a:gd name="connsiteX2" fmla="*/ 2505206 w 4940163"/>
              <a:gd name="connsiteY2" fmla="*/ 5826795 h 5826795"/>
              <a:gd name="connsiteX3" fmla="*/ 0 w 4940163"/>
              <a:gd name="connsiteY3" fmla="*/ 5826795 h 5826795"/>
              <a:gd name="connsiteX4" fmla="*/ 2486605 w 4940163"/>
              <a:gd name="connsiteY4" fmla="*/ 0 h 5826795"/>
              <a:gd name="connsiteX0" fmla="*/ 2486605 w 4940163"/>
              <a:gd name="connsiteY0" fmla="*/ 0 h 5826795"/>
              <a:gd name="connsiteX1" fmla="*/ 4940163 w 4940163"/>
              <a:gd name="connsiteY1" fmla="*/ 2192 h 5826795"/>
              <a:gd name="connsiteX2" fmla="*/ 2001457 w 4940163"/>
              <a:gd name="connsiteY2" fmla="*/ 5826795 h 5826795"/>
              <a:gd name="connsiteX3" fmla="*/ 0 w 4940163"/>
              <a:gd name="connsiteY3" fmla="*/ 5826795 h 5826795"/>
              <a:gd name="connsiteX4" fmla="*/ 2486605 w 4940163"/>
              <a:gd name="connsiteY4" fmla="*/ 0 h 5826795"/>
              <a:gd name="connsiteX0" fmla="*/ 2486605 w 4478393"/>
              <a:gd name="connsiteY0" fmla="*/ 10165 h 5836960"/>
              <a:gd name="connsiteX1" fmla="*/ 4478393 w 4478393"/>
              <a:gd name="connsiteY1" fmla="*/ 0 h 5836960"/>
              <a:gd name="connsiteX2" fmla="*/ 2001457 w 4478393"/>
              <a:gd name="connsiteY2" fmla="*/ 5836960 h 5836960"/>
              <a:gd name="connsiteX3" fmla="*/ 0 w 4478393"/>
              <a:gd name="connsiteY3" fmla="*/ 5836960 h 5836960"/>
              <a:gd name="connsiteX4" fmla="*/ 2486605 w 4478393"/>
              <a:gd name="connsiteY4" fmla="*/ 10165 h 5836960"/>
              <a:gd name="connsiteX0" fmla="*/ 2486605 w 4422421"/>
              <a:gd name="connsiteY0" fmla="*/ 10165 h 5836960"/>
              <a:gd name="connsiteX1" fmla="*/ 4422421 w 4422421"/>
              <a:gd name="connsiteY1" fmla="*/ 0 h 5836960"/>
              <a:gd name="connsiteX2" fmla="*/ 2001457 w 4422421"/>
              <a:gd name="connsiteY2" fmla="*/ 5836960 h 5836960"/>
              <a:gd name="connsiteX3" fmla="*/ 0 w 4422421"/>
              <a:gd name="connsiteY3" fmla="*/ 5836960 h 5836960"/>
              <a:gd name="connsiteX4" fmla="*/ 2486605 w 4422421"/>
              <a:gd name="connsiteY4" fmla="*/ 10165 h 5836960"/>
              <a:gd name="connsiteX0" fmla="*/ 2486605 w 4478393"/>
              <a:gd name="connsiteY0" fmla="*/ 0 h 5826795"/>
              <a:gd name="connsiteX1" fmla="*/ 4478393 w 4478393"/>
              <a:gd name="connsiteY1" fmla="*/ 14549 h 5826795"/>
              <a:gd name="connsiteX2" fmla="*/ 2001457 w 4478393"/>
              <a:gd name="connsiteY2" fmla="*/ 5826795 h 5826795"/>
              <a:gd name="connsiteX3" fmla="*/ 0 w 4478393"/>
              <a:gd name="connsiteY3" fmla="*/ 5826795 h 5826795"/>
              <a:gd name="connsiteX4" fmla="*/ 2486605 w 4478393"/>
              <a:gd name="connsiteY4" fmla="*/ 0 h 5826795"/>
              <a:gd name="connsiteX0" fmla="*/ 2486605 w 4522645"/>
              <a:gd name="connsiteY0" fmla="*/ 1082 h 5827877"/>
              <a:gd name="connsiteX1" fmla="*/ 4522645 w 4522645"/>
              <a:gd name="connsiteY1" fmla="*/ 0 h 5827877"/>
              <a:gd name="connsiteX2" fmla="*/ 2001457 w 4522645"/>
              <a:gd name="connsiteY2" fmla="*/ 5827877 h 5827877"/>
              <a:gd name="connsiteX3" fmla="*/ 0 w 4522645"/>
              <a:gd name="connsiteY3" fmla="*/ 5827877 h 5827877"/>
              <a:gd name="connsiteX4" fmla="*/ 2486605 w 4522645"/>
              <a:gd name="connsiteY4" fmla="*/ 1082 h 5827877"/>
              <a:gd name="connsiteX0" fmla="*/ 2486605 w 4491075"/>
              <a:gd name="connsiteY0" fmla="*/ 1082 h 5827877"/>
              <a:gd name="connsiteX1" fmla="*/ 4491075 w 4491075"/>
              <a:gd name="connsiteY1" fmla="*/ 0 h 5827877"/>
              <a:gd name="connsiteX2" fmla="*/ 2001457 w 4491075"/>
              <a:gd name="connsiteY2" fmla="*/ 5827877 h 5827877"/>
              <a:gd name="connsiteX3" fmla="*/ 0 w 4491075"/>
              <a:gd name="connsiteY3" fmla="*/ 5827877 h 5827877"/>
              <a:gd name="connsiteX4" fmla="*/ 2486605 w 4491075"/>
              <a:gd name="connsiteY4" fmla="*/ 1082 h 5827877"/>
              <a:gd name="connsiteX0" fmla="*/ 2616040 w 4620510"/>
              <a:gd name="connsiteY0" fmla="*/ 1082 h 5827877"/>
              <a:gd name="connsiteX1" fmla="*/ 4620510 w 4620510"/>
              <a:gd name="connsiteY1" fmla="*/ 0 h 5827877"/>
              <a:gd name="connsiteX2" fmla="*/ 2130892 w 4620510"/>
              <a:gd name="connsiteY2" fmla="*/ 5827877 h 5827877"/>
              <a:gd name="connsiteX3" fmla="*/ 0 w 4620510"/>
              <a:gd name="connsiteY3" fmla="*/ 5821527 h 5827877"/>
              <a:gd name="connsiteX4" fmla="*/ 2616040 w 4620510"/>
              <a:gd name="connsiteY4" fmla="*/ 1082 h 5827877"/>
              <a:gd name="connsiteX0" fmla="*/ 2616040 w 4620510"/>
              <a:gd name="connsiteY0" fmla="*/ 1082 h 5821527"/>
              <a:gd name="connsiteX1" fmla="*/ 4620510 w 4620510"/>
              <a:gd name="connsiteY1" fmla="*/ 0 h 5821527"/>
              <a:gd name="connsiteX2" fmla="*/ 1828876 w 4620510"/>
              <a:gd name="connsiteY2" fmla="*/ 5821527 h 5821527"/>
              <a:gd name="connsiteX3" fmla="*/ 0 w 4620510"/>
              <a:gd name="connsiteY3" fmla="*/ 5821527 h 5821527"/>
              <a:gd name="connsiteX4" fmla="*/ 2616040 w 4620510"/>
              <a:gd name="connsiteY4" fmla="*/ 1082 h 5821527"/>
              <a:gd name="connsiteX0" fmla="*/ 2616040 w 4620510"/>
              <a:gd name="connsiteY0" fmla="*/ 1082 h 5821527"/>
              <a:gd name="connsiteX1" fmla="*/ 4620510 w 4620510"/>
              <a:gd name="connsiteY1" fmla="*/ 0 h 5821527"/>
              <a:gd name="connsiteX2" fmla="*/ 1641914 w 4620510"/>
              <a:gd name="connsiteY2" fmla="*/ 5821527 h 5821527"/>
              <a:gd name="connsiteX3" fmla="*/ 0 w 4620510"/>
              <a:gd name="connsiteY3" fmla="*/ 5821527 h 5821527"/>
              <a:gd name="connsiteX4" fmla="*/ 2616040 w 4620510"/>
              <a:gd name="connsiteY4" fmla="*/ 1082 h 5821527"/>
              <a:gd name="connsiteX0" fmla="*/ 2616040 w 4620510"/>
              <a:gd name="connsiteY0" fmla="*/ 1082 h 5821527"/>
              <a:gd name="connsiteX1" fmla="*/ 4620510 w 4620510"/>
              <a:gd name="connsiteY1" fmla="*/ 0 h 5821527"/>
              <a:gd name="connsiteX2" fmla="*/ 1699441 w 4620510"/>
              <a:gd name="connsiteY2" fmla="*/ 5808827 h 5821527"/>
              <a:gd name="connsiteX3" fmla="*/ 0 w 4620510"/>
              <a:gd name="connsiteY3" fmla="*/ 5821527 h 5821527"/>
              <a:gd name="connsiteX4" fmla="*/ 2616040 w 4620510"/>
              <a:gd name="connsiteY4" fmla="*/ 1082 h 5821527"/>
              <a:gd name="connsiteX0" fmla="*/ 2616040 w 4620510"/>
              <a:gd name="connsiteY0" fmla="*/ 1082 h 5821527"/>
              <a:gd name="connsiteX1" fmla="*/ 4620510 w 4620510"/>
              <a:gd name="connsiteY1" fmla="*/ 0 h 5821527"/>
              <a:gd name="connsiteX2" fmla="*/ 1692250 w 4620510"/>
              <a:gd name="connsiteY2" fmla="*/ 5821527 h 5821527"/>
              <a:gd name="connsiteX3" fmla="*/ 0 w 4620510"/>
              <a:gd name="connsiteY3" fmla="*/ 5821527 h 5821527"/>
              <a:gd name="connsiteX4" fmla="*/ 2616040 w 4620510"/>
              <a:gd name="connsiteY4" fmla="*/ 1082 h 5821527"/>
              <a:gd name="connsiteX0" fmla="*/ 2780776 w 4620510"/>
              <a:gd name="connsiteY0" fmla="*/ 1082 h 5821527"/>
              <a:gd name="connsiteX1" fmla="*/ 4620510 w 4620510"/>
              <a:gd name="connsiteY1" fmla="*/ 0 h 5821527"/>
              <a:gd name="connsiteX2" fmla="*/ 1692250 w 4620510"/>
              <a:gd name="connsiteY2" fmla="*/ 5821527 h 5821527"/>
              <a:gd name="connsiteX3" fmla="*/ 0 w 4620510"/>
              <a:gd name="connsiteY3" fmla="*/ 5821527 h 5821527"/>
              <a:gd name="connsiteX4" fmla="*/ 2780776 w 4620510"/>
              <a:gd name="connsiteY4" fmla="*/ 1082 h 5821527"/>
              <a:gd name="connsiteX0" fmla="*/ 2780776 w 4526375"/>
              <a:gd name="connsiteY0" fmla="*/ 11473 h 5831918"/>
              <a:gd name="connsiteX1" fmla="*/ 4526375 w 4526375"/>
              <a:gd name="connsiteY1" fmla="*/ 0 h 5831918"/>
              <a:gd name="connsiteX2" fmla="*/ 1692250 w 4526375"/>
              <a:gd name="connsiteY2" fmla="*/ 5831918 h 5831918"/>
              <a:gd name="connsiteX3" fmla="*/ 0 w 4526375"/>
              <a:gd name="connsiteY3" fmla="*/ 5831918 h 5831918"/>
              <a:gd name="connsiteX4" fmla="*/ 2780776 w 4526375"/>
              <a:gd name="connsiteY4" fmla="*/ 11473 h 5831918"/>
              <a:gd name="connsiteX0" fmla="*/ 2780776 w 4526375"/>
              <a:gd name="connsiteY0" fmla="*/ 0 h 5820445"/>
              <a:gd name="connsiteX1" fmla="*/ 4526375 w 4526375"/>
              <a:gd name="connsiteY1" fmla="*/ 9309 h 5820445"/>
              <a:gd name="connsiteX2" fmla="*/ 1692250 w 4526375"/>
              <a:gd name="connsiteY2" fmla="*/ 5820445 h 5820445"/>
              <a:gd name="connsiteX3" fmla="*/ 0 w 4526375"/>
              <a:gd name="connsiteY3" fmla="*/ 5820445 h 5820445"/>
              <a:gd name="connsiteX4" fmla="*/ 2780776 w 4526375"/>
              <a:gd name="connsiteY4" fmla="*/ 0 h 5820445"/>
              <a:gd name="connsiteX0" fmla="*/ 2780776 w 4526375"/>
              <a:gd name="connsiteY0" fmla="*/ 6278 h 5811136"/>
              <a:gd name="connsiteX1" fmla="*/ 4526375 w 4526375"/>
              <a:gd name="connsiteY1" fmla="*/ 0 h 5811136"/>
              <a:gd name="connsiteX2" fmla="*/ 1692250 w 4526375"/>
              <a:gd name="connsiteY2" fmla="*/ 5811136 h 5811136"/>
              <a:gd name="connsiteX3" fmla="*/ 0 w 4526375"/>
              <a:gd name="connsiteY3" fmla="*/ 5811136 h 5811136"/>
              <a:gd name="connsiteX4" fmla="*/ 2780776 w 4526375"/>
              <a:gd name="connsiteY4" fmla="*/ 6278 h 5811136"/>
              <a:gd name="connsiteX0" fmla="*/ 2828323 w 4526375"/>
              <a:gd name="connsiteY0" fmla="*/ 0 h 5814189"/>
              <a:gd name="connsiteX1" fmla="*/ 4526375 w 4526375"/>
              <a:gd name="connsiteY1" fmla="*/ 3053 h 5814189"/>
              <a:gd name="connsiteX2" fmla="*/ 1692250 w 4526375"/>
              <a:gd name="connsiteY2" fmla="*/ 5814189 h 5814189"/>
              <a:gd name="connsiteX3" fmla="*/ 0 w 4526375"/>
              <a:gd name="connsiteY3" fmla="*/ 5814189 h 5814189"/>
              <a:gd name="connsiteX4" fmla="*/ 2828323 w 4526375"/>
              <a:gd name="connsiteY4" fmla="*/ 0 h 5814189"/>
              <a:gd name="connsiteX0" fmla="*/ 2828323 w 4526375"/>
              <a:gd name="connsiteY0" fmla="*/ 1048 h 5811136"/>
              <a:gd name="connsiteX1" fmla="*/ 4526375 w 4526375"/>
              <a:gd name="connsiteY1" fmla="*/ 0 h 5811136"/>
              <a:gd name="connsiteX2" fmla="*/ 1692250 w 4526375"/>
              <a:gd name="connsiteY2" fmla="*/ 5811136 h 5811136"/>
              <a:gd name="connsiteX3" fmla="*/ 0 w 4526375"/>
              <a:gd name="connsiteY3" fmla="*/ 5811136 h 5811136"/>
              <a:gd name="connsiteX4" fmla="*/ 2828323 w 4526375"/>
              <a:gd name="connsiteY4" fmla="*/ 1048 h 5811136"/>
              <a:gd name="connsiteX0" fmla="*/ 2207366 w 4526375"/>
              <a:gd name="connsiteY0" fmla="*/ 10475 h 5811136"/>
              <a:gd name="connsiteX1" fmla="*/ 4526375 w 4526375"/>
              <a:gd name="connsiteY1" fmla="*/ 0 h 5811136"/>
              <a:gd name="connsiteX2" fmla="*/ 1692250 w 4526375"/>
              <a:gd name="connsiteY2" fmla="*/ 5811136 h 5811136"/>
              <a:gd name="connsiteX3" fmla="*/ 0 w 4526375"/>
              <a:gd name="connsiteY3" fmla="*/ 5811136 h 5811136"/>
              <a:gd name="connsiteX4" fmla="*/ 2207366 w 4526375"/>
              <a:gd name="connsiteY4" fmla="*/ 10475 h 5811136"/>
              <a:gd name="connsiteX0" fmla="*/ 2197638 w 4526375"/>
              <a:gd name="connsiteY0" fmla="*/ 4125 h 5811136"/>
              <a:gd name="connsiteX1" fmla="*/ 4526375 w 4526375"/>
              <a:gd name="connsiteY1" fmla="*/ 0 h 5811136"/>
              <a:gd name="connsiteX2" fmla="*/ 1692250 w 4526375"/>
              <a:gd name="connsiteY2" fmla="*/ 5811136 h 5811136"/>
              <a:gd name="connsiteX3" fmla="*/ 0 w 4526375"/>
              <a:gd name="connsiteY3" fmla="*/ 5811136 h 5811136"/>
              <a:gd name="connsiteX4" fmla="*/ 2197638 w 4526375"/>
              <a:gd name="connsiteY4" fmla="*/ 4125 h 5811136"/>
              <a:gd name="connsiteX0" fmla="*/ 2187911 w 4526375"/>
              <a:gd name="connsiteY0" fmla="*/ 0 h 5813361"/>
              <a:gd name="connsiteX1" fmla="*/ 4526375 w 4526375"/>
              <a:gd name="connsiteY1" fmla="*/ 2225 h 5813361"/>
              <a:gd name="connsiteX2" fmla="*/ 1692250 w 4526375"/>
              <a:gd name="connsiteY2" fmla="*/ 5813361 h 5813361"/>
              <a:gd name="connsiteX3" fmla="*/ 0 w 4526375"/>
              <a:gd name="connsiteY3" fmla="*/ 5813361 h 5813361"/>
              <a:gd name="connsiteX4" fmla="*/ 2187911 w 4526375"/>
              <a:gd name="connsiteY4" fmla="*/ 0 h 5813361"/>
              <a:gd name="connsiteX0" fmla="*/ 2158728 w 4526375"/>
              <a:gd name="connsiteY0" fmla="*/ 0 h 5813361"/>
              <a:gd name="connsiteX1" fmla="*/ 4526375 w 4526375"/>
              <a:gd name="connsiteY1" fmla="*/ 2225 h 5813361"/>
              <a:gd name="connsiteX2" fmla="*/ 1692250 w 4526375"/>
              <a:gd name="connsiteY2" fmla="*/ 5813361 h 5813361"/>
              <a:gd name="connsiteX3" fmla="*/ 0 w 4526375"/>
              <a:gd name="connsiteY3" fmla="*/ 5813361 h 5813361"/>
              <a:gd name="connsiteX4" fmla="*/ 2158728 w 4526375"/>
              <a:gd name="connsiteY4" fmla="*/ 0 h 5813361"/>
              <a:gd name="connsiteX0" fmla="*/ 2771564 w 5139211"/>
              <a:gd name="connsiteY0" fmla="*/ 0 h 5819711"/>
              <a:gd name="connsiteX1" fmla="*/ 5139211 w 5139211"/>
              <a:gd name="connsiteY1" fmla="*/ 2225 h 5819711"/>
              <a:gd name="connsiteX2" fmla="*/ 2305086 w 5139211"/>
              <a:gd name="connsiteY2" fmla="*/ 5813361 h 5819711"/>
              <a:gd name="connsiteX3" fmla="*/ 0 w 5139211"/>
              <a:gd name="connsiteY3" fmla="*/ 5819711 h 5819711"/>
              <a:gd name="connsiteX4" fmla="*/ 2771564 w 5139211"/>
              <a:gd name="connsiteY4" fmla="*/ 0 h 5819711"/>
              <a:gd name="connsiteX0" fmla="*/ 2771564 w 5139211"/>
              <a:gd name="connsiteY0" fmla="*/ 0 h 5815517"/>
              <a:gd name="connsiteX1" fmla="*/ 5139211 w 5139211"/>
              <a:gd name="connsiteY1" fmla="*/ 2225 h 5815517"/>
              <a:gd name="connsiteX2" fmla="*/ 2305086 w 5139211"/>
              <a:gd name="connsiteY2" fmla="*/ 5813361 h 5815517"/>
              <a:gd name="connsiteX3" fmla="*/ 0 w 5139211"/>
              <a:gd name="connsiteY3" fmla="*/ 5815517 h 5815517"/>
              <a:gd name="connsiteX4" fmla="*/ 2771564 w 5139211"/>
              <a:gd name="connsiteY4" fmla="*/ 0 h 5815517"/>
              <a:gd name="connsiteX0" fmla="*/ 2791575 w 5159222"/>
              <a:gd name="connsiteY0" fmla="*/ 0 h 5815517"/>
              <a:gd name="connsiteX1" fmla="*/ 5159222 w 5159222"/>
              <a:gd name="connsiteY1" fmla="*/ 2225 h 5815517"/>
              <a:gd name="connsiteX2" fmla="*/ 2325097 w 5159222"/>
              <a:gd name="connsiteY2" fmla="*/ 5813361 h 5815517"/>
              <a:gd name="connsiteX3" fmla="*/ 0 w 5159222"/>
              <a:gd name="connsiteY3" fmla="*/ 5815517 h 5815517"/>
              <a:gd name="connsiteX4" fmla="*/ 2791575 w 5159222"/>
              <a:gd name="connsiteY4" fmla="*/ 0 h 58155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159222" h="5815517">
                <a:moveTo>
                  <a:pt x="2791575" y="0"/>
                </a:moveTo>
                <a:lnTo>
                  <a:pt x="5159222" y="2225"/>
                </a:lnTo>
                <a:lnTo>
                  <a:pt x="2325097" y="5813361"/>
                </a:lnTo>
                <a:lnTo>
                  <a:pt x="0" y="5815517"/>
                </a:lnTo>
                <a:lnTo>
                  <a:pt x="2791575" y="0"/>
                </a:lnTo>
                <a:close/>
              </a:path>
            </a:pathLst>
          </a:custGeom>
          <a:solidFill>
            <a:srgbClr val="B6C8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5245157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4">
            <a:extLst>
              <a:ext uri="{FF2B5EF4-FFF2-40B4-BE49-F238E27FC236}">
                <a16:creationId xmlns:a16="http://schemas.microsoft.com/office/drawing/2014/main" id="{1C92BBE6-82C6-7672-083C-C0F2950D1FFC}"/>
              </a:ext>
            </a:extLst>
          </p:cNvPr>
          <p:cNvSpPr/>
          <p:nvPr userDrawn="1"/>
        </p:nvSpPr>
        <p:spPr>
          <a:xfrm rot="10800000">
            <a:off x="6388859" y="-645851"/>
            <a:ext cx="5606988" cy="8113011"/>
          </a:xfrm>
          <a:custGeom>
            <a:avLst/>
            <a:gdLst>
              <a:gd name="connsiteX0" fmla="*/ 0 w 2505206"/>
              <a:gd name="connsiteY0" fmla="*/ 0 h 5824603"/>
              <a:gd name="connsiteX1" fmla="*/ 2505206 w 2505206"/>
              <a:gd name="connsiteY1" fmla="*/ 0 h 5824603"/>
              <a:gd name="connsiteX2" fmla="*/ 2505206 w 2505206"/>
              <a:gd name="connsiteY2" fmla="*/ 5824603 h 5824603"/>
              <a:gd name="connsiteX3" fmla="*/ 0 w 2505206"/>
              <a:gd name="connsiteY3" fmla="*/ 5824603 h 5824603"/>
              <a:gd name="connsiteX4" fmla="*/ 0 w 2505206"/>
              <a:gd name="connsiteY4" fmla="*/ 0 h 5824603"/>
              <a:gd name="connsiteX0" fmla="*/ 0 w 3535109"/>
              <a:gd name="connsiteY0" fmla="*/ 0 h 5824603"/>
              <a:gd name="connsiteX1" fmla="*/ 3535109 w 3535109"/>
              <a:gd name="connsiteY1" fmla="*/ 0 h 5824603"/>
              <a:gd name="connsiteX2" fmla="*/ 2505206 w 3535109"/>
              <a:gd name="connsiteY2" fmla="*/ 5824603 h 5824603"/>
              <a:gd name="connsiteX3" fmla="*/ 0 w 3535109"/>
              <a:gd name="connsiteY3" fmla="*/ 5824603 h 5824603"/>
              <a:gd name="connsiteX4" fmla="*/ 0 w 3535109"/>
              <a:gd name="connsiteY4" fmla="*/ 0 h 5824603"/>
              <a:gd name="connsiteX0" fmla="*/ 1126156 w 3535109"/>
              <a:gd name="connsiteY0" fmla="*/ 0 h 5834229"/>
              <a:gd name="connsiteX1" fmla="*/ 3535109 w 3535109"/>
              <a:gd name="connsiteY1" fmla="*/ 9626 h 5834229"/>
              <a:gd name="connsiteX2" fmla="*/ 2505206 w 3535109"/>
              <a:gd name="connsiteY2" fmla="*/ 5834229 h 5834229"/>
              <a:gd name="connsiteX3" fmla="*/ 0 w 3535109"/>
              <a:gd name="connsiteY3" fmla="*/ 5834229 h 5834229"/>
              <a:gd name="connsiteX4" fmla="*/ 1126156 w 3535109"/>
              <a:gd name="connsiteY4" fmla="*/ 0 h 5834229"/>
              <a:gd name="connsiteX0" fmla="*/ 1103854 w 3535109"/>
              <a:gd name="connsiteY0" fmla="*/ 20110 h 5824603"/>
              <a:gd name="connsiteX1" fmla="*/ 3535109 w 3535109"/>
              <a:gd name="connsiteY1" fmla="*/ 0 h 5824603"/>
              <a:gd name="connsiteX2" fmla="*/ 2505206 w 3535109"/>
              <a:gd name="connsiteY2" fmla="*/ 5824603 h 5824603"/>
              <a:gd name="connsiteX3" fmla="*/ 0 w 3535109"/>
              <a:gd name="connsiteY3" fmla="*/ 5824603 h 5824603"/>
              <a:gd name="connsiteX4" fmla="*/ 1103854 w 3535109"/>
              <a:gd name="connsiteY4" fmla="*/ 20110 h 5824603"/>
              <a:gd name="connsiteX0" fmla="*/ 1111288 w 3535109"/>
              <a:gd name="connsiteY0" fmla="*/ 0 h 5826795"/>
              <a:gd name="connsiteX1" fmla="*/ 3535109 w 3535109"/>
              <a:gd name="connsiteY1" fmla="*/ 2192 h 5826795"/>
              <a:gd name="connsiteX2" fmla="*/ 2505206 w 3535109"/>
              <a:gd name="connsiteY2" fmla="*/ 5826795 h 5826795"/>
              <a:gd name="connsiteX3" fmla="*/ 0 w 3535109"/>
              <a:gd name="connsiteY3" fmla="*/ 5826795 h 5826795"/>
              <a:gd name="connsiteX4" fmla="*/ 1111288 w 3535109"/>
              <a:gd name="connsiteY4" fmla="*/ 0 h 5826795"/>
              <a:gd name="connsiteX0" fmla="*/ 1111288 w 4940163"/>
              <a:gd name="connsiteY0" fmla="*/ 0 h 5826795"/>
              <a:gd name="connsiteX1" fmla="*/ 4940163 w 4940163"/>
              <a:gd name="connsiteY1" fmla="*/ 2192 h 5826795"/>
              <a:gd name="connsiteX2" fmla="*/ 2505206 w 4940163"/>
              <a:gd name="connsiteY2" fmla="*/ 5826795 h 5826795"/>
              <a:gd name="connsiteX3" fmla="*/ 0 w 4940163"/>
              <a:gd name="connsiteY3" fmla="*/ 5826795 h 5826795"/>
              <a:gd name="connsiteX4" fmla="*/ 1111288 w 4940163"/>
              <a:gd name="connsiteY4" fmla="*/ 0 h 5826795"/>
              <a:gd name="connsiteX0" fmla="*/ 2486605 w 4940163"/>
              <a:gd name="connsiteY0" fmla="*/ 0 h 5826795"/>
              <a:gd name="connsiteX1" fmla="*/ 4940163 w 4940163"/>
              <a:gd name="connsiteY1" fmla="*/ 2192 h 5826795"/>
              <a:gd name="connsiteX2" fmla="*/ 2505206 w 4940163"/>
              <a:gd name="connsiteY2" fmla="*/ 5826795 h 5826795"/>
              <a:gd name="connsiteX3" fmla="*/ 0 w 4940163"/>
              <a:gd name="connsiteY3" fmla="*/ 5826795 h 5826795"/>
              <a:gd name="connsiteX4" fmla="*/ 2486605 w 4940163"/>
              <a:gd name="connsiteY4" fmla="*/ 0 h 5826795"/>
              <a:gd name="connsiteX0" fmla="*/ 2486605 w 4940163"/>
              <a:gd name="connsiteY0" fmla="*/ 0 h 5826795"/>
              <a:gd name="connsiteX1" fmla="*/ 4940163 w 4940163"/>
              <a:gd name="connsiteY1" fmla="*/ 2192 h 5826795"/>
              <a:gd name="connsiteX2" fmla="*/ 2001457 w 4940163"/>
              <a:gd name="connsiteY2" fmla="*/ 5826795 h 5826795"/>
              <a:gd name="connsiteX3" fmla="*/ 0 w 4940163"/>
              <a:gd name="connsiteY3" fmla="*/ 5826795 h 5826795"/>
              <a:gd name="connsiteX4" fmla="*/ 2486605 w 4940163"/>
              <a:gd name="connsiteY4" fmla="*/ 0 h 5826795"/>
              <a:gd name="connsiteX0" fmla="*/ 2486605 w 4478393"/>
              <a:gd name="connsiteY0" fmla="*/ 10165 h 5836960"/>
              <a:gd name="connsiteX1" fmla="*/ 4478393 w 4478393"/>
              <a:gd name="connsiteY1" fmla="*/ 0 h 5836960"/>
              <a:gd name="connsiteX2" fmla="*/ 2001457 w 4478393"/>
              <a:gd name="connsiteY2" fmla="*/ 5836960 h 5836960"/>
              <a:gd name="connsiteX3" fmla="*/ 0 w 4478393"/>
              <a:gd name="connsiteY3" fmla="*/ 5836960 h 5836960"/>
              <a:gd name="connsiteX4" fmla="*/ 2486605 w 4478393"/>
              <a:gd name="connsiteY4" fmla="*/ 10165 h 5836960"/>
              <a:gd name="connsiteX0" fmla="*/ 2486605 w 4422421"/>
              <a:gd name="connsiteY0" fmla="*/ 10165 h 5836960"/>
              <a:gd name="connsiteX1" fmla="*/ 4422421 w 4422421"/>
              <a:gd name="connsiteY1" fmla="*/ 0 h 5836960"/>
              <a:gd name="connsiteX2" fmla="*/ 2001457 w 4422421"/>
              <a:gd name="connsiteY2" fmla="*/ 5836960 h 5836960"/>
              <a:gd name="connsiteX3" fmla="*/ 0 w 4422421"/>
              <a:gd name="connsiteY3" fmla="*/ 5836960 h 5836960"/>
              <a:gd name="connsiteX4" fmla="*/ 2486605 w 4422421"/>
              <a:gd name="connsiteY4" fmla="*/ 10165 h 5836960"/>
              <a:gd name="connsiteX0" fmla="*/ 2486605 w 4478393"/>
              <a:gd name="connsiteY0" fmla="*/ 0 h 5826795"/>
              <a:gd name="connsiteX1" fmla="*/ 4478393 w 4478393"/>
              <a:gd name="connsiteY1" fmla="*/ 14549 h 5826795"/>
              <a:gd name="connsiteX2" fmla="*/ 2001457 w 4478393"/>
              <a:gd name="connsiteY2" fmla="*/ 5826795 h 5826795"/>
              <a:gd name="connsiteX3" fmla="*/ 0 w 4478393"/>
              <a:gd name="connsiteY3" fmla="*/ 5826795 h 5826795"/>
              <a:gd name="connsiteX4" fmla="*/ 2486605 w 4478393"/>
              <a:gd name="connsiteY4" fmla="*/ 0 h 5826795"/>
              <a:gd name="connsiteX0" fmla="*/ 2486605 w 4522645"/>
              <a:gd name="connsiteY0" fmla="*/ 1082 h 5827877"/>
              <a:gd name="connsiteX1" fmla="*/ 4522645 w 4522645"/>
              <a:gd name="connsiteY1" fmla="*/ 0 h 5827877"/>
              <a:gd name="connsiteX2" fmla="*/ 2001457 w 4522645"/>
              <a:gd name="connsiteY2" fmla="*/ 5827877 h 5827877"/>
              <a:gd name="connsiteX3" fmla="*/ 0 w 4522645"/>
              <a:gd name="connsiteY3" fmla="*/ 5827877 h 5827877"/>
              <a:gd name="connsiteX4" fmla="*/ 2486605 w 4522645"/>
              <a:gd name="connsiteY4" fmla="*/ 1082 h 5827877"/>
              <a:gd name="connsiteX0" fmla="*/ 2486605 w 4491075"/>
              <a:gd name="connsiteY0" fmla="*/ 1082 h 5827877"/>
              <a:gd name="connsiteX1" fmla="*/ 4491075 w 4491075"/>
              <a:gd name="connsiteY1" fmla="*/ 0 h 5827877"/>
              <a:gd name="connsiteX2" fmla="*/ 2001457 w 4491075"/>
              <a:gd name="connsiteY2" fmla="*/ 5827877 h 5827877"/>
              <a:gd name="connsiteX3" fmla="*/ 0 w 4491075"/>
              <a:gd name="connsiteY3" fmla="*/ 5827877 h 5827877"/>
              <a:gd name="connsiteX4" fmla="*/ 2486605 w 4491075"/>
              <a:gd name="connsiteY4" fmla="*/ 1082 h 5827877"/>
              <a:gd name="connsiteX0" fmla="*/ 2616040 w 4620510"/>
              <a:gd name="connsiteY0" fmla="*/ 1082 h 5827877"/>
              <a:gd name="connsiteX1" fmla="*/ 4620510 w 4620510"/>
              <a:gd name="connsiteY1" fmla="*/ 0 h 5827877"/>
              <a:gd name="connsiteX2" fmla="*/ 2130892 w 4620510"/>
              <a:gd name="connsiteY2" fmla="*/ 5827877 h 5827877"/>
              <a:gd name="connsiteX3" fmla="*/ 0 w 4620510"/>
              <a:gd name="connsiteY3" fmla="*/ 5821527 h 5827877"/>
              <a:gd name="connsiteX4" fmla="*/ 2616040 w 4620510"/>
              <a:gd name="connsiteY4" fmla="*/ 1082 h 5827877"/>
              <a:gd name="connsiteX0" fmla="*/ 2616040 w 4620510"/>
              <a:gd name="connsiteY0" fmla="*/ 1082 h 5821527"/>
              <a:gd name="connsiteX1" fmla="*/ 4620510 w 4620510"/>
              <a:gd name="connsiteY1" fmla="*/ 0 h 5821527"/>
              <a:gd name="connsiteX2" fmla="*/ 1828876 w 4620510"/>
              <a:gd name="connsiteY2" fmla="*/ 5821527 h 5821527"/>
              <a:gd name="connsiteX3" fmla="*/ 0 w 4620510"/>
              <a:gd name="connsiteY3" fmla="*/ 5821527 h 5821527"/>
              <a:gd name="connsiteX4" fmla="*/ 2616040 w 4620510"/>
              <a:gd name="connsiteY4" fmla="*/ 1082 h 5821527"/>
              <a:gd name="connsiteX0" fmla="*/ 2616040 w 4620510"/>
              <a:gd name="connsiteY0" fmla="*/ 1082 h 5821527"/>
              <a:gd name="connsiteX1" fmla="*/ 4620510 w 4620510"/>
              <a:gd name="connsiteY1" fmla="*/ 0 h 5821527"/>
              <a:gd name="connsiteX2" fmla="*/ 1641914 w 4620510"/>
              <a:gd name="connsiteY2" fmla="*/ 5821527 h 5821527"/>
              <a:gd name="connsiteX3" fmla="*/ 0 w 4620510"/>
              <a:gd name="connsiteY3" fmla="*/ 5821527 h 5821527"/>
              <a:gd name="connsiteX4" fmla="*/ 2616040 w 4620510"/>
              <a:gd name="connsiteY4" fmla="*/ 1082 h 5821527"/>
              <a:gd name="connsiteX0" fmla="*/ 2616040 w 4620510"/>
              <a:gd name="connsiteY0" fmla="*/ 1082 h 5821527"/>
              <a:gd name="connsiteX1" fmla="*/ 4620510 w 4620510"/>
              <a:gd name="connsiteY1" fmla="*/ 0 h 5821527"/>
              <a:gd name="connsiteX2" fmla="*/ 1699441 w 4620510"/>
              <a:gd name="connsiteY2" fmla="*/ 5808827 h 5821527"/>
              <a:gd name="connsiteX3" fmla="*/ 0 w 4620510"/>
              <a:gd name="connsiteY3" fmla="*/ 5821527 h 5821527"/>
              <a:gd name="connsiteX4" fmla="*/ 2616040 w 4620510"/>
              <a:gd name="connsiteY4" fmla="*/ 1082 h 5821527"/>
              <a:gd name="connsiteX0" fmla="*/ 2616040 w 4620510"/>
              <a:gd name="connsiteY0" fmla="*/ 1082 h 5821527"/>
              <a:gd name="connsiteX1" fmla="*/ 4620510 w 4620510"/>
              <a:gd name="connsiteY1" fmla="*/ 0 h 5821527"/>
              <a:gd name="connsiteX2" fmla="*/ 1692250 w 4620510"/>
              <a:gd name="connsiteY2" fmla="*/ 5821527 h 5821527"/>
              <a:gd name="connsiteX3" fmla="*/ 0 w 4620510"/>
              <a:gd name="connsiteY3" fmla="*/ 5821527 h 5821527"/>
              <a:gd name="connsiteX4" fmla="*/ 2616040 w 4620510"/>
              <a:gd name="connsiteY4" fmla="*/ 1082 h 5821527"/>
              <a:gd name="connsiteX0" fmla="*/ 2780776 w 4620510"/>
              <a:gd name="connsiteY0" fmla="*/ 1082 h 5821527"/>
              <a:gd name="connsiteX1" fmla="*/ 4620510 w 4620510"/>
              <a:gd name="connsiteY1" fmla="*/ 0 h 5821527"/>
              <a:gd name="connsiteX2" fmla="*/ 1692250 w 4620510"/>
              <a:gd name="connsiteY2" fmla="*/ 5821527 h 5821527"/>
              <a:gd name="connsiteX3" fmla="*/ 0 w 4620510"/>
              <a:gd name="connsiteY3" fmla="*/ 5821527 h 5821527"/>
              <a:gd name="connsiteX4" fmla="*/ 2780776 w 4620510"/>
              <a:gd name="connsiteY4" fmla="*/ 1082 h 5821527"/>
              <a:gd name="connsiteX0" fmla="*/ 2780776 w 4526375"/>
              <a:gd name="connsiteY0" fmla="*/ 11473 h 5831918"/>
              <a:gd name="connsiteX1" fmla="*/ 4526375 w 4526375"/>
              <a:gd name="connsiteY1" fmla="*/ 0 h 5831918"/>
              <a:gd name="connsiteX2" fmla="*/ 1692250 w 4526375"/>
              <a:gd name="connsiteY2" fmla="*/ 5831918 h 5831918"/>
              <a:gd name="connsiteX3" fmla="*/ 0 w 4526375"/>
              <a:gd name="connsiteY3" fmla="*/ 5831918 h 5831918"/>
              <a:gd name="connsiteX4" fmla="*/ 2780776 w 4526375"/>
              <a:gd name="connsiteY4" fmla="*/ 11473 h 5831918"/>
              <a:gd name="connsiteX0" fmla="*/ 2780776 w 4526375"/>
              <a:gd name="connsiteY0" fmla="*/ 0 h 5820445"/>
              <a:gd name="connsiteX1" fmla="*/ 4526375 w 4526375"/>
              <a:gd name="connsiteY1" fmla="*/ 9309 h 5820445"/>
              <a:gd name="connsiteX2" fmla="*/ 1692250 w 4526375"/>
              <a:gd name="connsiteY2" fmla="*/ 5820445 h 5820445"/>
              <a:gd name="connsiteX3" fmla="*/ 0 w 4526375"/>
              <a:gd name="connsiteY3" fmla="*/ 5820445 h 5820445"/>
              <a:gd name="connsiteX4" fmla="*/ 2780776 w 4526375"/>
              <a:gd name="connsiteY4" fmla="*/ 0 h 5820445"/>
              <a:gd name="connsiteX0" fmla="*/ 2780776 w 4526375"/>
              <a:gd name="connsiteY0" fmla="*/ 6278 h 5811136"/>
              <a:gd name="connsiteX1" fmla="*/ 4526375 w 4526375"/>
              <a:gd name="connsiteY1" fmla="*/ 0 h 5811136"/>
              <a:gd name="connsiteX2" fmla="*/ 1692250 w 4526375"/>
              <a:gd name="connsiteY2" fmla="*/ 5811136 h 5811136"/>
              <a:gd name="connsiteX3" fmla="*/ 0 w 4526375"/>
              <a:gd name="connsiteY3" fmla="*/ 5811136 h 5811136"/>
              <a:gd name="connsiteX4" fmla="*/ 2780776 w 4526375"/>
              <a:gd name="connsiteY4" fmla="*/ 6278 h 5811136"/>
              <a:gd name="connsiteX0" fmla="*/ 2828323 w 4526375"/>
              <a:gd name="connsiteY0" fmla="*/ 0 h 5814189"/>
              <a:gd name="connsiteX1" fmla="*/ 4526375 w 4526375"/>
              <a:gd name="connsiteY1" fmla="*/ 3053 h 5814189"/>
              <a:gd name="connsiteX2" fmla="*/ 1692250 w 4526375"/>
              <a:gd name="connsiteY2" fmla="*/ 5814189 h 5814189"/>
              <a:gd name="connsiteX3" fmla="*/ 0 w 4526375"/>
              <a:gd name="connsiteY3" fmla="*/ 5814189 h 5814189"/>
              <a:gd name="connsiteX4" fmla="*/ 2828323 w 4526375"/>
              <a:gd name="connsiteY4" fmla="*/ 0 h 5814189"/>
              <a:gd name="connsiteX0" fmla="*/ 2828323 w 4526375"/>
              <a:gd name="connsiteY0" fmla="*/ 1048 h 5811136"/>
              <a:gd name="connsiteX1" fmla="*/ 4526375 w 4526375"/>
              <a:gd name="connsiteY1" fmla="*/ 0 h 5811136"/>
              <a:gd name="connsiteX2" fmla="*/ 1692250 w 4526375"/>
              <a:gd name="connsiteY2" fmla="*/ 5811136 h 5811136"/>
              <a:gd name="connsiteX3" fmla="*/ 0 w 4526375"/>
              <a:gd name="connsiteY3" fmla="*/ 5811136 h 5811136"/>
              <a:gd name="connsiteX4" fmla="*/ 2828323 w 4526375"/>
              <a:gd name="connsiteY4" fmla="*/ 1048 h 5811136"/>
              <a:gd name="connsiteX0" fmla="*/ 1712019 w 4526375"/>
              <a:gd name="connsiteY0" fmla="*/ 1048 h 5811136"/>
              <a:gd name="connsiteX1" fmla="*/ 4526375 w 4526375"/>
              <a:gd name="connsiteY1" fmla="*/ 0 h 5811136"/>
              <a:gd name="connsiteX2" fmla="*/ 1692250 w 4526375"/>
              <a:gd name="connsiteY2" fmla="*/ 5811136 h 5811136"/>
              <a:gd name="connsiteX3" fmla="*/ 0 w 4526375"/>
              <a:gd name="connsiteY3" fmla="*/ 5811136 h 5811136"/>
              <a:gd name="connsiteX4" fmla="*/ 1712019 w 4526375"/>
              <a:gd name="connsiteY4" fmla="*/ 1048 h 5811136"/>
              <a:gd name="connsiteX0" fmla="*/ 2828323 w 5642679"/>
              <a:gd name="connsiteY0" fmla="*/ 1048 h 5811136"/>
              <a:gd name="connsiteX1" fmla="*/ 5642679 w 5642679"/>
              <a:gd name="connsiteY1" fmla="*/ 0 h 5811136"/>
              <a:gd name="connsiteX2" fmla="*/ 2808554 w 5642679"/>
              <a:gd name="connsiteY2" fmla="*/ 5811136 h 5811136"/>
              <a:gd name="connsiteX3" fmla="*/ 0 w 5642679"/>
              <a:gd name="connsiteY3" fmla="*/ 5811136 h 5811136"/>
              <a:gd name="connsiteX4" fmla="*/ 2828323 w 5642679"/>
              <a:gd name="connsiteY4" fmla="*/ 1048 h 58111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642679" h="5811136">
                <a:moveTo>
                  <a:pt x="2828323" y="1048"/>
                </a:moveTo>
                <a:lnTo>
                  <a:pt x="5642679" y="0"/>
                </a:lnTo>
                <a:lnTo>
                  <a:pt x="2808554" y="5811136"/>
                </a:lnTo>
                <a:lnTo>
                  <a:pt x="0" y="5811136"/>
                </a:lnTo>
                <a:lnTo>
                  <a:pt x="2828323" y="1048"/>
                </a:lnTo>
                <a:close/>
              </a:path>
            </a:pathLst>
          </a:custGeom>
          <a:solidFill>
            <a:srgbClr val="B6C800">
              <a:alpha val="75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E25674-EFEC-ACF2-AFCB-5DD8AA0667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116756" y="6356350"/>
            <a:ext cx="3489542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ECF6E4-E279-32C0-CD5F-B94A164AD3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382188" y="6362700"/>
            <a:ext cx="630763" cy="365125"/>
          </a:xfrm>
          <a:prstGeom prst="rect">
            <a:avLst/>
          </a:prstGeom>
        </p:spPr>
        <p:txBody>
          <a:bodyPr/>
          <a:lstStyle>
            <a:lvl1pPr algn="l">
              <a:defRPr/>
            </a:lvl1pPr>
          </a:lstStyle>
          <a:p>
            <a:fld id="{7C8598A7-94B2-594C-8A98-02B4613DD734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49" name="Graphic 48">
            <a:extLst>
              <a:ext uri="{FF2B5EF4-FFF2-40B4-BE49-F238E27FC236}">
                <a16:creationId xmlns:a16="http://schemas.microsoft.com/office/drawing/2014/main" id="{77B7DC55-1470-D4FD-68AC-FB504B87FD6C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77367" y="529111"/>
            <a:ext cx="2267327" cy="250630"/>
          </a:xfrm>
          <a:prstGeom prst="rect">
            <a:avLst/>
          </a:prstGeom>
        </p:spPr>
      </p:pic>
      <p:pic>
        <p:nvPicPr>
          <p:cNvPr id="54" name="Graphic 53">
            <a:extLst>
              <a:ext uri="{FF2B5EF4-FFF2-40B4-BE49-F238E27FC236}">
                <a16:creationId xmlns:a16="http://schemas.microsoft.com/office/drawing/2014/main" id="{A4FA8EBB-EACB-3866-C10B-045D01AADA24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093023" y="5922334"/>
            <a:ext cx="1747558" cy="646357"/>
          </a:xfrm>
          <a:prstGeom prst="rect">
            <a:avLst/>
          </a:prstGeom>
        </p:spPr>
      </p:pic>
      <p:pic>
        <p:nvPicPr>
          <p:cNvPr id="10" name="Graphic 9">
            <a:extLst>
              <a:ext uri="{FF2B5EF4-FFF2-40B4-BE49-F238E27FC236}">
                <a16:creationId xmlns:a16="http://schemas.microsoft.com/office/drawing/2014/main" id="{4BD84C9F-2426-9409-55A6-E725B9042091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60576" y="899168"/>
            <a:ext cx="2863629" cy="1152581"/>
          </a:xfrm>
          <a:prstGeom prst="rect">
            <a:avLst/>
          </a:prstGeom>
        </p:spPr>
      </p:pic>
      <p:sp>
        <p:nvSpPr>
          <p:cNvPr id="8" name="Title 1">
            <a:extLst>
              <a:ext uri="{FF2B5EF4-FFF2-40B4-BE49-F238E27FC236}">
                <a16:creationId xmlns:a16="http://schemas.microsoft.com/office/drawing/2014/main" id="{EC2DB8EE-B52C-6B12-88BB-99258653FA3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698500" y="2647948"/>
            <a:ext cx="8474200" cy="2080640"/>
          </a:xfrm>
        </p:spPr>
        <p:txBody>
          <a:bodyPr anchor="t"/>
          <a:lstStyle>
            <a:lvl1pPr algn="l">
              <a:lnSpc>
                <a:spcPct val="80000"/>
              </a:lnSpc>
              <a:defRPr sz="6000" b="1" i="0">
                <a:latin typeface="Söhne Halbfett" panose="020B0503030202060203" pitchFamily="34" charset="77"/>
                <a:cs typeface="Söhne Halbfett" panose="020B0503030202060203" pitchFamily="34" charset="77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9" name="Subtitle 2">
            <a:extLst>
              <a:ext uri="{FF2B5EF4-FFF2-40B4-BE49-F238E27FC236}">
                <a16:creationId xmlns:a16="http://schemas.microsoft.com/office/drawing/2014/main" id="{F4BCE452-9324-8AB0-1E68-C2B26F0DED4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698500" y="4975208"/>
            <a:ext cx="8017000" cy="952916"/>
          </a:xfrm>
          <a:prstGeom prst="rect">
            <a:avLst/>
          </a:prstGeom>
        </p:spPr>
        <p:txBody>
          <a:bodyPr/>
          <a:lstStyle>
            <a:lvl1pPr marL="0" indent="0" algn="l">
              <a:spcBef>
                <a:spcPts val="0"/>
              </a:spcBef>
              <a:buNone/>
              <a:defRPr sz="3200" b="1" i="0">
                <a:latin typeface="Söhne Halbfett" panose="020B0303030202060203" pitchFamily="34" charset="77"/>
                <a:cs typeface="Söhne Halbfett" panose="020B0303030202060203" pitchFamily="34" charset="77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11" name="Rectangle 4">
            <a:extLst>
              <a:ext uri="{FF2B5EF4-FFF2-40B4-BE49-F238E27FC236}">
                <a16:creationId xmlns:a16="http://schemas.microsoft.com/office/drawing/2014/main" id="{B7D6DE9F-490A-8E4A-1DFC-035F6F8F6046}"/>
              </a:ext>
            </a:extLst>
          </p:cNvPr>
          <p:cNvSpPr/>
          <p:nvPr userDrawn="1"/>
        </p:nvSpPr>
        <p:spPr>
          <a:xfrm rot="10800000">
            <a:off x="415636" y="2647948"/>
            <a:ext cx="1191228" cy="1889127"/>
          </a:xfrm>
          <a:custGeom>
            <a:avLst/>
            <a:gdLst>
              <a:gd name="connsiteX0" fmla="*/ 0 w 2505206"/>
              <a:gd name="connsiteY0" fmla="*/ 0 h 5824603"/>
              <a:gd name="connsiteX1" fmla="*/ 2505206 w 2505206"/>
              <a:gd name="connsiteY1" fmla="*/ 0 h 5824603"/>
              <a:gd name="connsiteX2" fmla="*/ 2505206 w 2505206"/>
              <a:gd name="connsiteY2" fmla="*/ 5824603 h 5824603"/>
              <a:gd name="connsiteX3" fmla="*/ 0 w 2505206"/>
              <a:gd name="connsiteY3" fmla="*/ 5824603 h 5824603"/>
              <a:gd name="connsiteX4" fmla="*/ 0 w 2505206"/>
              <a:gd name="connsiteY4" fmla="*/ 0 h 5824603"/>
              <a:gd name="connsiteX0" fmla="*/ 0 w 3535109"/>
              <a:gd name="connsiteY0" fmla="*/ 0 h 5824603"/>
              <a:gd name="connsiteX1" fmla="*/ 3535109 w 3535109"/>
              <a:gd name="connsiteY1" fmla="*/ 0 h 5824603"/>
              <a:gd name="connsiteX2" fmla="*/ 2505206 w 3535109"/>
              <a:gd name="connsiteY2" fmla="*/ 5824603 h 5824603"/>
              <a:gd name="connsiteX3" fmla="*/ 0 w 3535109"/>
              <a:gd name="connsiteY3" fmla="*/ 5824603 h 5824603"/>
              <a:gd name="connsiteX4" fmla="*/ 0 w 3535109"/>
              <a:gd name="connsiteY4" fmla="*/ 0 h 5824603"/>
              <a:gd name="connsiteX0" fmla="*/ 1126156 w 3535109"/>
              <a:gd name="connsiteY0" fmla="*/ 0 h 5834229"/>
              <a:gd name="connsiteX1" fmla="*/ 3535109 w 3535109"/>
              <a:gd name="connsiteY1" fmla="*/ 9626 h 5834229"/>
              <a:gd name="connsiteX2" fmla="*/ 2505206 w 3535109"/>
              <a:gd name="connsiteY2" fmla="*/ 5834229 h 5834229"/>
              <a:gd name="connsiteX3" fmla="*/ 0 w 3535109"/>
              <a:gd name="connsiteY3" fmla="*/ 5834229 h 5834229"/>
              <a:gd name="connsiteX4" fmla="*/ 1126156 w 3535109"/>
              <a:gd name="connsiteY4" fmla="*/ 0 h 5834229"/>
              <a:gd name="connsiteX0" fmla="*/ 1103854 w 3535109"/>
              <a:gd name="connsiteY0" fmla="*/ 20110 h 5824603"/>
              <a:gd name="connsiteX1" fmla="*/ 3535109 w 3535109"/>
              <a:gd name="connsiteY1" fmla="*/ 0 h 5824603"/>
              <a:gd name="connsiteX2" fmla="*/ 2505206 w 3535109"/>
              <a:gd name="connsiteY2" fmla="*/ 5824603 h 5824603"/>
              <a:gd name="connsiteX3" fmla="*/ 0 w 3535109"/>
              <a:gd name="connsiteY3" fmla="*/ 5824603 h 5824603"/>
              <a:gd name="connsiteX4" fmla="*/ 1103854 w 3535109"/>
              <a:gd name="connsiteY4" fmla="*/ 20110 h 5824603"/>
              <a:gd name="connsiteX0" fmla="*/ 1111288 w 3535109"/>
              <a:gd name="connsiteY0" fmla="*/ 0 h 5826795"/>
              <a:gd name="connsiteX1" fmla="*/ 3535109 w 3535109"/>
              <a:gd name="connsiteY1" fmla="*/ 2192 h 5826795"/>
              <a:gd name="connsiteX2" fmla="*/ 2505206 w 3535109"/>
              <a:gd name="connsiteY2" fmla="*/ 5826795 h 5826795"/>
              <a:gd name="connsiteX3" fmla="*/ 0 w 3535109"/>
              <a:gd name="connsiteY3" fmla="*/ 5826795 h 5826795"/>
              <a:gd name="connsiteX4" fmla="*/ 1111288 w 3535109"/>
              <a:gd name="connsiteY4" fmla="*/ 0 h 5826795"/>
              <a:gd name="connsiteX0" fmla="*/ 1111288 w 4940163"/>
              <a:gd name="connsiteY0" fmla="*/ 0 h 5826795"/>
              <a:gd name="connsiteX1" fmla="*/ 4940163 w 4940163"/>
              <a:gd name="connsiteY1" fmla="*/ 2192 h 5826795"/>
              <a:gd name="connsiteX2" fmla="*/ 2505206 w 4940163"/>
              <a:gd name="connsiteY2" fmla="*/ 5826795 h 5826795"/>
              <a:gd name="connsiteX3" fmla="*/ 0 w 4940163"/>
              <a:gd name="connsiteY3" fmla="*/ 5826795 h 5826795"/>
              <a:gd name="connsiteX4" fmla="*/ 1111288 w 4940163"/>
              <a:gd name="connsiteY4" fmla="*/ 0 h 5826795"/>
              <a:gd name="connsiteX0" fmla="*/ 2486605 w 4940163"/>
              <a:gd name="connsiteY0" fmla="*/ 0 h 5826795"/>
              <a:gd name="connsiteX1" fmla="*/ 4940163 w 4940163"/>
              <a:gd name="connsiteY1" fmla="*/ 2192 h 5826795"/>
              <a:gd name="connsiteX2" fmla="*/ 2505206 w 4940163"/>
              <a:gd name="connsiteY2" fmla="*/ 5826795 h 5826795"/>
              <a:gd name="connsiteX3" fmla="*/ 0 w 4940163"/>
              <a:gd name="connsiteY3" fmla="*/ 5826795 h 5826795"/>
              <a:gd name="connsiteX4" fmla="*/ 2486605 w 4940163"/>
              <a:gd name="connsiteY4" fmla="*/ 0 h 5826795"/>
              <a:gd name="connsiteX0" fmla="*/ 2486605 w 4940163"/>
              <a:gd name="connsiteY0" fmla="*/ 0 h 5826795"/>
              <a:gd name="connsiteX1" fmla="*/ 4940163 w 4940163"/>
              <a:gd name="connsiteY1" fmla="*/ 2192 h 5826795"/>
              <a:gd name="connsiteX2" fmla="*/ 2001457 w 4940163"/>
              <a:gd name="connsiteY2" fmla="*/ 5826795 h 5826795"/>
              <a:gd name="connsiteX3" fmla="*/ 0 w 4940163"/>
              <a:gd name="connsiteY3" fmla="*/ 5826795 h 5826795"/>
              <a:gd name="connsiteX4" fmla="*/ 2486605 w 4940163"/>
              <a:gd name="connsiteY4" fmla="*/ 0 h 5826795"/>
              <a:gd name="connsiteX0" fmla="*/ 2486605 w 4478393"/>
              <a:gd name="connsiteY0" fmla="*/ 10165 h 5836960"/>
              <a:gd name="connsiteX1" fmla="*/ 4478393 w 4478393"/>
              <a:gd name="connsiteY1" fmla="*/ 0 h 5836960"/>
              <a:gd name="connsiteX2" fmla="*/ 2001457 w 4478393"/>
              <a:gd name="connsiteY2" fmla="*/ 5836960 h 5836960"/>
              <a:gd name="connsiteX3" fmla="*/ 0 w 4478393"/>
              <a:gd name="connsiteY3" fmla="*/ 5836960 h 5836960"/>
              <a:gd name="connsiteX4" fmla="*/ 2486605 w 4478393"/>
              <a:gd name="connsiteY4" fmla="*/ 10165 h 5836960"/>
              <a:gd name="connsiteX0" fmla="*/ 2486605 w 4422421"/>
              <a:gd name="connsiteY0" fmla="*/ 10165 h 5836960"/>
              <a:gd name="connsiteX1" fmla="*/ 4422421 w 4422421"/>
              <a:gd name="connsiteY1" fmla="*/ 0 h 5836960"/>
              <a:gd name="connsiteX2" fmla="*/ 2001457 w 4422421"/>
              <a:gd name="connsiteY2" fmla="*/ 5836960 h 5836960"/>
              <a:gd name="connsiteX3" fmla="*/ 0 w 4422421"/>
              <a:gd name="connsiteY3" fmla="*/ 5836960 h 5836960"/>
              <a:gd name="connsiteX4" fmla="*/ 2486605 w 4422421"/>
              <a:gd name="connsiteY4" fmla="*/ 10165 h 5836960"/>
              <a:gd name="connsiteX0" fmla="*/ 2486605 w 4478393"/>
              <a:gd name="connsiteY0" fmla="*/ 0 h 5826795"/>
              <a:gd name="connsiteX1" fmla="*/ 4478393 w 4478393"/>
              <a:gd name="connsiteY1" fmla="*/ 14549 h 5826795"/>
              <a:gd name="connsiteX2" fmla="*/ 2001457 w 4478393"/>
              <a:gd name="connsiteY2" fmla="*/ 5826795 h 5826795"/>
              <a:gd name="connsiteX3" fmla="*/ 0 w 4478393"/>
              <a:gd name="connsiteY3" fmla="*/ 5826795 h 5826795"/>
              <a:gd name="connsiteX4" fmla="*/ 2486605 w 4478393"/>
              <a:gd name="connsiteY4" fmla="*/ 0 h 5826795"/>
              <a:gd name="connsiteX0" fmla="*/ 2486605 w 4522645"/>
              <a:gd name="connsiteY0" fmla="*/ 1082 h 5827877"/>
              <a:gd name="connsiteX1" fmla="*/ 4522645 w 4522645"/>
              <a:gd name="connsiteY1" fmla="*/ 0 h 5827877"/>
              <a:gd name="connsiteX2" fmla="*/ 2001457 w 4522645"/>
              <a:gd name="connsiteY2" fmla="*/ 5827877 h 5827877"/>
              <a:gd name="connsiteX3" fmla="*/ 0 w 4522645"/>
              <a:gd name="connsiteY3" fmla="*/ 5827877 h 5827877"/>
              <a:gd name="connsiteX4" fmla="*/ 2486605 w 4522645"/>
              <a:gd name="connsiteY4" fmla="*/ 1082 h 5827877"/>
              <a:gd name="connsiteX0" fmla="*/ 2486605 w 4491075"/>
              <a:gd name="connsiteY0" fmla="*/ 1082 h 5827877"/>
              <a:gd name="connsiteX1" fmla="*/ 4491075 w 4491075"/>
              <a:gd name="connsiteY1" fmla="*/ 0 h 5827877"/>
              <a:gd name="connsiteX2" fmla="*/ 2001457 w 4491075"/>
              <a:gd name="connsiteY2" fmla="*/ 5827877 h 5827877"/>
              <a:gd name="connsiteX3" fmla="*/ 0 w 4491075"/>
              <a:gd name="connsiteY3" fmla="*/ 5827877 h 5827877"/>
              <a:gd name="connsiteX4" fmla="*/ 2486605 w 4491075"/>
              <a:gd name="connsiteY4" fmla="*/ 1082 h 5827877"/>
              <a:gd name="connsiteX0" fmla="*/ 2616040 w 4620510"/>
              <a:gd name="connsiteY0" fmla="*/ 1082 h 5827877"/>
              <a:gd name="connsiteX1" fmla="*/ 4620510 w 4620510"/>
              <a:gd name="connsiteY1" fmla="*/ 0 h 5827877"/>
              <a:gd name="connsiteX2" fmla="*/ 2130892 w 4620510"/>
              <a:gd name="connsiteY2" fmla="*/ 5827877 h 5827877"/>
              <a:gd name="connsiteX3" fmla="*/ 0 w 4620510"/>
              <a:gd name="connsiteY3" fmla="*/ 5821527 h 5827877"/>
              <a:gd name="connsiteX4" fmla="*/ 2616040 w 4620510"/>
              <a:gd name="connsiteY4" fmla="*/ 1082 h 5827877"/>
              <a:gd name="connsiteX0" fmla="*/ 2616040 w 4620510"/>
              <a:gd name="connsiteY0" fmla="*/ 1082 h 5821527"/>
              <a:gd name="connsiteX1" fmla="*/ 4620510 w 4620510"/>
              <a:gd name="connsiteY1" fmla="*/ 0 h 5821527"/>
              <a:gd name="connsiteX2" fmla="*/ 1828876 w 4620510"/>
              <a:gd name="connsiteY2" fmla="*/ 5821527 h 5821527"/>
              <a:gd name="connsiteX3" fmla="*/ 0 w 4620510"/>
              <a:gd name="connsiteY3" fmla="*/ 5821527 h 5821527"/>
              <a:gd name="connsiteX4" fmla="*/ 2616040 w 4620510"/>
              <a:gd name="connsiteY4" fmla="*/ 1082 h 5821527"/>
              <a:gd name="connsiteX0" fmla="*/ 2616040 w 4620510"/>
              <a:gd name="connsiteY0" fmla="*/ 1082 h 5821527"/>
              <a:gd name="connsiteX1" fmla="*/ 4620510 w 4620510"/>
              <a:gd name="connsiteY1" fmla="*/ 0 h 5821527"/>
              <a:gd name="connsiteX2" fmla="*/ 1641914 w 4620510"/>
              <a:gd name="connsiteY2" fmla="*/ 5821527 h 5821527"/>
              <a:gd name="connsiteX3" fmla="*/ 0 w 4620510"/>
              <a:gd name="connsiteY3" fmla="*/ 5821527 h 5821527"/>
              <a:gd name="connsiteX4" fmla="*/ 2616040 w 4620510"/>
              <a:gd name="connsiteY4" fmla="*/ 1082 h 5821527"/>
              <a:gd name="connsiteX0" fmla="*/ 2616040 w 4620510"/>
              <a:gd name="connsiteY0" fmla="*/ 1082 h 5821527"/>
              <a:gd name="connsiteX1" fmla="*/ 4620510 w 4620510"/>
              <a:gd name="connsiteY1" fmla="*/ 0 h 5821527"/>
              <a:gd name="connsiteX2" fmla="*/ 1699441 w 4620510"/>
              <a:gd name="connsiteY2" fmla="*/ 5808827 h 5821527"/>
              <a:gd name="connsiteX3" fmla="*/ 0 w 4620510"/>
              <a:gd name="connsiteY3" fmla="*/ 5821527 h 5821527"/>
              <a:gd name="connsiteX4" fmla="*/ 2616040 w 4620510"/>
              <a:gd name="connsiteY4" fmla="*/ 1082 h 5821527"/>
              <a:gd name="connsiteX0" fmla="*/ 2616040 w 4620510"/>
              <a:gd name="connsiteY0" fmla="*/ 1082 h 5821527"/>
              <a:gd name="connsiteX1" fmla="*/ 4620510 w 4620510"/>
              <a:gd name="connsiteY1" fmla="*/ 0 h 5821527"/>
              <a:gd name="connsiteX2" fmla="*/ 1692250 w 4620510"/>
              <a:gd name="connsiteY2" fmla="*/ 5821527 h 5821527"/>
              <a:gd name="connsiteX3" fmla="*/ 0 w 4620510"/>
              <a:gd name="connsiteY3" fmla="*/ 5821527 h 5821527"/>
              <a:gd name="connsiteX4" fmla="*/ 2616040 w 4620510"/>
              <a:gd name="connsiteY4" fmla="*/ 1082 h 5821527"/>
              <a:gd name="connsiteX0" fmla="*/ 2780776 w 4620510"/>
              <a:gd name="connsiteY0" fmla="*/ 1082 h 5821527"/>
              <a:gd name="connsiteX1" fmla="*/ 4620510 w 4620510"/>
              <a:gd name="connsiteY1" fmla="*/ 0 h 5821527"/>
              <a:gd name="connsiteX2" fmla="*/ 1692250 w 4620510"/>
              <a:gd name="connsiteY2" fmla="*/ 5821527 h 5821527"/>
              <a:gd name="connsiteX3" fmla="*/ 0 w 4620510"/>
              <a:gd name="connsiteY3" fmla="*/ 5821527 h 5821527"/>
              <a:gd name="connsiteX4" fmla="*/ 2780776 w 4620510"/>
              <a:gd name="connsiteY4" fmla="*/ 1082 h 5821527"/>
              <a:gd name="connsiteX0" fmla="*/ 2780776 w 4526375"/>
              <a:gd name="connsiteY0" fmla="*/ 11473 h 5831918"/>
              <a:gd name="connsiteX1" fmla="*/ 4526375 w 4526375"/>
              <a:gd name="connsiteY1" fmla="*/ 0 h 5831918"/>
              <a:gd name="connsiteX2" fmla="*/ 1692250 w 4526375"/>
              <a:gd name="connsiteY2" fmla="*/ 5831918 h 5831918"/>
              <a:gd name="connsiteX3" fmla="*/ 0 w 4526375"/>
              <a:gd name="connsiteY3" fmla="*/ 5831918 h 5831918"/>
              <a:gd name="connsiteX4" fmla="*/ 2780776 w 4526375"/>
              <a:gd name="connsiteY4" fmla="*/ 11473 h 5831918"/>
              <a:gd name="connsiteX0" fmla="*/ 2780776 w 4526375"/>
              <a:gd name="connsiteY0" fmla="*/ 0 h 5820445"/>
              <a:gd name="connsiteX1" fmla="*/ 4526375 w 4526375"/>
              <a:gd name="connsiteY1" fmla="*/ 9309 h 5820445"/>
              <a:gd name="connsiteX2" fmla="*/ 1692250 w 4526375"/>
              <a:gd name="connsiteY2" fmla="*/ 5820445 h 5820445"/>
              <a:gd name="connsiteX3" fmla="*/ 0 w 4526375"/>
              <a:gd name="connsiteY3" fmla="*/ 5820445 h 5820445"/>
              <a:gd name="connsiteX4" fmla="*/ 2780776 w 4526375"/>
              <a:gd name="connsiteY4" fmla="*/ 0 h 5820445"/>
              <a:gd name="connsiteX0" fmla="*/ 2780776 w 4526375"/>
              <a:gd name="connsiteY0" fmla="*/ 6278 h 5811136"/>
              <a:gd name="connsiteX1" fmla="*/ 4526375 w 4526375"/>
              <a:gd name="connsiteY1" fmla="*/ 0 h 5811136"/>
              <a:gd name="connsiteX2" fmla="*/ 1692250 w 4526375"/>
              <a:gd name="connsiteY2" fmla="*/ 5811136 h 5811136"/>
              <a:gd name="connsiteX3" fmla="*/ 0 w 4526375"/>
              <a:gd name="connsiteY3" fmla="*/ 5811136 h 5811136"/>
              <a:gd name="connsiteX4" fmla="*/ 2780776 w 4526375"/>
              <a:gd name="connsiteY4" fmla="*/ 6278 h 5811136"/>
              <a:gd name="connsiteX0" fmla="*/ 2828323 w 4526375"/>
              <a:gd name="connsiteY0" fmla="*/ 0 h 5814189"/>
              <a:gd name="connsiteX1" fmla="*/ 4526375 w 4526375"/>
              <a:gd name="connsiteY1" fmla="*/ 3053 h 5814189"/>
              <a:gd name="connsiteX2" fmla="*/ 1692250 w 4526375"/>
              <a:gd name="connsiteY2" fmla="*/ 5814189 h 5814189"/>
              <a:gd name="connsiteX3" fmla="*/ 0 w 4526375"/>
              <a:gd name="connsiteY3" fmla="*/ 5814189 h 5814189"/>
              <a:gd name="connsiteX4" fmla="*/ 2828323 w 4526375"/>
              <a:gd name="connsiteY4" fmla="*/ 0 h 5814189"/>
              <a:gd name="connsiteX0" fmla="*/ 2828323 w 4526375"/>
              <a:gd name="connsiteY0" fmla="*/ 1048 h 5811136"/>
              <a:gd name="connsiteX1" fmla="*/ 4526375 w 4526375"/>
              <a:gd name="connsiteY1" fmla="*/ 0 h 5811136"/>
              <a:gd name="connsiteX2" fmla="*/ 1692250 w 4526375"/>
              <a:gd name="connsiteY2" fmla="*/ 5811136 h 5811136"/>
              <a:gd name="connsiteX3" fmla="*/ 0 w 4526375"/>
              <a:gd name="connsiteY3" fmla="*/ 5811136 h 5811136"/>
              <a:gd name="connsiteX4" fmla="*/ 2828323 w 4526375"/>
              <a:gd name="connsiteY4" fmla="*/ 1048 h 5811136"/>
              <a:gd name="connsiteX0" fmla="*/ 2207366 w 4526375"/>
              <a:gd name="connsiteY0" fmla="*/ 10475 h 5811136"/>
              <a:gd name="connsiteX1" fmla="*/ 4526375 w 4526375"/>
              <a:gd name="connsiteY1" fmla="*/ 0 h 5811136"/>
              <a:gd name="connsiteX2" fmla="*/ 1692250 w 4526375"/>
              <a:gd name="connsiteY2" fmla="*/ 5811136 h 5811136"/>
              <a:gd name="connsiteX3" fmla="*/ 0 w 4526375"/>
              <a:gd name="connsiteY3" fmla="*/ 5811136 h 5811136"/>
              <a:gd name="connsiteX4" fmla="*/ 2207366 w 4526375"/>
              <a:gd name="connsiteY4" fmla="*/ 10475 h 5811136"/>
              <a:gd name="connsiteX0" fmla="*/ 2197638 w 4526375"/>
              <a:gd name="connsiteY0" fmla="*/ 4125 h 5811136"/>
              <a:gd name="connsiteX1" fmla="*/ 4526375 w 4526375"/>
              <a:gd name="connsiteY1" fmla="*/ 0 h 5811136"/>
              <a:gd name="connsiteX2" fmla="*/ 1692250 w 4526375"/>
              <a:gd name="connsiteY2" fmla="*/ 5811136 h 5811136"/>
              <a:gd name="connsiteX3" fmla="*/ 0 w 4526375"/>
              <a:gd name="connsiteY3" fmla="*/ 5811136 h 5811136"/>
              <a:gd name="connsiteX4" fmla="*/ 2197638 w 4526375"/>
              <a:gd name="connsiteY4" fmla="*/ 4125 h 5811136"/>
              <a:gd name="connsiteX0" fmla="*/ 2187911 w 4526375"/>
              <a:gd name="connsiteY0" fmla="*/ 0 h 5813361"/>
              <a:gd name="connsiteX1" fmla="*/ 4526375 w 4526375"/>
              <a:gd name="connsiteY1" fmla="*/ 2225 h 5813361"/>
              <a:gd name="connsiteX2" fmla="*/ 1692250 w 4526375"/>
              <a:gd name="connsiteY2" fmla="*/ 5813361 h 5813361"/>
              <a:gd name="connsiteX3" fmla="*/ 0 w 4526375"/>
              <a:gd name="connsiteY3" fmla="*/ 5813361 h 5813361"/>
              <a:gd name="connsiteX4" fmla="*/ 2187911 w 4526375"/>
              <a:gd name="connsiteY4" fmla="*/ 0 h 5813361"/>
              <a:gd name="connsiteX0" fmla="*/ 2158728 w 4526375"/>
              <a:gd name="connsiteY0" fmla="*/ 0 h 5813361"/>
              <a:gd name="connsiteX1" fmla="*/ 4526375 w 4526375"/>
              <a:gd name="connsiteY1" fmla="*/ 2225 h 5813361"/>
              <a:gd name="connsiteX2" fmla="*/ 1692250 w 4526375"/>
              <a:gd name="connsiteY2" fmla="*/ 5813361 h 5813361"/>
              <a:gd name="connsiteX3" fmla="*/ 0 w 4526375"/>
              <a:gd name="connsiteY3" fmla="*/ 5813361 h 5813361"/>
              <a:gd name="connsiteX4" fmla="*/ 2158728 w 4526375"/>
              <a:gd name="connsiteY4" fmla="*/ 0 h 5813361"/>
              <a:gd name="connsiteX0" fmla="*/ 2771564 w 5139211"/>
              <a:gd name="connsiteY0" fmla="*/ 0 h 5819711"/>
              <a:gd name="connsiteX1" fmla="*/ 5139211 w 5139211"/>
              <a:gd name="connsiteY1" fmla="*/ 2225 h 5819711"/>
              <a:gd name="connsiteX2" fmla="*/ 2305086 w 5139211"/>
              <a:gd name="connsiteY2" fmla="*/ 5813361 h 5819711"/>
              <a:gd name="connsiteX3" fmla="*/ 0 w 5139211"/>
              <a:gd name="connsiteY3" fmla="*/ 5819711 h 5819711"/>
              <a:gd name="connsiteX4" fmla="*/ 2771564 w 5139211"/>
              <a:gd name="connsiteY4" fmla="*/ 0 h 5819711"/>
              <a:gd name="connsiteX0" fmla="*/ 2771564 w 5139211"/>
              <a:gd name="connsiteY0" fmla="*/ 0 h 5815517"/>
              <a:gd name="connsiteX1" fmla="*/ 5139211 w 5139211"/>
              <a:gd name="connsiteY1" fmla="*/ 2225 h 5815517"/>
              <a:gd name="connsiteX2" fmla="*/ 2305086 w 5139211"/>
              <a:gd name="connsiteY2" fmla="*/ 5813361 h 5815517"/>
              <a:gd name="connsiteX3" fmla="*/ 0 w 5139211"/>
              <a:gd name="connsiteY3" fmla="*/ 5815517 h 5815517"/>
              <a:gd name="connsiteX4" fmla="*/ 2771564 w 5139211"/>
              <a:gd name="connsiteY4" fmla="*/ 0 h 5815517"/>
              <a:gd name="connsiteX0" fmla="*/ 2791575 w 5159222"/>
              <a:gd name="connsiteY0" fmla="*/ 0 h 5815517"/>
              <a:gd name="connsiteX1" fmla="*/ 5159222 w 5159222"/>
              <a:gd name="connsiteY1" fmla="*/ 2225 h 5815517"/>
              <a:gd name="connsiteX2" fmla="*/ 2325097 w 5159222"/>
              <a:gd name="connsiteY2" fmla="*/ 5813361 h 5815517"/>
              <a:gd name="connsiteX3" fmla="*/ 0 w 5159222"/>
              <a:gd name="connsiteY3" fmla="*/ 5815517 h 5815517"/>
              <a:gd name="connsiteX4" fmla="*/ 2791575 w 5159222"/>
              <a:gd name="connsiteY4" fmla="*/ 0 h 58155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159222" h="5815517">
                <a:moveTo>
                  <a:pt x="2791575" y="0"/>
                </a:moveTo>
                <a:lnTo>
                  <a:pt x="5159222" y="2225"/>
                </a:lnTo>
                <a:lnTo>
                  <a:pt x="2325097" y="5813361"/>
                </a:lnTo>
                <a:lnTo>
                  <a:pt x="0" y="5815517"/>
                </a:lnTo>
                <a:lnTo>
                  <a:pt x="2791575" y="0"/>
                </a:lnTo>
                <a:close/>
              </a:path>
            </a:pathLst>
          </a:custGeom>
          <a:solidFill>
            <a:srgbClr val="B6C8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0354767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B6F8B19-FB0D-3C77-EB6F-06FFDE9F49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49CF8C6C-59D6-1C5B-320F-19AF7955FAD6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74744" y="726121"/>
            <a:ext cx="287256" cy="475621"/>
          </a:xfrm>
          <a:prstGeom prst="rect">
            <a:avLst/>
          </a:prstGeom>
        </p:spPr>
      </p:pic>
      <p:pic>
        <p:nvPicPr>
          <p:cNvPr id="12" name="Graphic 11">
            <a:extLst>
              <a:ext uri="{FF2B5EF4-FFF2-40B4-BE49-F238E27FC236}">
                <a16:creationId xmlns:a16="http://schemas.microsoft.com/office/drawing/2014/main" id="{FFFE77EE-6490-7D0C-6944-4A6DAC09CC71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093023" y="5922334"/>
            <a:ext cx="1747558" cy="646357"/>
          </a:xfrm>
          <a:prstGeom prst="rect">
            <a:avLst/>
          </a:prstGeom>
        </p:spPr>
      </p:pic>
      <p:sp>
        <p:nvSpPr>
          <p:cNvPr id="13" name="Footer Placeholder 4">
            <a:extLst>
              <a:ext uri="{FF2B5EF4-FFF2-40B4-BE49-F238E27FC236}">
                <a16:creationId xmlns:a16="http://schemas.microsoft.com/office/drawing/2014/main" id="{97654966-56A9-A2FA-7DEB-2023D03E3F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989352" y="6356350"/>
            <a:ext cx="8934138" cy="365125"/>
          </a:xfrm>
        </p:spPr>
        <p:txBody>
          <a:bodyPr/>
          <a:lstStyle>
            <a:lvl1pPr algn="l">
              <a:defRPr/>
            </a:lvl1pPr>
          </a:lstStyle>
          <a:p>
            <a:endParaRPr lang="en-US"/>
          </a:p>
        </p:txBody>
      </p:sp>
      <p:sp>
        <p:nvSpPr>
          <p:cNvPr id="14" name="Slide Number Placeholder 5">
            <a:extLst>
              <a:ext uri="{FF2B5EF4-FFF2-40B4-BE49-F238E27FC236}">
                <a16:creationId xmlns:a16="http://schemas.microsoft.com/office/drawing/2014/main" id="{74084381-A31A-D761-5353-3113EECFB1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274820" y="6356350"/>
            <a:ext cx="563380" cy="365125"/>
          </a:xfrm>
          <a:prstGeom prst="rect">
            <a:avLst/>
          </a:prstGeom>
        </p:spPr>
        <p:txBody>
          <a:bodyPr/>
          <a:lstStyle>
            <a:lvl1pPr algn="l">
              <a:defRPr/>
            </a:lvl1pPr>
          </a:lstStyle>
          <a:p>
            <a:fld id="{7C8598A7-94B2-594C-8A98-02B4613DD73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2A4E09B4-CC62-40B9-754D-F58BE6D259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08702"/>
            <a:ext cx="10515600" cy="925195"/>
          </a:xfrm>
        </p:spPr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046981154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1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5906B2-ED2E-0129-C21A-B248D7F32D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1106" y="364182"/>
            <a:ext cx="10392694" cy="1325563"/>
          </a:xfrm>
        </p:spPr>
        <p:txBody>
          <a:bodyPr anchor="t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4B995AA2-827E-ADD5-C9AB-4CF9C056FEED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093023" y="5922334"/>
            <a:ext cx="1747558" cy="646357"/>
          </a:xfrm>
          <a:prstGeom prst="rect">
            <a:avLst/>
          </a:prstGeom>
        </p:spPr>
      </p:pic>
      <p:pic>
        <p:nvPicPr>
          <p:cNvPr id="3" name="Graphic 2">
            <a:extLst>
              <a:ext uri="{FF2B5EF4-FFF2-40B4-BE49-F238E27FC236}">
                <a16:creationId xmlns:a16="http://schemas.microsoft.com/office/drawing/2014/main" id="{D421AB43-8DFE-0B38-BB27-EE69658D344D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74821" y="5916584"/>
            <a:ext cx="1624318" cy="653771"/>
          </a:xfrm>
          <a:prstGeom prst="rect">
            <a:avLst/>
          </a:prstGeom>
        </p:spPr>
      </p:pic>
      <p:pic>
        <p:nvPicPr>
          <p:cNvPr id="5" name="Graphic 4">
            <a:extLst>
              <a:ext uri="{FF2B5EF4-FFF2-40B4-BE49-F238E27FC236}">
                <a16:creationId xmlns:a16="http://schemas.microsoft.com/office/drawing/2014/main" id="{F138238D-D982-10CB-4819-E6F4C0F7E105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74744" y="364182"/>
            <a:ext cx="287256" cy="4756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49750011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5906B2-ED2E-0129-C21A-B248D7F32D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1106" y="365125"/>
            <a:ext cx="10392694" cy="1325563"/>
          </a:xfrm>
        </p:spPr>
        <p:txBody>
          <a:bodyPr anchor="t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4B995AA2-827E-ADD5-C9AB-4CF9C056FEED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093023" y="5922334"/>
            <a:ext cx="1747558" cy="646357"/>
          </a:xfrm>
          <a:prstGeom prst="rect">
            <a:avLst/>
          </a:prstGeom>
        </p:spPr>
      </p:pic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694F4A36-B8DC-A990-1260-5F3FEA2A9E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274820" y="6356350"/>
            <a:ext cx="563380" cy="365125"/>
          </a:xfrm>
          <a:prstGeom prst="rect">
            <a:avLst/>
          </a:prstGeom>
        </p:spPr>
        <p:txBody>
          <a:bodyPr/>
          <a:lstStyle>
            <a:lvl1pPr algn="l">
              <a:defRPr/>
            </a:lvl1pPr>
          </a:lstStyle>
          <a:p>
            <a:fld id="{7C8598A7-94B2-594C-8A98-02B4613DD734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C42E763F-8D93-D2AE-F5F7-10E91ED79AD4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74744" y="364182"/>
            <a:ext cx="287256" cy="4756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16415095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8C7D09-C848-DA0C-B154-7F9EBED758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2950" y="377317"/>
            <a:ext cx="10515600" cy="1325563"/>
          </a:xfrm>
        </p:spPr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11" name="Graphic 10">
            <a:extLst>
              <a:ext uri="{FF2B5EF4-FFF2-40B4-BE49-F238E27FC236}">
                <a16:creationId xmlns:a16="http://schemas.microsoft.com/office/drawing/2014/main" id="{59845A3D-0200-8991-CCE1-7C89C6E3E1B0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093023" y="5922334"/>
            <a:ext cx="1747558" cy="646357"/>
          </a:xfrm>
          <a:prstGeom prst="rect">
            <a:avLst/>
          </a:prstGeom>
        </p:spPr>
      </p:pic>
      <p:sp>
        <p:nvSpPr>
          <p:cNvPr id="12" name="Footer Placeholder 4">
            <a:extLst>
              <a:ext uri="{FF2B5EF4-FFF2-40B4-BE49-F238E27FC236}">
                <a16:creationId xmlns:a16="http://schemas.microsoft.com/office/drawing/2014/main" id="{BF2BDCA1-9239-EAC8-9576-5C2A68D48B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989352" y="6356350"/>
            <a:ext cx="8934138" cy="365125"/>
          </a:xfrm>
        </p:spPr>
        <p:txBody>
          <a:bodyPr/>
          <a:lstStyle>
            <a:lvl1pPr algn="l">
              <a:defRPr/>
            </a:lvl1pPr>
          </a:lstStyle>
          <a:p>
            <a:endParaRPr lang="en-US"/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DA6D8DA2-F0BC-7883-C980-090E0E7103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274820" y="6356350"/>
            <a:ext cx="563380" cy="365125"/>
          </a:xfrm>
          <a:prstGeom prst="rect">
            <a:avLst/>
          </a:prstGeom>
        </p:spPr>
        <p:txBody>
          <a:bodyPr/>
          <a:lstStyle>
            <a:lvl1pPr algn="l">
              <a:defRPr/>
            </a:lvl1pPr>
          </a:lstStyle>
          <a:p>
            <a:fld id="{7C8598A7-94B2-594C-8A98-02B4613DD73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Chart Placeholder 4">
            <a:extLst>
              <a:ext uri="{FF2B5EF4-FFF2-40B4-BE49-F238E27FC236}">
                <a16:creationId xmlns:a16="http://schemas.microsoft.com/office/drawing/2014/main" id="{9FBC63E5-2C4B-361C-5A40-0312D76571AD}"/>
              </a:ext>
            </a:extLst>
          </p:cNvPr>
          <p:cNvSpPr>
            <a:spLocks noGrp="1"/>
          </p:cNvSpPr>
          <p:nvPr>
            <p:ph type="chart" sz="quarter" idx="13"/>
          </p:nvPr>
        </p:nvSpPr>
        <p:spPr>
          <a:xfrm>
            <a:off x="742950" y="1825625"/>
            <a:ext cx="10390188" cy="4097338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4338149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654F10-6424-31B8-F9EF-68E3E2581B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B071BF8-F8D5-35CB-1BE5-90DD78BA73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662D237-888D-9E58-DFE5-7B7015DD847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CCF7D770-F61F-B2FA-1BA6-130D26D2D661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093023" y="5922334"/>
            <a:ext cx="1747558" cy="646357"/>
          </a:xfrm>
          <a:prstGeom prst="rect">
            <a:avLst/>
          </a:prstGeom>
        </p:spPr>
      </p:pic>
      <p:sp>
        <p:nvSpPr>
          <p:cNvPr id="9" name="Footer Placeholder 4">
            <a:extLst>
              <a:ext uri="{FF2B5EF4-FFF2-40B4-BE49-F238E27FC236}">
                <a16:creationId xmlns:a16="http://schemas.microsoft.com/office/drawing/2014/main" id="{D517EA06-EABA-04F3-5C35-C2BC747485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989352" y="6356350"/>
            <a:ext cx="8934138" cy="365125"/>
          </a:xfrm>
        </p:spPr>
        <p:txBody>
          <a:bodyPr/>
          <a:lstStyle>
            <a:lvl1pPr algn="l">
              <a:defRPr/>
            </a:lvl1pPr>
          </a:lstStyle>
          <a:p>
            <a:endParaRPr lang="en-US"/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AB63DE22-EAA9-8D50-3546-2E3E4B7B97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274820" y="6356350"/>
            <a:ext cx="563380" cy="365125"/>
          </a:xfrm>
          <a:prstGeom prst="rect">
            <a:avLst/>
          </a:prstGeom>
        </p:spPr>
        <p:txBody>
          <a:bodyPr/>
          <a:lstStyle>
            <a:lvl1pPr algn="l">
              <a:defRPr/>
            </a:lvl1pPr>
          </a:lstStyle>
          <a:p>
            <a:fld id="{7C8598A7-94B2-594C-8A98-02B4613DD73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8825585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4E30C2-6747-3562-CCEA-F6AF6336AB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061339"/>
          </a:xfrm>
        </p:spPr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CFD6805-6401-B3A2-4DFE-4E5582D6048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32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1C3D2F7-A632-859C-0C77-3F5D6C89920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3450FC6-D783-B367-164A-63F3E7AC191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32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4A98BC3-C306-CA50-DDA8-06095287DB0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10" name="Graphic 9">
            <a:extLst>
              <a:ext uri="{FF2B5EF4-FFF2-40B4-BE49-F238E27FC236}">
                <a16:creationId xmlns:a16="http://schemas.microsoft.com/office/drawing/2014/main" id="{AC1688E4-E4E2-B7AB-7408-1BCB1819C712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093023" y="5922334"/>
            <a:ext cx="1747558" cy="646357"/>
          </a:xfrm>
          <a:prstGeom prst="rect">
            <a:avLst/>
          </a:prstGeom>
        </p:spPr>
      </p:pic>
      <p:sp>
        <p:nvSpPr>
          <p:cNvPr id="11" name="Footer Placeholder 4">
            <a:extLst>
              <a:ext uri="{FF2B5EF4-FFF2-40B4-BE49-F238E27FC236}">
                <a16:creationId xmlns:a16="http://schemas.microsoft.com/office/drawing/2014/main" id="{707B402C-6625-889C-09A9-4E6CF969A9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989352" y="6356350"/>
            <a:ext cx="8934138" cy="365125"/>
          </a:xfrm>
        </p:spPr>
        <p:txBody>
          <a:bodyPr/>
          <a:lstStyle>
            <a:lvl1pPr algn="l">
              <a:defRPr/>
            </a:lvl1pPr>
          </a:lstStyle>
          <a:p>
            <a:endParaRPr lang="en-US"/>
          </a:p>
        </p:txBody>
      </p: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66D94DE0-EA17-9DDD-6534-F56CBDCDD1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274820" y="6356350"/>
            <a:ext cx="563380" cy="365125"/>
          </a:xfrm>
          <a:prstGeom prst="rect">
            <a:avLst/>
          </a:prstGeom>
        </p:spPr>
        <p:txBody>
          <a:bodyPr/>
          <a:lstStyle>
            <a:lvl1pPr algn="l">
              <a:defRPr/>
            </a:lvl1pPr>
          </a:lstStyle>
          <a:p>
            <a:fld id="{7C8598A7-94B2-594C-8A98-02B4613DD73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0529604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rand Colors: Go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roup 17">
            <a:extLst>
              <a:ext uri="{FF2B5EF4-FFF2-40B4-BE49-F238E27FC236}">
                <a16:creationId xmlns:a16="http://schemas.microsoft.com/office/drawing/2014/main" id="{51F9A29A-0918-0CEB-545E-DD7C650F8934}"/>
              </a:ext>
            </a:extLst>
          </p:cNvPr>
          <p:cNvGrpSpPr/>
          <p:nvPr userDrawn="1"/>
        </p:nvGrpSpPr>
        <p:grpSpPr>
          <a:xfrm>
            <a:off x="8150" y="0"/>
            <a:ext cx="10141690" cy="6858000"/>
            <a:chOff x="8150" y="0"/>
            <a:chExt cx="8252750" cy="5143500"/>
          </a:xfrm>
        </p:grpSpPr>
        <p:sp>
          <p:nvSpPr>
            <p:cNvPr id="6" name="Google Shape;739;p61">
              <a:extLst>
                <a:ext uri="{FF2B5EF4-FFF2-40B4-BE49-F238E27FC236}">
                  <a16:creationId xmlns:a16="http://schemas.microsoft.com/office/drawing/2014/main" id="{97244DAD-2614-51E0-388F-02BBFC296CEF}"/>
                </a:ext>
              </a:extLst>
            </p:cNvPr>
            <p:cNvSpPr/>
            <p:nvPr userDrawn="1"/>
          </p:nvSpPr>
          <p:spPr>
            <a:xfrm>
              <a:off x="8150" y="0"/>
              <a:ext cx="2251500" cy="5143500"/>
            </a:xfrm>
            <a:prstGeom prst="rect">
              <a:avLst/>
            </a:prstGeom>
            <a:solidFill>
              <a:srgbClr val="F3F3F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" name="Google Shape;740;p61">
              <a:extLst>
                <a:ext uri="{FF2B5EF4-FFF2-40B4-BE49-F238E27FC236}">
                  <a16:creationId xmlns:a16="http://schemas.microsoft.com/office/drawing/2014/main" id="{0C929CFB-82CF-3EDE-5507-4190E55F6A0F}"/>
                </a:ext>
              </a:extLst>
            </p:cNvPr>
            <p:cNvSpPr txBox="1"/>
            <p:nvPr userDrawn="1"/>
          </p:nvSpPr>
          <p:spPr>
            <a:xfrm>
              <a:off x="3137200" y="292450"/>
              <a:ext cx="1260000" cy="92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600">
                  <a:solidFill>
                    <a:schemeClr val="dk1"/>
                  </a:solidFill>
                  <a:latin typeface="Inter Tight Light"/>
                  <a:ea typeface="Inter Tight Light"/>
                  <a:cs typeface="Inter Tight Light"/>
                  <a:sym typeface="Inter Tight Light"/>
                </a:rPr>
                <a:t>Brand Guidelines</a:t>
              </a:r>
              <a:endParaRPr sz="600">
                <a:solidFill>
                  <a:schemeClr val="dk1"/>
                </a:solidFill>
                <a:latin typeface="Inter Tight Light"/>
                <a:ea typeface="Inter Tight Light"/>
                <a:cs typeface="Inter Tight Light"/>
                <a:sym typeface="Inter Tight Light"/>
              </a:endParaRPr>
            </a:p>
          </p:txBody>
        </p:sp>
        <p:sp>
          <p:nvSpPr>
            <p:cNvPr id="8" name="Google Shape;743;p61">
              <a:extLst>
                <a:ext uri="{FF2B5EF4-FFF2-40B4-BE49-F238E27FC236}">
                  <a16:creationId xmlns:a16="http://schemas.microsoft.com/office/drawing/2014/main" id="{EE39D146-4FC7-F512-6C13-BF069C88867F}"/>
                </a:ext>
              </a:extLst>
            </p:cNvPr>
            <p:cNvSpPr txBox="1"/>
            <p:nvPr userDrawn="1"/>
          </p:nvSpPr>
          <p:spPr>
            <a:xfrm>
              <a:off x="294150" y="257930"/>
              <a:ext cx="2112000" cy="215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00" b="1">
                  <a:solidFill>
                    <a:schemeClr val="dk1"/>
                  </a:solidFill>
                  <a:latin typeface="Inter Tight"/>
                  <a:ea typeface="Inter Tight"/>
                  <a:cs typeface="Inter Tight"/>
                  <a:sym typeface="Inter Tight"/>
                </a:rPr>
                <a:t>Color Palette</a:t>
              </a:r>
              <a:endParaRPr sz="1000" b="1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9" name="Google Shape;744;p61">
              <a:extLst>
                <a:ext uri="{FF2B5EF4-FFF2-40B4-BE49-F238E27FC236}">
                  <a16:creationId xmlns:a16="http://schemas.microsoft.com/office/drawing/2014/main" id="{5D7C693C-B1B7-1A77-E1B6-08215C022230}"/>
                </a:ext>
              </a:extLst>
            </p:cNvPr>
            <p:cNvSpPr txBox="1"/>
            <p:nvPr userDrawn="1"/>
          </p:nvSpPr>
          <p:spPr>
            <a:xfrm>
              <a:off x="294150" y="877200"/>
              <a:ext cx="1759200" cy="3952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700" b="1">
                  <a:latin typeface="Inter Tight"/>
                  <a:ea typeface="Inter Tight"/>
                  <a:cs typeface="Inter Tight"/>
                  <a:sym typeface="Inter Tight"/>
                </a:rPr>
                <a:t>Primary Colors</a:t>
              </a:r>
              <a:endParaRPr sz="700" b="1">
                <a:latin typeface="Inter Tight"/>
                <a:ea typeface="Inter Tight"/>
                <a:cs typeface="Inter Tight"/>
                <a:sym typeface="Inter Tight"/>
              </a:endParaRPr>
            </a:p>
            <a:p>
              <a:pPr marL="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700">
                  <a:latin typeface="Inter Tight Light"/>
                  <a:ea typeface="Inter Tight Light"/>
                  <a:cs typeface="Inter Tight Light"/>
                  <a:sym typeface="Inter Tight Light"/>
                </a:rPr>
                <a:t>MMA Gold and Black are the primary brand colors. The authority of gold - the highest standard - is given a contemporary tone blending excellence with urgency and power. Black reinforces the palette by providing a solid foundation, adding professional directness and strength to the MMA brand.</a:t>
              </a:r>
              <a:endParaRPr sz="700">
                <a:latin typeface="Inter Tight Light"/>
                <a:ea typeface="Inter Tight Light"/>
                <a:cs typeface="Inter Tight Light"/>
                <a:sym typeface="Inter Tight Light"/>
              </a:endParaRPr>
            </a:p>
            <a:p>
              <a:pPr marL="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endParaRPr sz="700">
                <a:latin typeface="Inter Tight Light"/>
                <a:ea typeface="Inter Tight Light"/>
                <a:cs typeface="Inter Tight Light"/>
                <a:sym typeface="Inter Tight Light"/>
              </a:endParaRPr>
            </a:p>
            <a:p>
              <a:pPr marL="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n" sz="700" b="1">
                  <a:solidFill>
                    <a:schemeClr val="dk1"/>
                  </a:solidFill>
                  <a:latin typeface="Inter Tight"/>
                  <a:ea typeface="Inter Tight"/>
                  <a:cs typeface="Inter Tight"/>
                  <a:sym typeface="Inter Tight"/>
                </a:rPr>
                <a:t>Tints</a:t>
              </a:r>
              <a:endParaRPr sz="700" b="1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  <a:p>
              <a:pPr marL="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n" sz="700">
                  <a:solidFill>
                    <a:schemeClr val="dk1"/>
                  </a:solidFill>
                  <a:latin typeface="Inter Tight Light"/>
                  <a:ea typeface="Inter Tight Light"/>
                  <a:cs typeface="Inter Tight Light"/>
                  <a:sym typeface="Inter Tight Light"/>
                </a:rPr>
                <a:t>Lighter tints of these colors add flexibility, offering subtle accents that create depth, balance, and visual variety across brand applications.</a:t>
              </a:r>
              <a:endParaRPr sz="700">
                <a:latin typeface="Inter Tight Light"/>
                <a:ea typeface="Inter Tight Light"/>
                <a:cs typeface="Inter Tight Light"/>
                <a:sym typeface="Inter Tight Light"/>
              </a:endParaRPr>
            </a:p>
            <a:p>
              <a:pPr marL="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endParaRPr sz="700">
                <a:latin typeface="Inter Tight Light"/>
                <a:ea typeface="Inter Tight Light"/>
                <a:cs typeface="Inter Tight Light"/>
                <a:sym typeface="Inter Tight Light"/>
              </a:endParaRPr>
            </a:p>
            <a:p>
              <a:pPr marL="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700">
                <a:latin typeface="Inter Tight Light"/>
                <a:ea typeface="Inter Tight Light"/>
                <a:cs typeface="Inter Tight Light"/>
                <a:sym typeface="Inter Tight Light"/>
              </a:endParaRPr>
            </a:p>
          </p:txBody>
        </p:sp>
        <p:sp>
          <p:nvSpPr>
            <p:cNvPr id="10" name="Google Shape;746;p61">
              <a:extLst>
                <a:ext uri="{FF2B5EF4-FFF2-40B4-BE49-F238E27FC236}">
                  <a16:creationId xmlns:a16="http://schemas.microsoft.com/office/drawing/2014/main" id="{C1F7AD3A-EC4D-71BD-86BC-5DD3D6CDC619}"/>
                </a:ext>
              </a:extLst>
            </p:cNvPr>
            <p:cNvSpPr/>
            <p:nvPr userDrawn="1"/>
          </p:nvSpPr>
          <p:spPr>
            <a:xfrm>
              <a:off x="3137200" y="3298175"/>
              <a:ext cx="3845100" cy="1143900"/>
            </a:xfrm>
            <a:prstGeom prst="rect">
              <a:avLst/>
            </a:prstGeom>
            <a:solidFill>
              <a:srgbClr val="FFBB4D"/>
            </a:solidFill>
            <a:ln>
              <a:noFill/>
            </a:ln>
          </p:spPr>
          <p:txBody>
            <a:bodyPr spcFirstLastPara="1" wrap="square" lIns="69675" tIns="69675" rIns="69675" bIns="6967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066"/>
            </a:p>
          </p:txBody>
        </p:sp>
        <p:sp>
          <p:nvSpPr>
            <p:cNvPr id="11" name="Google Shape;747;p61">
              <a:extLst>
                <a:ext uri="{FF2B5EF4-FFF2-40B4-BE49-F238E27FC236}">
                  <a16:creationId xmlns:a16="http://schemas.microsoft.com/office/drawing/2014/main" id="{0BBC6C55-1726-97EA-D87E-0CC8538ADEB8}"/>
                </a:ext>
              </a:extLst>
            </p:cNvPr>
            <p:cNvSpPr/>
            <p:nvPr userDrawn="1"/>
          </p:nvSpPr>
          <p:spPr>
            <a:xfrm>
              <a:off x="6982300" y="877200"/>
              <a:ext cx="1278600" cy="2421000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</p:spPr>
          <p:txBody>
            <a:bodyPr spcFirstLastPara="1" wrap="square" lIns="69675" tIns="69675" rIns="69675" bIns="6967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066"/>
            </a:p>
          </p:txBody>
        </p:sp>
        <p:sp>
          <p:nvSpPr>
            <p:cNvPr id="12" name="Google Shape;748;p61">
              <a:extLst>
                <a:ext uri="{FF2B5EF4-FFF2-40B4-BE49-F238E27FC236}">
                  <a16:creationId xmlns:a16="http://schemas.microsoft.com/office/drawing/2014/main" id="{ADDC627C-56DD-6C33-1406-9E182554A02F}"/>
                </a:ext>
              </a:extLst>
            </p:cNvPr>
            <p:cNvSpPr/>
            <p:nvPr userDrawn="1"/>
          </p:nvSpPr>
          <p:spPr>
            <a:xfrm>
              <a:off x="3137200" y="877200"/>
              <a:ext cx="3845100" cy="2421000"/>
            </a:xfrm>
            <a:prstGeom prst="rect">
              <a:avLst/>
            </a:prstGeom>
            <a:solidFill>
              <a:srgbClr val="FFA402"/>
            </a:solidFill>
            <a:ln>
              <a:noFill/>
            </a:ln>
          </p:spPr>
          <p:txBody>
            <a:bodyPr spcFirstLastPara="1" wrap="square" lIns="69675" tIns="69675" rIns="69675" bIns="6967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066"/>
            </a:p>
          </p:txBody>
        </p:sp>
        <p:sp>
          <p:nvSpPr>
            <p:cNvPr id="13" name="Google Shape;749;p61">
              <a:extLst>
                <a:ext uri="{FF2B5EF4-FFF2-40B4-BE49-F238E27FC236}">
                  <a16:creationId xmlns:a16="http://schemas.microsoft.com/office/drawing/2014/main" id="{78352664-2786-F1AE-021F-955444572345}"/>
                </a:ext>
              </a:extLst>
            </p:cNvPr>
            <p:cNvSpPr txBox="1"/>
            <p:nvPr userDrawn="1"/>
          </p:nvSpPr>
          <p:spPr>
            <a:xfrm>
              <a:off x="3208600" y="935150"/>
              <a:ext cx="1422900" cy="554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600" b="1">
                  <a:solidFill>
                    <a:srgbClr val="FFFFFF"/>
                  </a:solidFill>
                  <a:latin typeface="Inter Tight"/>
                  <a:ea typeface="Inter Tight"/>
                  <a:cs typeface="Inter Tight"/>
                  <a:sym typeface="Inter Tight"/>
                </a:rPr>
                <a:t>MMA Gold</a:t>
              </a:r>
              <a:endParaRPr sz="600" b="1">
                <a:solidFill>
                  <a:srgbClr val="FFFFFF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600">
                  <a:solidFill>
                    <a:srgbClr val="FFFFFF"/>
                  </a:solidFill>
                  <a:latin typeface="Inter Tight Light"/>
                  <a:ea typeface="Inter Tight Light"/>
                  <a:cs typeface="Inter Tight Light"/>
                  <a:sym typeface="Inter Tight Light"/>
                </a:rPr>
                <a:t>#FFA400</a:t>
              </a:r>
              <a:endParaRPr sz="600">
                <a:solidFill>
                  <a:srgbClr val="FFFFFF"/>
                </a:solidFill>
                <a:latin typeface="Inter Tight Light"/>
                <a:ea typeface="Inter Tight Light"/>
                <a:cs typeface="Inter Tight Light"/>
                <a:sym typeface="Inter Tight Light"/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600">
                  <a:solidFill>
                    <a:srgbClr val="FFFFFF"/>
                  </a:solidFill>
                  <a:latin typeface="Inter Tight Light"/>
                  <a:ea typeface="Inter Tight Light"/>
                  <a:cs typeface="Inter Tight Light"/>
                  <a:sym typeface="Inter Tight Light"/>
                </a:rPr>
                <a:t>RGB: 255 / 164 / 0</a:t>
              </a:r>
              <a:endParaRPr sz="600">
                <a:solidFill>
                  <a:srgbClr val="FFFFFF"/>
                </a:solidFill>
                <a:latin typeface="Inter Tight Light"/>
                <a:ea typeface="Inter Tight Light"/>
                <a:cs typeface="Inter Tight Light"/>
                <a:sym typeface="Inter Tight Light"/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600">
                  <a:solidFill>
                    <a:srgbClr val="FFFFFF"/>
                  </a:solidFill>
                  <a:latin typeface="Inter Tight Light"/>
                  <a:ea typeface="Inter Tight Light"/>
                  <a:cs typeface="Inter Tight Light"/>
                  <a:sym typeface="Inter Tight Light"/>
                </a:rPr>
                <a:t>CMYK: 0 / 43 / 100 / 0</a:t>
              </a:r>
              <a:endParaRPr sz="600">
                <a:solidFill>
                  <a:srgbClr val="FFFFFF"/>
                </a:solidFill>
                <a:latin typeface="Inter Tight Light"/>
                <a:ea typeface="Inter Tight Light"/>
                <a:cs typeface="Inter Tight Light"/>
                <a:sym typeface="Inter Tight Light"/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600">
                  <a:solidFill>
                    <a:srgbClr val="FFFFFF"/>
                  </a:solidFill>
                  <a:latin typeface="Inter Tight Light"/>
                  <a:ea typeface="Inter Tight Light"/>
                  <a:cs typeface="Inter Tight Light"/>
                  <a:sym typeface="Inter Tight Light"/>
                </a:rPr>
                <a:t>Pantone 137</a:t>
              </a:r>
              <a:endParaRPr sz="600">
                <a:solidFill>
                  <a:srgbClr val="FFFFFF"/>
                </a:solidFill>
                <a:latin typeface="Inter Tight Light"/>
                <a:ea typeface="Inter Tight Light"/>
                <a:cs typeface="Inter Tight Light"/>
                <a:sym typeface="Inter Tight Light"/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600">
                <a:solidFill>
                  <a:srgbClr val="FFFFFF"/>
                </a:solidFill>
                <a:latin typeface="Inter Tight Light"/>
                <a:ea typeface="Inter Tight Light"/>
                <a:cs typeface="Inter Tight Light"/>
                <a:sym typeface="Inter Tight Light"/>
              </a:endParaRPr>
            </a:p>
          </p:txBody>
        </p:sp>
        <p:sp>
          <p:nvSpPr>
            <p:cNvPr id="14" name="Google Shape;750;p61">
              <a:extLst>
                <a:ext uri="{FF2B5EF4-FFF2-40B4-BE49-F238E27FC236}">
                  <a16:creationId xmlns:a16="http://schemas.microsoft.com/office/drawing/2014/main" id="{266C5D8F-ABB8-A136-EE1D-2B570E4EA1F7}"/>
                </a:ext>
              </a:extLst>
            </p:cNvPr>
            <p:cNvSpPr txBox="1"/>
            <p:nvPr userDrawn="1"/>
          </p:nvSpPr>
          <p:spPr>
            <a:xfrm>
              <a:off x="7040500" y="935150"/>
              <a:ext cx="1058400" cy="554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600" b="1">
                  <a:solidFill>
                    <a:srgbClr val="FFFFFF"/>
                  </a:solidFill>
                  <a:latin typeface="Inter Tight"/>
                  <a:ea typeface="Inter Tight"/>
                  <a:cs typeface="Inter Tight"/>
                  <a:sym typeface="Inter Tight"/>
                </a:rPr>
                <a:t>MMA Onyx</a:t>
              </a:r>
              <a:endParaRPr sz="600" b="1">
                <a:solidFill>
                  <a:srgbClr val="FFFFFF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600">
                  <a:solidFill>
                    <a:srgbClr val="FFFFFF"/>
                  </a:solidFill>
                  <a:latin typeface="Inter Tight Light"/>
                  <a:ea typeface="Inter Tight Light"/>
                  <a:cs typeface="Inter Tight Light"/>
                  <a:sym typeface="Inter Tight Light"/>
                </a:rPr>
                <a:t>#000000</a:t>
              </a:r>
              <a:endParaRPr sz="600">
                <a:solidFill>
                  <a:srgbClr val="FFFFFF"/>
                </a:solidFill>
                <a:latin typeface="Inter Tight Light"/>
                <a:ea typeface="Inter Tight Light"/>
                <a:cs typeface="Inter Tight Light"/>
                <a:sym typeface="Inter Tight Light"/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600">
                  <a:solidFill>
                    <a:srgbClr val="FFFFFF"/>
                  </a:solidFill>
                  <a:latin typeface="Inter Tight Light"/>
                  <a:ea typeface="Inter Tight Light"/>
                  <a:cs typeface="Inter Tight Light"/>
                  <a:sym typeface="Inter Tight Light"/>
                </a:rPr>
                <a:t>RGB: 0 / 0 / 0</a:t>
              </a:r>
              <a:endParaRPr sz="600">
                <a:solidFill>
                  <a:srgbClr val="FFFFFF"/>
                </a:solidFill>
                <a:latin typeface="Inter Tight Light"/>
                <a:ea typeface="Inter Tight Light"/>
                <a:cs typeface="Inter Tight Light"/>
                <a:sym typeface="Inter Tight Light"/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600">
                  <a:solidFill>
                    <a:srgbClr val="FFFFFF"/>
                  </a:solidFill>
                  <a:latin typeface="Inter Tight Light"/>
                  <a:ea typeface="Inter Tight Light"/>
                  <a:cs typeface="Inter Tight Light"/>
                  <a:sym typeface="Inter Tight Light"/>
                </a:rPr>
                <a:t>CMYK: 75 / 68 / 67 / 90</a:t>
              </a:r>
              <a:endParaRPr sz="600">
                <a:solidFill>
                  <a:srgbClr val="FFFFFF"/>
                </a:solidFill>
                <a:latin typeface="Inter Tight Light"/>
                <a:ea typeface="Inter Tight Light"/>
                <a:cs typeface="Inter Tight Light"/>
                <a:sym typeface="Inter Tight Light"/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600">
                  <a:solidFill>
                    <a:srgbClr val="FFFFFF"/>
                  </a:solidFill>
                  <a:latin typeface="Inter Tight Light"/>
                  <a:ea typeface="Inter Tight Light"/>
                  <a:cs typeface="Inter Tight Light"/>
                  <a:sym typeface="Inter Tight Light"/>
                </a:rPr>
                <a:t>Pantone Black 6 </a:t>
              </a:r>
              <a:endParaRPr sz="600">
                <a:solidFill>
                  <a:srgbClr val="FFFFFF"/>
                </a:solidFill>
                <a:latin typeface="Inter Tight Light"/>
                <a:ea typeface="Inter Tight Light"/>
                <a:cs typeface="Inter Tight Light"/>
                <a:sym typeface="Inter Tight Light"/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600">
                <a:solidFill>
                  <a:srgbClr val="FFFFFF"/>
                </a:solidFill>
                <a:latin typeface="Inter Tight Light"/>
                <a:ea typeface="Inter Tight Light"/>
                <a:cs typeface="Inter Tight Light"/>
                <a:sym typeface="Inter Tight Light"/>
              </a:endParaRPr>
            </a:p>
          </p:txBody>
        </p:sp>
        <p:sp>
          <p:nvSpPr>
            <p:cNvPr id="15" name="Google Shape;751;p61">
              <a:extLst>
                <a:ext uri="{FF2B5EF4-FFF2-40B4-BE49-F238E27FC236}">
                  <a16:creationId xmlns:a16="http://schemas.microsoft.com/office/drawing/2014/main" id="{6021AD5E-1D72-93D8-9F61-0E9A8C17C2B6}"/>
                </a:ext>
              </a:extLst>
            </p:cNvPr>
            <p:cNvSpPr txBox="1"/>
            <p:nvPr userDrawn="1"/>
          </p:nvSpPr>
          <p:spPr>
            <a:xfrm>
              <a:off x="3208600" y="3347000"/>
              <a:ext cx="1422900" cy="554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600" b="1">
                  <a:solidFill>
                    <a:srgbClr val="FFFFFF"/>
                  </a:solidFill>
                  <a:latin typeface="Inter Tight"/>
                  <a:ea typeface="Inter Tight"/>
                  <a:cs typeface="Inter Tight"/>
                  <a:sym typeface="Inter Tight"/>
                </a:rPr>
                <a:t>MMA Lt Gold</a:t>
              </a:r>
              <a:endParaRPr sz="600" b="1">
                <a:solidFill>
                  <a:srgbClr val="FFFFFF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600">
                  <a:solidFill>
                    <a:srgbClr val="FFFFFF"/>
                  </a:solidFill>
                  <a:latin typeface="Inter Tight Light"/>
                  <a:ea typeface="Inter Tight Light"/>
                  <a:cs typeface="Inter Tight Light"/>
                  <a:sym typeface="Inter Tight Light"/>
                </a:rPr>
                <a:t>#FFBB4D</a:t>
              </a:r>
              <a:endParaRPr sz="600">
                <a:solidFill>
                  <a:srgbClr val="FFFFFF"/>
                </a:solidFill>
                <a:latin typeface="Inter Tight Light"/>
                <a:ea typeface="Inter Tight Light"/>
                <a:cs typeface="Inter Tight Light"/>
                <a:sym typeface="Inter Tight Light"/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600">
                  <a:solidFill>
                    <a:srgbClr val="FFFFFF"/>
                  </a:solidFill>
                  <a:latin typeface="Inter Tight Light"/>
                  <a:ea typeface="Inter Tight Light"/>
                  <a:cs typeface="Inter Tight Light"/>
                  <a:sym typeface="Inter Tight Light"/>
                </a:rPr>
                <a:t>RGB: 255 / 187 / 77</a:t>
              </a:r>
              <a:endParaRPr sz="600">
                <a:solidFill>
                  <a:srgbClr val="FFFFFF"/>
                </a:solidFill>
                <a:latin typeface="Inter Tight Light"/>
                <a:ea typeface="Inter Tight Light"/>
                <a:cs typeface="Inter Tight Light"/>
                <a:sym typeface="Inter Tight Light"/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600">
                  <a:solidFill>
                    <a:srgbClr val="FFFFFF"/>
                  </a:solidFill>
                  <a:latin typeface="Inter Tight Light"/>
                  <a:ea typeface="Inter Tight Light"/>
                  <a:cs typeface="Inter Tight Light"/>
                  <a:sym typeface="Inter Tight Light"/>
                </a:rPr>
                <a:t>CMYK: 0 / 27 / 70 / 0</a:t>
              </a:r>
              <a:endParaRPr sz="600">
                <a:solidFill>
                  <a:srgbClr val="FFFFFF"/>
                </a:solidFill>
                <a:latin typeface="Inter Tight Light"/>
                <a:ea typeface="Inter Tight Light"/>
                <a:cs typeface="Inter Tight Light"/>
                <a:sym typeface="Inter Tight Light"/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600">
                  <a:solidFill>
                    <a:srgbClr val="FFFFFF"/>
                  </a:solidFill>
                  <a:latin typeface="Inter Tight Light"/>
                  <a:ea typeface="Inter Tight Light"/>
                  <a:cs typeface="Inter Tight Light"/>
                  <a:sym typeface="Inter Tight Light"/>
                </a:rPr>
                <a:t>75% Tint Pantone 137</a:t>
              </a:r>
              <a:endParaRPr sz="600">
                <a:solidFill>
                  <a:srgbClr val="FFFFFF"/>
                </a:solidFill>
                <a:latin typeface="Inter Tight Light"/>
                <a:ea typeface="Inter Tight Light"/>
                <a:cs typeface="Inter Tight Light"/>
                <a:sym typeface="Inter Tight Light"/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600">
                <a:solidFill>
                  <a:srgbClr val="FFFFFF"/>
                </a:solidFill>
                <a:latin typeface="Inter Tight Light"/>
                <a:ea typeface="Inter Tight Light"/>
                <a:cs typeface="Inter Tight Light"/>
                <a:sym typeface="Inter Tight Light"/>
              </a:endParaRPr>
            </a:p>
          </p:txBody>
        </p:sp>
        <p:sp>
          <p:nvSpPr>
            <p:cNvPr id="16" name="Google Shape;752;p61">
              <a:extLst>
                <a:ext uri="{FF2B5EF4-FFF2-40B4-BE49-F238E27FC236}">
                  <a16:creationId xmlns:a16="http://schemas.microsoft.com/office/drawing/2014/main" id="{0392D4B1-7841-23DB-EE40-819798A5091C}"/>
                </a:ext>
              </a:extLst>
            </p:cNvPr>
            <p:cNvSpPr/>
            <p:nvPr userDrawn="1"/>
          </p:nvSpPr>
          <p:spPr>
            <a:xfrm>
              <a:off x="6982250" y="3298175"/>
              <a:ext cx="1278600" cy="1143900"/>
            </a:xfrm>
            <a:prstGeom prst="rect">
              <a:avLst/>
            </a:prstGeom>
            <a:solidFill>
              <a:srgbClr val="BBBCBC"/>
            </a:solidFill>
            <a:ln>
              <a:noFill/>
            </a:ln>
          </p:spPr>
          <p:txBody>
            <a:bodyPr spcFirstLastPara="1" wrap="square" lIns="69675" tIns="69675" rIns="69675" bIns="6967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066"/>
            </a:p>
          </p:txBody>
        </p:sp>
        <p:sp>
          <p:nvSpPr>
            <p:cNvPr id="17" name="Google Shape;753;p61">
              <a:extLst>
                <a:ext uri="{FF2B5EF4-FFF2-40B4-BE49-F238E27FC236}">
                  <a16:creationId xmlns:a16="http://schemas.microsoft.com/office/drawing/2014/main" id="{5D144A61-B439-4A1A-9E21-C513D79E1256}"/>
                </a:ext>
              </a:extLst>
            </p:cNvPr>
            <p:cNvSpPr txBox="1"/>
            <p:nvPr userDrawn="1"/>
          </p:nvSpPr>
          <p:spPr>
            <a:xfrm>
              <a:off x="7040500" y="3347000"/>
              <a:ext cx="854700" cy="710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912"/>
                </a:spcBef>
                <a:spcAft>
                  <a:spcPts val="912"/>
                </a:spcAft>
                <a:buNone/>
              </a:pPr>
              <a:r>
                <a:rPr lang="en" sz="608" b="1">
                  <a:solidFill>
                    <a:schemeClr val="lt1"/>
                  </a:solidFill>
                  <a:latin typeface="Inter Tight"/>
                  <a:ea typeface="Inter Tight"/>
                  <a:cs typeface="Inter Tight"/>
                  <a:sym typeface="Inter Tight"/>
                </a:rPr>
                <a:t>MMA Lt Onyx</a:t>
              </a:r>
              <a:br>
                <a:rPr lang="en" sz="608">
                  <a:solidFill>
                    <a:schemeClr val="lt1"/>
                  </a:solidFill>
                  <a:latin typeface="Inter Tight Light"/>
                  <a:ea typeface="Inter Tight Light"/>
                  <a:cs typeface="Inter Tight Light"/>
                  <a:sym typeface="Inter Tight Light"/>
                </a:rPr>
              </a:br>
              <a:r>
                <a:rPr lang="en" sz="600">
                  <a:solidFill>
                    <a:schemeClr val="lt1"/>
                  </a:solidFill>
                  <a:latin typeface="Inter Tight Light"/>
                  <a:ea typeface="Inter Tight Light"/>
                  <a:cs typeface="Inter Tight Light"/>
                  <a:sym typeface="Inter Tight Light"/>
                </a:rPr>
                <a:t>#BBBCBC</a:t>
              </a:r>
              <a:br>
                <a:rPr lang="en" sz="600">
                  <a:solidFill>
                    <a:schemeClr val="lt1"/>
                  </a:solidFill>
                  <a:latin typeface="Inter Tight Light"/>
                  <a:ea typeface="Inter Tight Light"/>
                  <a:cs typeface="Inter Tight Light"/>
                  <a:sym typeface="Inter Tight Light"/>
                </a:rPr>
              </a:br>
              <a:r>
                <a:rPr lang="en" sz="600">
                  <a:solidFill>
                    <a:schemeClr val="lt1"/>
                  </a:solidFill>
                  <a:latin typeface="Inter Tight Light"/>
                  <a:ea typeface="Inter Tight Light"/>
                  <a:cs typeface="Inter Tight Light"/>
                  <a:sym typeface="Inter Tight Light"/>
                </a:rPr>
                <a:t>RGB: 187 / 188 / 188</a:t>
              </a:r>
              <a:br>
                <a:rPr lang="en" sz="600">
                  <a:solidFill>
                    <a:schemeClr val="lt1"/>
                  </a:solidFill>
                  <a:latin typeface="Inter Tight Light"/>
                  <a:ea typeface="Inter Tight Light"/>
                  <a:cs typeface="Inter Tight Light"/>
                  <a:sym typeface="Inter Tight Light"/>
                </a:rPr>
              </a:br>
              <a:r>
                <a:rPr lang="en" sz="600">
                  <a:solidFill>
                    <a:schemeClr val="lt1"/>
                  </a:solidFill>
                  <a:latin typeface="Inter Tight Light"/>
                  <a:ea typeface="Inter Tight Light"/>
                  <a:cs typeface="Inter Tight Light"/>
                  <a:sym typeface="Inter Tight Light"/>
                </a:rPr>
                <a:t>CMYK: 27 / 20 / 21 / 0</a:t>
              </a:r>
              <a:br>
                <a:rPr lang="en" sz="600">
                  <a:solidFill>
                    <a:schemeClr val="lt1"/>
                  </a:solidFill>
                  <a:latin typeface="Inter Tight Light"/>
                  <a:ea typeface="Inter Tight Light"/>
                  <a:cs typeface="Inter Tight Light"/>
                  <a:sym typeface="Inter Tight Light"/>
                </a:rPr>
              </a:br>
              <a:r>
                <a:rPr lang="en" sz="600">
                  <a:solidFill>
                    <a:schemeClr val="lt1"/>
                  </a:solidFill>
                  <a:latin typeface="Inter Tight Light"/>
                  <a:ea typeface="Inter Tight Light"/>
                  <a:cs typeface="Inter Tight Light"/>
                  <a:sym typeface="Inter Tight Light"/>
                </a:rPr>
                <a:t>Pantone Cool Grey 4 </a:t>
              </a:r>
              <a:endParaRPr sz="608">
                <a:solidFill>
                  <a:schemeClr val="lt1"/>
                </a:solidFill>
                <a:latin typeface="Inter Tight Light"/>
                <a:ea typeface="Inter Tight Light"/>
                <a:cs typeface="Inter Tight Light"/>
                <a:sym typeface="Inter Tight Light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780171750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rand Color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8F3442AC-0AF1-7EB7-A9B7-D7DAE6DC6609}"/>
              </a:ext>
            </a:extLst>
          </p:cNvPr>
          <p:cNvGrpSpPr/>
          <p:nvPr userDrawn="1"/>
        </p:nvGrpSpPr>
        <p:grpSpPr>
          <a:xfrm>
            <a:off x="0" y="0"/>
            <a:ext cx="9875520" cy="6858000"/>
            <a:chOff x="8150" y="0"/>
            <a:chExt cx="8249753" cy="5143500"/>
          </a:xfrm>
        </p:grpSpPr>
        <p:sp>
          <p:nvSpPr>
            <p:cNvPr id="3" name="Google Shape;758;p62">
              <a:extLst>
                <a:ext uri="{FF2B5EF4-FFF2-40B4-BE49-F238E27FC236}">
                  <a16:creationId xmlns:a16="http://schemas.microsoft.com/office/drawing/2014/main" id="{DAD8AEF9-0EB2-06DC-CA28-AFF4A321BD45}"/>
                </a:ext>
              </a:extLst>
            </p:cNvPr>
            <p:cNvSpPr/>
            <p:nvPr/>
          </p:nvSpPr>
          <p:spPr>
            <a:xfrm>
              <a:off x="3137756" y="877200"/>
              <a:ext cx="1293600" cy="2421000"/>
            </a:xfrm>
            <a:prstGeom prst="rect">
              <a:avLst/>
            </a:prstGeom>
            <a:solidFill>
              <a:srgbClr val="05AA88"/>
            </a:solidFill>
            <a:ln>
              <a:noFill/>
            </a:ln>
          </p:spPr>
          <p:txBody>
            <a:bodyPr spcFirstLastPara="1" wrap="square" lIns="69775" tIns="69775" rIns="69775" bIns="6977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068"/>
            </a:p>
          </p:txBody>
        </p:sp>
        <p:sp>
          <p:nvSpPr>
            <p:cNvPr id="4" name="Google Shape;759;p62">
              <a:extLst>
                <a:ext uri="{FF2B5EF4-FFF2-40B4-BE49-F238E27FC236}">
                  <a16:creationId xmlns:a16="http://schemas.microsoft.com/office/drawing/2014/main" id="{18F3486A-5927-1EC7-F32D-1E1132425BFE}"/>
                </a:ext>
              </a:extLst>
            </p:cNvPr>
            <p:cNvSpPr/>
            <p:nvPr/>
          </p:nvSpPr>
          <p:spPr>
            <a:xfrm>
              <a:off x="4430447" y="3296027"/>
              <a:ext cx="1276200" cy="1146000"/>
            </a:xfrm>
            <a:prstGeom prst="rect">
              <a:avLst/>
            </a:prstGeom>
            <a:solidFill>
              <a:srgbClr val="4D79D7"/>
            </a:solidFill>
            <a:ln>
              <a:noFill/>
            </a:ln>
          </p:spPr>
          <p:txBody>
            <a:bodyPr spcFirstLastPara="1" wrap="square" lIns="69525" tIns="69525" rIns="69525" bIns="695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064"/>
            </a:p>
          </p:txBody>
        </p:sp>
        <p:sp>
          <p:nvSpPr>
            <p:cNvPr id="5" name="Google Shape;760;p62">
              <a:extLst>
                <a:ext uri="{FF2B5EF4-FFF2-40B4-BE49-F238E27FC236}">
                  <a16:creationId xmlns:a16="http://schemas.microsoft.com/office/drawing/2014/main" id="{A1139D94-1A97-CA78-77B5-8250BD692A7A}"/>
                </a:ext>
              </a:extLst>
            </p:cNvPr>
            <p:cNvSpPr/>
            <p:nvPr/>
          </p:nvSpPr>
          <p:spPr>
            <a:xfrm>
              <a:off x="5706148" y="877200"/>
              <a:ext cx="1276200" cy="2421000"/>
            </a:xfrm>
            <a:prstGeom prst="rect">
              <a:avLst/>
            </a:prstGeom>
            <a:solidFill>
              <a:srgbClr val="D35400"/>
            </a:solidFill>
            <a:ln>
              <a:noFill/>
            </a:ln>
          </p:spPr>
          <p:txBody>
            <a:bodyPr spcFirstLastPara="1" wrap="square" lIns="69525" tIns="69525" rIns="69525" bIns="695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064"/>
            </a:p>
          </p:txBody>
        </p:sp>
        <p:sp>
          <p:nvSpPr>
            <p:cNvPr id="19" name="Google Shape;761;p62">
              <a:extLst>
                <a:ext uri="{FF2B5EF4-FFF2-40B4-BE49-F238E27FC236}">
                  <a16:creationId xmlns:a16="http://schemas.microsoft.com/office/drawing/2014/main" id="{8855FD24-348A-3654-3E27-7B2F3D23109E}"/>
                </a:ext>
              </a:extLst>
            </p:cNvPr>
            <p:cNvSpPr/>
            <p:nvPr/>
          </p:nvSpPr>
          <p:spPr>
            <a:xfrm>
              <a:off x="6981701" y="877200"/>
              <a:ext cx="1276200" cy="2421000"/>
            </a:xfrm>
            <a:prstGeom prst="rect">
              <a:avLst/>
            </a:prstGeom>
            <a:solidFill>
              <a:srgbClr val="B6C700"/>
            </a:solidFill>
            <a:ln>
              <a:noFill/>
            </a:ln>
          </p:spPr>
          <p:txBody>
            <a:bodyPr spcFirstLastPara="1" wrap="square" lIns="69525" tIns="69525" rIns="69525" bIns="695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064"/>
            </a:p>
          </p:txBody>
        </p:sp>
        <p:sp>
          <p:nvSpPr>
            <p:cNvPr id="20" name="Google Shape;762;p62">
              <a:extLst>
                <a:ext uri="{FF2B5EF4-FFF2-40B4-BE49-F238E27FC236}">
                  <a16:creationId xmlns:a16="http://schemas.microsoft.com/office/drawing/2014/main" id="{6850704B-EECF-3D08-F27E-7C2C4B6939AF}"/>
                </a:ext>
              </a:extLst>
            </p:cNvPr>
            <p:cNvSpPr/>
            <p:nvPr/>
          </p:nvSpPr>
          <p:spPr>
            <a:xfrm>
              <a:off x="5706133" y="3296027"/>
              <a:ext cx="1276200" cy="1146000"/>
            </a:xfrm>
            <a:prstGeom prst="rect">
              <a:avLst/>
            </a:prstGeom>
            <a:solidFill>
              <a:srgbClr val="E98A4D"/>
            </a:solidFill>
            <a:ln>
              <a:noFill/>
            </a:ln>
          </p:spPr>
          <p:txBody>
            <a:bodyPr spcFirstLastPara="1" wrap="square" lIns="69525" tIns="69525" rIns="69525" bIns="695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064"/>
            </a:p>
          </p:txBody>
        </p:sp>
        <p:sp>
          <p:nvSpPr>
            <p:cNvPr id="21" name="Google Shape;763;p62">
              <a:extLst>
                <a:ext uri="{FF2B5EF4-FFF2-40B4-BE49-F238E27FC236}">
                  <a16:creationId xmlns:a16="http://schemas.microsoft.com/office/drawing/2014/main" id="{082BA525-98FD-6A5C-4D78-92FD947B2D32}"/>
                </a:ext>
              </a:extLst>
            </p:cNvPr>
            <p:cNvSpPr/>
            <p:nvPr/>
          </p:nvSpPr>
          <p:spPr>
            <a:xfrm>
              <a:off x="4430439" y="877200"/>
              <a:ext cx="1276200" cy="2421000"/>
            </a:xfrm>
            <a:prstGeom prst="rect">
              <a:avLst/>
            </a:prstGeom>
            <a:solidFill>
              <a:srgbClr val="0047B3"/>
            </a:solidFill>
            <a:ln>
              <a:noFill/>
            </a:ln>
          </p:spPr>
          <p:txBody>
            <a:bodyPr spcFirstLastPara="1" wrap="square" lIns="69525" tIns="69525" rIns="69525" bIns="695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064"/>
            </a:p>
          </p:txBody>
        </p:sp>
        <p:sp>
          <p:nvSpPr>
            <p:cNvPr id="22" name="Google Shape;764;p62">
              <a:extLst>
                <a:ext uri="{FF2B5EF4-FFF2-40B4-BE49-F238E27FC236}">
                  <a16:creationId xmlns:a16="http://schemas.microsoft.com/office/drawing/2014/main" id="{5A97FD1B-F77B-43A1-0F68-31DAEC4E251D}"/>
                </a:ext>
              </a:extLst>
            </p:cNvPr>
            <p:cNvSpPr/>
            <p:nvPr/>
          </p:nvSpPr>
          <p:spPr>
            <a:xfrm>
              <a:off x="3137200" y="3298175"/>
              <a:ext cx="1293600" cy="1143900"/>
            </a:xfrm>
            <a:prstGeom prst="rect">
              <a:avLst/>
            </a:prstGeom>
            <a:solidFill>
              <a:srgbClr val="67CDB7"/>
            </a:solidFill>
            <a:ln>
              <a:noFill/>
            </a:ln>
          </p:spPr>
          <p:txBody>
            <a:bodyPr spcFirstLastPara="1" wrap="square" lIns="69525" tIns="69525" rIns="69525" bIns="695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064"/>
            </a:p>
          </p:txBody>
        </p:sp>
        <p:sp>
          <p:nvSpPr>
            <p:cNvPr id="23" name="Google Shape;765;p62">
              <a:extLst>
                <a:ext uri="{FF2B5EF4-FFF2-40B4-BE49-F238E27FC236}">
                  <a16:creationId xmlns:a16="http://schemas.microsoft.com/office/drawing/2014/main" id="{1E6A6AEE-C493-A11F-756C-4285648C4993}"/>
                </a:ext>
              </a:extLst>
            </p:cNvPr>
            <p:cNvSpPr/>
            <p:nvPr/>
          </p:nvSpPr>
          <p:spPr>
            <a:xfrm>
              <a:off x="6981703" y="3296027"/>
              <a:ext cx="1276200" cy="1146000"/>
            </a:xfrm>
            <a:prstGeom prst="rect">
              <a:avLst/>
            </a:prstGeom>
            <a:solidFill>
              <a:srgbClr val="D6E466"/>
            </a:solidFill>
            <a:ln>
              <a:noFill/>
            </a:ln>
          </p:spPr>
          <p:txBody>
            <a:bodyPr spcFirstLastPara="1" wrap="square" lIns="69525" tIns="69525" rIns="69525" bIns="695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064"/>
            </a:p>
          </p:txBody>
        </p:sp>
        <p:sp>
          <p:nvSpPr>
            <p:cNvPr id="24" name="Google Shape;766;p62">
              <a:extLst>
                <a:ext uri="{FF2B5EF4-FFF2-40B4-BE49-F238E27FC236}">
                  <a16:creationId xmlns:a16="http://schemas.microsoft.com/office/drawing/2014/main" id="{C6917E7B-BAF4-C0C8-C36A-54DF36484E47}"/>
                </a:ext>
              </a:extLst>
            </p:cNvPr>
            <p:cNvSpPr/>
            <p:nvPr/>
          </p:nvSpPr>
          <p:spPr>
            <a:xfrm>
              <a:off x="8150" y="0"/>
              <a:ext cx="2251500" cy="5143500"/>
            </a:xfrm>
            <a:prstGeom prst="rect">
              <a:avLst/>
            </a:prstGeom>
            <a:solidFill>
              <a:srgbClr val="F3F3F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" name="Google Shape;767;p62">
              <a:extLst>
                <a:ext uri="{FF2B5EF4-FFF2-40B4-BE49-F238E27FC236}">
                  <a16:creationId xmlns:a16="http://schemas.microsoft.com/office/drawing/2014/main" id="{B8BDA965-2860-E880-446D-35EE659B596E}"/>
                </a:ext>
              </a:extLst>
            </p:cNvPr>
            <p:cNvSpPr txBox="1"/>
            <p:nvPr/>
          </p:nvSpPr>
          <p:spPr>
            <a:xfrm>
              <a:off x="3137200" y="292450"/>
              <a:ext cx="1260000" cy="92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600">
                  <a:solidFill>
                    <a:schemeClr val="dk1"/>
                  </a:solidFill>
                  <a:latin typeface="Inter Tight Light"/>
                  <a:ea typeface="Inter Tight Light"/>
                  <a:cs typeface="Inter Tight Light"/>
                  <a:sym typeface="Inter Tight Light"/>
                </a:rPr>
                <a:t>Brand Guidelines</a:t>
              </a:r>
              <a:endParaRPr sz="600">
                <a:solidFill>
                  <a:schemeClr val="dk1"/>
                </a:solidFill>
                <a:latin typeface="Inter Tight Light"/>
                <a:ea typeface="Inter Tight Light"/>
                <a:cs typeface="Inter Tight Light"/>
                <a:sym typeface="Inter Tight Light"/>
              </a:endParaRPr>
            </a:p>
          </p:txBody>
        </p:sp>
        <p:sp>
          <p:nvSpPr>
            <p:cNvPr id="26" name="Google Shape;768;p62">
              <a:extLst>
                <a:ext uri="{FF2B5EF4-FFF2-40B4-BE49-F238E27FC236}">
                  <a16:creationId xmlns:a16="http://schemas.microsoft.com/office/drawing/2014/main" id="{42337364-1036-ED66-2173-6A75A5B9F833}"/>
                </a:ext>
              </a:extLst>
            </p:cNvPr>
            <p:cNvSpPr txBox="1"/>
            <p:nvPr/>
          </p:nvSpPr>
          <p:spPr>
            <a:xfrm>
              <a:off x="6153500" y="292450"/>
              <a:ext cx="1101300" cy="92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600">
                  <a:solidFill>
                    <a:schemeClr val="dk1"/>
                  </a:solidFill>
                  <a:latin typeface="Inter Tight Light"/>
                  <a:ea typeface="Inter Tight Light"/>
                  <a:cs typeface="Inter Tight Light"/>
                  <a:sym typeface="Inter Tight Light"/>
                </a:rPr>
                <a:t>Colors</a:t>
              </a:r>
              <a:endParaRPr sz="600">
                <a:solidFill>
                  <a:schemeClr val="dk1"/>
                </a:solidFill>
                <a:latin typeface="Inter Tight Light"/>
                <a:ea typeface="Inter Tight Light"/>
                <a:cs typeface="Inter Tight Light"/>
                <a:sym typeface="Inter Tight Light"/>
              </a:endParaRPr>
            </a:p>
          </p:txBody>
        </p:sp>
        <p:sp>
          <p:nvSpPr>
            <p:cNvPr id="27" name="Google Shape;770;p62">
              <a:extLst>
                <a:ext uri="{FF2B5EF4-FFF2-40B4-BE49-F238E27FC236}">
                  <a16:creationId xmlns:a16="http://schemas.microsoft.com/office/drawing/2014/main" id="{0CB29EC6-E016-C7C7-8DAC-33E4172084E6}"/>
                </a:ext>
              </a:extLst>
            </p:cNvPr>
            <p:cNvSpPr txBox="1"/>
            <p:nvPr/>
          </p:nvSpPr>
          <p:spPr>
            <a:xfrm>
              <a:off x="294150" y="257930"/>
              <a:ext cx="2112000" cy="215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00" b="1">
                  <a:solidFill>
                    <a:schemeClr val="dk1"/>
                  </a:solidFill>
                  <a:latin typeface="Inter Tight"/>
                  <a:ea typeface="Inter Tight"/>
                  <a:cs typeface="Inter Tight"/>
                  <a:sym typeface="Inter Tight"/>
                </a:rPr>
                <a:t>Color Palette</a:t>
              </a:r>
              <a:endParaRPr sz="1000" b="1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28" name="Google Shape;771;p62">
              <a:extLst>
                <a:ext uri="{FF2B5EF4-FFF2-40B4-BE49-F238E27FC236}">
                  <a16:creationId xmlns:a16="http://schemas.microsoft.com/office/drawing/2014/main" id="{068A5B32-EA79-656D-8589-0617C5945705}"/>
                </a:ext>
              </a:extLst>
            </p:cNvPr>
            <p:cNvSpPr txBox="1"/>
            <p:nvPr/>
          </p:nvSpPr>
          <p:spPr>
            <a:xfrm>
              <a:off x="294150" y="877200"/>
              <a:ext cx="1653900" cy="3952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n" sz="700" b="1">
                  <a:solidFill>
                    <a:schemeClr val="dk1"/>
                  </a:solidFill>
                  <a:latin typeface="Inter Tight"/>
                  <a:ea typeface="Inter Tight"/>
                  <a:cs typeface="Inter Tight"/>
                  <a:sym typeface="Inter Tight"/>
                </a:rPr>
                <a:t>Secondary Colors</a:t>
              </a:r>
              <a:endParaRPr sz="700" b="1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  <a:p>
              <a:pPr marL="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n" sz="700">
                  <a:solidFill>
                    <a:schemeClr val="dk1"/>
                  </a:solidFill>
                  <a:latin typeface="Inter Tight Light"/>
                  <a:ea typeface="Inter Tight Light"/>
                  <a:cs typeface="Inter Tight Light"/>
                  <a:sym typeface="Inter Tight Light"/>
                </a:rPr>
                <a:t>The secondary colors introduce a sense of vibrancy and a energetic touch to the MMA brand. These tones are often linked to media and technology, making them an ideal complement to the future-facing MMA mission.</a:t>
              </a:r>
              <a:endParaRPr sz="700">
                <a:solidFill>
                  <a:schemeClr val="dk1"/>
                </a:solidFill>
                <a:latin typeface="Inter Tight Light"/>
                <a:ea typeface="Inter Tight Light"/>
                <a:cs typeface="Inter Tight Light"/>
                <a:sym typeface="Inter Tight Light"/>
              </a:endParaRPr>
            </a:p>
            <a:p>
              <a:pPr marL="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endParaRPr sz="700">
                <a:solidFill>
                  <a:schemeClr val="dk1"/>
                </a:solidFill>
                <a:latin typeface="Inter Tight Light"/>
                <a:ea typeface="Inter Tight Light"/>
                <a:cs typeface="Inter Tight Light"/>
                <a:sym typeface="Inter Tight Light"/>
              </a:endParaRPr>
            </a:p>
            <a:p>
              <a:pPr marL="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n" sz="700" b="1">
                  <a:solidFill>
                    <a:schemeClr val="dk1"/>
                  </a:solidFill>
                  <a:latin typeface="Inter Tight"/>
                  <a:ea typeface="Inter Tight"/>
                  <a:cs typeface="Inter Tight"/>
                  <a:sym typeface="Inter Tight"/>
                </a:rPr>
                <a:t>Tints</a:t>
              </a:r>
              <a:endParaRPr sz="700" b="1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  <a:p>
              <a:pPr marL="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n" sz="700">
                  <a:solidFill>
                    <a:schemeClr val="dk1"/>
                  </a:solidFill>
                  <a:latin typeface="Inter Tight Light"/>
                  <a:ea typeface="Inter Tight Light"/>
                  <a:cs typeface="Inter Tight Light"/>
                  <a:sym typeface="Inter Tight Light"/>
                </a:rPr>
                <a:t>Lighter tints of these colors add flexibility, offering subtle accents that create depth, balance, and visual variety across brand applications.</a:t>
              </a:r>
              <a:endParaRPr sz="700">
                <a:solidFill>
                  <a:schemeClr val="dk1"/>
                </a:solidFill>
                <a:latin typeface="Inter Tight Light"/>
                <a:ea typeface="Inter Tight Light"/>
                <a:cs typeface="Inter Tight Light"/>
                <a:sym typeface="Inter Tight Light"/>
              </a:endParaRPr>
            </a:p>
            <a:p>
              <a:pPr marL="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endParaRPr sz="700">
                <a:latin typeface="Inter Tight Light"/>
                <a:ea typeface="Inter Tight Light"/>
                <a:cs typeface="Inter Tight Light"/>
                <a:sym typeface="Inter Tight Light"/>
              </a:endParaRPr>
            </a:p>
            <a:p>
              <a:pPr marL="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endParaRPr sz="700">
                <a:solidFill>
                  <a:schemeClr val="dk1"/>
                </a:solidFill>
                <a:latin typeface="Inter Tight Light"/>
                <a:ea typeface="Inter Tight Light"/>
                <a:cs typeface="Inter Tight Light"/>
                <a:sym typeface="Inter Tight Light"/>
              </a:endParaRPr>
            </a:p>
            <a:p>
              <a:pPr marL="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endParaRPr sz="700">
                <a:latin typeface="Inter Tight Light"/>
                <a:ea typeface="Inter Tight Light"/>
                <a:cs typeface="Inter Tight Light"/>
                <a:sym typeface="Inter Tight Light"/>
              </a:endParaRPr>
            </a:p>
            <a:p>
              <a:pPr marL="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700">
                <a:latin typeface="Inter Tight Light"/>
                <a:ea typeface="Inter Tight Light"/>
                <a:cs typeface="Inter Tight Light"/>
                <a:sym typeface="Inter Tight Light"/>
              </a:endParaRPr>
            </a:p>
          </p:txBody>
        </p:sp>
        <p:sp>
          <p:nvSpPr>
            <p:cNvPr id="29" name="Google Shape;773;p62">
              <a:extLst>
                <a:ext uri="{FF2B5EF4-FFF2-40B4-BE49-F238E27FC236}">
                  <a16:creationId xmlns:a16="http://schemas.microsoft.com/office/drawing/2014/main" id="{D9E6310A-1DE7-53BC-A27A-B3D8FE948A2C}"/>
                </a:ext>
              </a:extLst>
            </p:cNvPr>
            <p:cNvSpPr txBox="1"/>
            <p:nvPr/>
          </p:nvSpPr>
          <p:spPr>
            <a:xfrm>
              <a:off x="3208600" y="939650"/>
              <a:ext cx="1188600" cy="554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600" b="1">
                  <a:solidFill>
                    <a:srgbClr val="FFFFFF"/>
                  </a:solidFill>
                  <a:latin typeface="Inter Tight"/>
                  <a:ea typeface="Inter Tight"/>
                  <a:cs typeface="Inter Tight"/>
                  <a:sym typeface="Inter Tight"/>
                </a:rPr>
                <a:t>MMA Emerald</a:t>
              </a:r>
              <a:endParaRPr sz="600" b="1">
                <a:solidFill>
                  <a:srgbClr val="FFFFFF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600">
                  <a:solidFill>
                    <a:srgbClr val="FFFFFF"/>
                  </a:solidFill>
                  <a:latin typeface="Inter Tight Light"/>
                  <a:ea typeface="Inter Tight Light"/>
                  <a:cs typeface="Inter Tight Light"/>
                  <a:sym typeface="Inter Tight Light"/>
                </a:rPr>
                <a:t>#00AB84</a:t>
              </a:r>
              <a:br>
                <a:rPr lang="en" sz="600">
                  <a:solidFill>
                    <a:srgbClr val="FFFFFF"/>
                  </a:solidFill>
                  <a:latin typeface="Inter Tight Light"/>
                  <a:ea typeface="Inter Tight Light"/>
                  <a:cs typeface="Inter Tight Light"/>
                  <a:sym typeface="Inter Tight Light"/>
                </a:rPr>
              </a:br>
              <a:r>
                <a:rPr lang="en" sz="600">
                  <a:solidFill>
                    <a:srgbClr val="FFFFFF"/>
                  </a:solidFill>
                  <a:latin typeface="Inter Tight Light"/>
                  <a:ea typeface="Inter Tight Light"/>
                  <a:cs typeface="Inter Tight Light"/>
                  <a:sym typeface="Inter Tight Light"/>
                </a:rPr>
                <a:t>RGB: 0 / 171 / 132</a:t>
              </a:r>
              <a:endParaRPr sz="600">
                <a:solidFill>
                  <a:srgbClr val="FFFFFF"/>
                </a:solidFill>
                <a:latin typeface="Inter Tight Light"/>
                <a:ea typeface="Inter Tight Light"/>
                <a:cs typeface="Inter Tight Light"/>
                <a:sym typeface="Inter Tight Light"/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600">
                  <a:solidFill>
                    <a:srgbClr val="FFFFFF"/>
                  </a:solidFill>
                  <a:latin typeface="Inter Tight Light"/>
                  <a:ea typeface="Inter Tight Light"/>
                  <a:cs typeface="Inter Tight Light"/>
                  <a:sym typeface="Inter Tight Light"/>
                </a:rPr>
                <a:t>CMYK: 100 / 0 / 68 / 0</a:t>
              </a:r>
              <a:endParaRPr sz="600">
                <a:solidFill>
                  <a:srgbClr val="FFFFFF"/>
                </a:solidFill>
                <a:latin typeface="Inter Tight Light"/>
                <a:ea typeface="Inter Tight Light"/>
                <a:cs typeface="Inter Tight Light"/>
                <a:sym typeface="Inter Tight Light"/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600">
                  <a:solidFill>
                    <a:srgbClr val="FFFFFF"/>
                  </a:solidFill>
                  <a:latin typeface="Inter Tight Light"/>
                  <a:ea typeface="Inter Tight Light"/>
                  <a:cs typeface="Inter Tight Light"/>
                  <a:sym typeface="Inter Tight Light"/>
                </a:rPr>
                <a:t>Pantone Green C</a:t>
              </a:r>
              <a:endParaRPr sz="600">
                <a:solidFill>
                  <a:srgbClr val="FFFFFF"/>
                </a:solidFill>
                <a:latin typeface="Inter Tight Light"/>
                <a:ea typeface="Inter Tight Light"/>
                <a:cs typeface="Inter Tight Light"/>
                <a:sym typeface="Inter Tight Light"/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600">
                <a:solidFill>
                  <a:srgbClr val="FFFFFF"/>
                </a:solidFill>
                <a:latin typeface="Inter Tight Light"/>
                <a:ea typeface="Inter Tight Light"/>
                <a:cs typeface="Inter Tight Light"/>
                <a:sym typeface="Inter Tight Light"/>
              </a:endParaRPr>
            </a:p>
          </p:txBody>
        </p:sp>
        <p:sp>
          <p:nvSpPr>
            <p:cNvPr id="30" name="Google Shape;774;p62">
              <a:extLst>
                <a:ext uri="{FF2B5EF4-FFF2-40B4-BE49-F238E27FC236}">
                  <a16:creationId xmlns:a16="http://schemas.microsoft.com/office/drawing/2014/main" id="{31E80295-31C0-2190-3D6C-9B168C7F5780}"/>
                </a:ext>
              </a:extLst>
            </p:cNvPr>
            <p:cNvSpPr txBox="1"/>
            <p:nvPr/>
          </p:nvSpPr>
          <p:spPr>
            <a:xfrm>
              <a:off x="4502700" y="939650"/>
              <a:ext cx="1188600" cy="554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600" b="1">
                  <a:solidFill>
                    <a:srgbClr val="FFFFFF"/>
                  </a:solidFill>
                  <a:latin typeface="Inter Tight"/>
                  <a:ea typeface="Inter Tight"/>
                  <a:cs typeface="Inter Tight"/>
                  <a:sym typeface="Inter Tight"/>
                </a:rPr>
                <a:t>MMA Sapphire</a:t>
              </a:r>
              <a:endParaRPr sz="600" b="1">
                <a:solidFill>
                  <a:srgbClr val="FFFFFF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600">
                  <a:solidFill>
                    <a:srgbClr val="FFFFFF"/>
                  </a:solidFill>
                  <a:latin typeface="Inter Tight Light"/>
                  <a:ea typeface="Inter Tight Light"/>
                  <a:cs typeface="Inter Tight Light"/>
                  <a:sym typeface="Inter Tight Light"/>
                </a:rPr>
                <a:t>#0047BB</a:t>
              </a:r>
              <a:br>
                <a:rPr lang="en" sz="600">
                  <a:solidFill>
                    <a:srgbClr val="FFFFFF"/>
                  </a:solidFill>
                  <a:latin typeface="Inter Tight Light"/>
                  <a:ea typeface="Inter Tight Light"/>
                  <a:cs typeface="Inter Tight Light"/>
                  <a:sym typeface="Inter Tight Light"/>
                </a:rPr>
              </a:br>
              <a:r>
                <a:rPr lang="en" sz="600">
                  <a:solidFill>
                    <a:srgbClr val="FFFFFF"/>
                  </a:solidFill>
                  <a:latin typeface="Inter Tight Light"/>
                  <a:ea typeface="Inter Tight Light"/>
                  <a:cs typeface="Inter Tight Light"/>
                  <a:sym typeface="Inter Tight Light"/>
                </a:rPr>
                <a:t>RGB: 0 / 71 / 187</a:t>
              </a:r>
              <a:endParaRPr sz="600">
                <a:solidFill>
                  <a:srgbClr val="FFFFFF"/>
                </a:solidFill>
                <a:latin typeface="Inter Tight Light"/>
                <a:ea typeface="Inter Tight Light"/>
                <a:cs typeface="Inter Tight Light"/>
                <a:sym typeface="Inter Tight Light"/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600">
                  <a:solidFill>
                    <a:srgbClr val="FFFFFF"/>
                  </a:solidFill>
                  <a:latin typeface="Inter Tight Light"/>
                  <a:ea typeface="Inter Tight Light"/>
                  <a:cs typeface="Inter Tight Light"/>
                  <a:sym typeface="Inter Tight Light"/>
                </a:rPr>
                <a:t>CMYK: 99 / 77 / 0 / 0</a:t>
              </a:r>
              <a:endParaRPr sz="600">
                <a:solidFill>
                  <a:srgbClr val="FFFFFF"/>
                </a:solidFill>
                <a:latin typeface="Inter Tight Light"/>
                <a:ea typeface="Inter Tight Light"/>
                <a:cs typeface="Inter Tight Light"/>
                <a:sym typeface="Inter Tight Light"/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600">
                  <a:solidFill>
                    <a:srgbClr val="FFFFFF"/>
                  </a:solidFill>
                  <a:latin typeface="Inter Tight Light"/>
                  <a:ea typeface="Inter Tight Light"/>
                  <a:cs typeface="Inter Tight Light"/>
                  <a:sym typeface="Inter Tight Light"/>
                </a:rPr>
                <a:t>Pantone 2728</a:t>
              </a:r>
              <a:endParaRPr sz="600">
                <a:solidFill>
                  <a:srgbClr val="FFFFFF"/>
                </a:solidFill>
                <a:latin typeface="Inter Tight Light"/>
                <a:ea typeface="Inter Tight Light"/>
                <a:cs typeface="Inter Tight Light"/>
                <a:sym typeface="Inter Tight Light"/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600">
                <a:solidFill>
                  <a:srgbClr val="FFFFFF"/>
                </a:solidFill>
                <a:latin typeface="Inter Tight Light"/>
                <a:ea typeface="Inter Tight Light"/>
                <a:cs typeface="Inter Tight Light"/>
                <a:sym typeface="Inter Tight Light"/>
              </a:endParaRPr>
            </a:p>
          </p:txBody>
        </p:sp>
        <p:sp>
          <p:nvSpPr>
            <p:cNvPr id="31" name="Google Shape;775;p62">
              <a:extLst>
                <a:ext uri="{FF2B5EF4-FFF2-40B4-BE49-F238E27FC236}">
                  <a16:creationId xmlns:a16="http://schemas.microsoft.com/office/drawing/2014/main" id="{D592A0F3-EF84-5C5D-2FE3-86BA6DC01E45}"/>
                </a:ext>
              </a:extLst>
            </p:cNvPr>
            <p:cNvSpPr txBox="1"/>
            <p:nvPr/>
          </p:nvSpPr>
          <p:spPr>
            <a:xfrm>
              <a:off x="5763200" y="939650"/>
              <a:ext cx="1188600" cy="554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600" b="1">
                  <a:solidFill>
                    <a:srgbClr val="FFFFFF"/>
                  </a:solidFill>
                  <a:latin typeface="Inter Tight"/>
                  <a:ea typeface="Inter Tight"/>
                  <a:cs typeface="Inter Tight"/>
                  <a:sym typeface="Inter Tight"/>
                </a:rPr>
                <a:t>MMA Topaz</a:t>
              </a:r>
              <a:endParaRPr sz="600" b="1">
                <a:solidFill>
                  <a:srgbClr val="FFFFFF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600">
                  <a:solidFill>
                    <a:srgbClr val="FFFFFF"/>
                  </a:solidFill>
                  <a:latin typeface="Inter Tight Light"/>
                  <a:ea typeface="Inter Tight Light"/>
                  <a:cs typeface="Inter Tight Light"/>
                  <a:sym typeface="Inter Tight Light"/>
                </a:rPr>
                <a:t>#E25700</a:t>
              </a:r>
              <a:br>
                <a:rPr lang="en" sz="600">
                  <a:solidFill>
                    <a:srgbClr val="FFFFFF"/>
                  </a:solidFill>
                  <a:latin typeface="Inter Tight Light"/>
                  <a:ea typeface="Inter Tight Light"/>
                  <a:cs typeface="Inter Tight Light"/>
                  <a:sym typeface="Inter Tight Light"/>
                </a:rPr>
              </a:br>
              <a:r>
                <a:rPr lang="en" sz="600">
                  <a:solidFill>
                    <a:srgbClr val="FFFFFF"/>
                  </a:solidFill>
                  <a:latin typeface="Inter Tight Light"/>
                  <a:ea typeface="Inter Tight Light"/>
                  <a:cs typeface="Inter Tight Light"/>
                  <a:sym typeface="Inter Tight Light"/>
                </a:rPr>
                <a:t>RGB: 226 / 87 / 0</a:t>
              </a:r>
              <a:endParaRPr sz="600">
                <a:solidFill>
                  <a:srgbClr val="FFFFFF"/>
                </a:solidFill>
                <a:latin typeface="Inter Tight Light"/>
                <a:ea typeface="Inter Tight Light"/>
                <a:cs typeface="Inter Tight Light"/>
                <a:sym typeface="Inter Tight Light"/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600">
                  <a:solidFill>
                    <a:srgbClr val="FFFFFF"/>
                  </a:solidFill>
                  <a:latin typeface="Inter Tight Light"/>
                  <a:ea typeface="Inter Tight Light"/>
                  <a:cs typeface="Inter Tight Light"/>
                  <a:sym typeface="Inter Tight Light"/>
                </a:rPr>
                <a:t>CMYK: 0 / 80 / 100 / 0</a:t>
              </a:r>
              <a:endParaRPr sz="600">
                <a:solidFill>
                  <a:srgbClr val="FFFFFF"/>
                </a:solidFill>
                <a:latin typeface="Inter Tight Light"/>
                <a:ea typeface="Inter Tight Light"/>
                <a:cs typeface="Inter Tight Light"/>
                <a:sym typeface="Inter Tight Light"/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600">
                  <a:solidFill>
                    <a:srgbClr val="FFFFFF"/>
                  </a:solidFill>
                  <a:latin typeface="Inter Tight Light"/>
                  <a:ea typeface="Inter Tight Light"/>
                  <a:cs typeface="Inter Tight Light"/>
                  <a:sym typeface="Inter Tight Light"/>
                </a:rPr>
                <a:t>Pantone 6020</a:t>
              </a:r>
              <a:endParaRPr sz="600">
                <a:solidFill>
                  <a:srgbClr val="FFFFFF"/>
                </a:solidFill>
                <a:latin typeface="Inter Tight Light"/>
                <a:ea typeface="Inter Tight Light"/>
                <a:cs typeface="Inter Tight Light"/>
                <a:sym typeface="Inter Tight Light"/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600">
                <a:solidFill>
                  <a:srgbClr val="FFFFFF"/>
                </a:solidFill>
                <a:latin typeface="Inter Tight Light"/>
                <a:ea typeface="Inter Tight Light"/>
                <a:cs typeface="Inter Tight Light"/>
                <a:sym typeface="Inter Tight Light"/>
              </a:endParaRPr>
            </a:p>
          </p:txBody>
        </p:sp>
        <p:sp>
          <p:nvSpPr>
            <p:cNvPr id="32" name="Google Shape;776;p62">
              <a:extLst>
                <a:ext uri="{FF2B5EF4-FFF2-40B4-BE49-F238E27FC236}">
                  <a16:creationId xmlns:a16="http://schemas.microsoft.com/office/drawing/2014/main" id="{AB7D895B-CB4A-DA23-66A4-B0C5FB6D0734}"/>
                </a:ext>
              </a:extLst>
            </p:cNvPr>
            <p:cNvSpPr txBox="1"/>
            <p:nvPr/>
          </p:nvSpPr>
          <p:spPr>
            <a:xfrm>
              <a:off x="7040500" y="939650"/>
              <a:ext cx="1188600" cy="554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600" b="1">
                  <a:solidFill>
                    <a:srgbClr val="FFFFFF"/>
                  </a:solidFill>
                  <a:latin typeface="Inter Tight"/>
                  <a:ea typeface="Inter Tight"/>
                  <a:cs typeface="Inter Tight"/>
                  <a:sym typeface="Inter Tight"/>
                </a:rPr>
                <a:t>MMA Peridot</a:t>
              </a:r>
              <a:endParaRPr sz="600" b="1">
                <a:solidFill>
                  <a:srgbClr val="FFFFFF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600">
                  <a:solidFill>
                    <a:srgbClr val="FFFFFF"/>
                  </a:solidFill>
                  <a:latin typeface="Inter Tight Light"/>
                  <a:ea typeface="Inter Tight Light"/>
                  <a:cs typeface="Inter Tight Light"/>
                  <a:sym typeface="Inter Tight Light"/>
                </a:rPr>
                <a:t>#B5C900</a:t>
              </a:r>
              <a:br>
                <a:rPr lang="en" sz="600">
                  <a:solidFill>
                    <a:srgbClr val="FFFFFF"/>
                  </a:solidFill>
                  <a:latin typeface="Inter Tight Light"/>
                  <a:ea typeface="Inter Tight Light"/>
                  <a:cs typeface="Inter Tight Light"/>
                  <a:sym typeface="Inter Tight Light"/>
                </a:rPr>
              </a:br>
              <a:r>
                <a:rPr lang="en" sz="600">
                  <a:solidFill>
                    <a:srgbClr val="FFFFFF"/>
                  </a:solidFill>
                  <a:latin typeface="Inter Tight Light"/>
                  <a:ea typeface="Inter Tight Light"/>
                  <a:cs typeface="Inter Tight Light"/>
                  <a:sym typeface="Inter Tight Light"/>
                </a:rPr>
                <a:t>RGB: 181 / 201 / 0</a:t>
              </a:r>
              <a:endParaRPr sz="600">
                <a:solidFill>
                  <a:srgbClr val="FFFFFF"/>
                </a:solidFill>
                <a:latin typeface="Inter Tight Light"/>
                <a:ea typeface="Inter Tight Light"/>
                <a:cs typeface="Inter Tight Light"/>
                <a:sym typeface="Inter Tight Light"/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600">
                  <a:solidFill>
                    <a:srgbClr val="FFFFFF"/>
                  </a:solidFill>
                  <a:latin typeface="Inter Tight Light"/>
                  <a:ea typeface="Inter Tight Light"/>
                  <a:cs typeface="Inter Tight Light"/>
                  <a:sym typeface="Inter Tight Light"/>
                </a:rPr>
                <a:t>CMYK: 38 / 3 / 100 / 0</a:t>
              </a:r>
              <a:endParaRPr sz="600">
                <a:solidFill>
                  <a:srgbClr val="FFFFFF"/>
                </a:solidFill>
                <a:latin typeface="Inter Tight Light"/>
                <a:ea typeface="Inter Tight Light"/>
                <a:cs typeface="Inter Tight Light"/>
                <a:sym typeface="Inter Tight Light"/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600">
                  <a:solidFill>
                    <a:srgbClr val="FFFFFF"/>
                  </a:solidFill>
                  <a:latin typeface="Inter Tight Light"/>
                  <a:ea typeface="Inter Tight Light"/>
                  <a:cs typeface="Inter Tight Light"/>
                  <a:sym typeface="Inter Tight Light"/>
                </a:rPr>
                <a:t>Pantone 6194</a:t>
              </a:r>
              <a:endParaRPr sz="600">
                <a:solidFill>
                  <a:srgbClr val="FFFFFF"/>
                </a:solidFill>
                <a:latin typeface="Inter Tight Light"/>
                <a:ea typeface="Inter Tight Light"/>
                <a:cs typeface="Inter Tight Light"/>
                <a:sym typeface="Inter Tight Light"/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600">
                <a:solidFill>
                  <a:srgbClr val="FFFFFF"/>
                </a:solidFill>
                <a:latin typeface="Inter Tight Light"/>
                <a:ea typeface="Inter Tight Light"/>
                <a:cs typeface="Inter Tight Light"/>
                <a:sym typeface="Inter Tight Light"/>
              </a:endParaRPr>
            </a:p>
          </p:txBody>
        </p:sp>
        <p:sp>
          <p:nvSpPr>
            <p:cNvPr id="33" name="Google Shape;777;p62">
              <a:extLst>
                <a:ext uri="{FF2B5EF4-FFF2-40B4-BE49-F238E27FC236}">
                  <a16:creationId xmlns:a16="http://schemas.microsoft.com/office/drawing/2014/main" id="{487EA1EC-1F32-8859-7844-9F50EF396272}"/>
                </a:ext>
              </a:extLst>
            </p:cNvPr>
            <p:cNvSpPr txBox="1"/>
            <p:nvPr/>
          </p:nvSpPr>
          <p:spPr>
            <a:xfrm>
              <a:off x="3207275" y="3347000"/>
              <a:ext cx="1188600" cy="554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600" b="1">
                  <a:solidFill>
                    <a:schemeClr val="lt1"/>
                  </a:solidFill>
                  <a:latin typeface="Inter Tight"/>
                  <a:ea typeface="Inter Tight"/>
                  <a:cs typeface="Inter Tight"/>
                  <a:sym typeface="Inter Tight"/>
                </a:rPr>
                <a:t>MMA Lt Emerald</a:t>
              </a:r>
              <a:endParaRPr sz="600" b="1">
                <a:solidFill>
                  <a:schemeClr val="lt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600">
                  <a:solidFill>
                    <a:srgbClr val="FFFFFF"/>
                  </a:solidFill>
                  <a:latin typeface="Inter Tight Light"/>
                  <a:ea typeface="Inter Tight Light"/>
                  <a:cs typeface="Inter Tight Light"/>
                  <a:sym typeface="Inter Tight Light"/>
                </a:rPr>
                <a:t>#66CDB7</a:t>
              </a:r>
              <a:br>
                <a:rPr lang="en" sz="600">
                  <a:solidFill>
                    <a:srgbClr val="FFFFFF"/>
                  </a:solidFill>
                  <a:latin typeface="Inter Tight Light"/>
                  <a:ea typeface="Inter Tight Light"/>
                  <a:cs typeface="Inter Tight Light"/>
                  <a:sym typeface="Inter Tight Light"/>
                </a:rPr>
              </a:br>
              <a:r>
                <a:rPr lang="en" sz="600">
                  <a:solidFill>
                    <a:srgbClr val="FFFFFF"/>
                  </a:solidFill>
                  <a:latin typeface="Inter Tight Light"/>
                  <a:ea typeface="Inter Tight Light"/>
                  <a:cs typeface="Inter Tight Light"/>
                  <a:sym typeface="Inter Tight Light"/>
                </a:rPr>
                <a:t>RGB: 102 / 205 / 183</a:t>
              </a:r>
              <a:endParaRPr sz="600">
                <a:solidFill>
                  <a:srgbClr val="FFFFFF"/>
                </a:solidFill>
                <a:latin typeface="Inter Tight Light"/>
                <a:ea typeface="Inter Tight Light"/>
                <a:cs typeface="Inter Tight Light"/>
                <a:sym typeface="Inter Tight Light"/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600">
                  <a:solidFill>
                    <a:srgbClr val="FFFFFF"/>
                  </a:solidFill>
                  <a:latin typeface="Inter Tight Light"/>
                  <a:ea typeface="Inter Tight Light"/>
                  <a:cs typeface="Inter Tight Light"/>
                  <a:sym typeface="Inter Tight Light"/>
                </a:rPr>
                <a:t>CMYK: 75 / 0 / 44 / 0</a:t>
              </a:r>
              <a:endParaRPr sz="600">
                <a:solidFill>
                  <a:srgbClr val="FFFFFF"/>
                </a:solidFill>
                <a:latin typeface="Inter Tight Light"/>
                <a:ea typeface="Inter Tight Light"/>
                <a:cs typeface="Inter Tight Light"/>
                <a:sym typeface="Inter Tight Light"/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600">
                  <a:solidFill>
                    <a:srgbClr val="FFFFFF"/>
                  </a:solidFill>
                  <a:latin typeface="Inter Tight Light"/>
                  <a:ea typeface="Inter Tight Light"/>
                  <a:cs typeface="Inter Tight Light"/>
                  <a:sym typeface="Inter Tight Light"/>
                </a:rPr>
                <a:t>75% Tint Pantone Green C</a:t>
              </a:r>
              <a:endParaRPr sz="600">
                <a:solidFill>
                  <a:srgbClr val="FFFFFF"/>
                </a:solidFill>
                <a:latin typeface="Inter Tight Light"/>
                <a:ea typeface="Inter Tight Light"/>
                <a:cs typeface="Inter Tight Light"/>
                <a:sym typeface="Inter Tight Light"/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600">
                <a:solidFill>
                  <a:srgbClr val="FFFFFF"/>
                </a:solidFill>
                <a:latin typeface="Inter Tight Light"/>
                <a:ea typeface="Inter Tight Light"/>
                <a:cs typeface="Inter Tight Light"/>
                <a:sym typeface="Inter Tight Light"/>
              </a:endParaRPr>
            </a:p>
          </p:txBody>
        </p:sp>
        <p:sp>
          <p:nvSpPr>
            <p:cNvPr id="34" name="Google Shape;778;p62">
              <a:extLst>
                <a:ext uri="{FF2B5EF4-FFF2-40B4-BE49-F238E27FC236}">
                  <a16:creationId xmlns:a16="http://schemas.microsoft.com/office/drawing/2014/main" id="{E9986731-0BC2-EB21-A411-E328732A329E}"/>
                </a:ext>
              </a:extLst>
            </p:cNvPr>
            <p:cNvSpPr txBox="1"/>
            <p:nvPr/>
          </p:nvSpPr>
          <p:spPr>
            <a:xfrm>
              <a:off x="4501375" y="3347000"/>
              <a:ext cx="1188600" cy="554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600" b="1">
                  <a:solidFill>
                    <a:schemeClr val="lt1"/>
                  </a:solidFill>
                  <a:latin typeface="Inter Tight"/>
                  <a:ea typeface="Inter Tight"/>
                  <a:cs typeface="Inter Tight"/>
                  <a:sym typeface="Inter Tight"/>
                </a:rPr>
                <a:t>MMA Lt Sapphire</a:t>
              </a:r>
              <a:br>
                <a:rPr lang="en" sz="600">
                  <a:solidFill>
                    <a:schemeClr val="lt1"/>
                  </a:solidFill>
                  <a:latin typeface="Inter Tight Light"/>
                  <a:ea typeface="Inter Tight Light"/>
                  <a:cs typeface="Inter Tight Light"/>
                  <a:sym typeface="Inter Tight Light"/>
                </a:rPr>
              </a:br>
              <a:r>
                <a:rPr lang="en" sz="600">
                  <a:solidFill>
                    <a:srgbClr val="FFFFFF"/>
                  </a:solidFill>
                  <a:latin typeface="Inter Tight Light"/>
                  <a:ea typeface="Inter Tight Light"/>
                  <a:cs typeface="Inter Tight Light"/>
                  <a:sym typeface="Inter Tight Light"/>
                </a:rPr>
                <a:t>#4079D6</a:t>
              </a:r>
              <a:br>
                <a:rPr lang="en" sz="600">
                  <a:solidFill>
                    <a:srgbClr val="FFFFFF"/>
                  </a:solidFill>
                  <a:latin typeface="Inter Tight Light"/>
                  <a:ea typeface="Inter Tight Light"/>
                  <a:cs typeface="Inter Tight Light"/>
                  <a:sym typeface="Inter Tight Light"/>
                </a:rPr>
              </a:br>
              <a:r>
                <a:rPr lang="en" sz="600">
                  <a:solidFill>
                    <a:srgbClr val="FFFFFF"/>
                  </a:solidFill>
                  <a:latin typeface="Inter Tight Light"/>
                  <a:ea typeface="Inter Tight Light"/>
                  <a:cs typeface="Inter Tight Light"/>
                  <a:sym typeface="Inter Tight Light"/>
                </a:rPr>
                <a:t>RGB: 77 / 121 / 214</a:t>
              </a:r>
              <a:endParaRPr sz="600">
                <a:solidFill>
                  <a:srgbClr val="FFFFFF"/>
                </a:solidFill>
                <a:latin typeface="Inter Tight Light"/>
                <a:ea typeface="Inter Tight Light"/>
                <a:cs typeface="Inter Tight Light"/>
                <a:sym typeface="Inter Tight Light"/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600">
                  <a:solidFill>
                    <a:srgbClr val="FFFFFF"/>
                  </a:solidFill>
                  <a:latin typeface="Inter Tight Light"/>
                  <a:ea typeface="Inter Tight Light"/>
                  <a:cs typeface="Inter Tight Light"/>
                  <a:sym typeface="Inter Tight Light"/>
                </a:rPr>
                <a:t>CMYK: 78 / 51 / 0 / 0</a:t>
              </a:r>
              <a:endParaRPr sz="600">
                <a:solidFill>
                  <a:srgbClr val="FFFFFF"/>
                </a:solidFill>
                <a:latin typeface="Inter Tight Light"/>
                <a:ea typeface="Inter Tight Light"/>
                <a:cs typeface="Inter Tight Light"/>
                <a:sym typeface="Inter Tight Light"/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600">
                  <a:solidFill>
                    <a:srgbClr val="FFFFFF"/>
                  </a:solidFill>
                  <a:latin typeface="Inter Tight Light"/>
                  <a:ea typeface="Inter Tight Light"/>
                  <a:cs typeface="Inter Tight Light"/>
                  <a:sym typeface="Inter Tight Light"/>
                </a:rPr>
                <a:t>75% Tint Pantone 2728</a:t>
              </a:r>
              <a:endParaRPr sz="600">
                <a:solidFill>
                  <a:srgbClr val="FFFFFF"/>
                </a:solidFill>
                <a:latin typeface="Inter Tight Light"/>
                <a:ea typeface="Inter Tight Light"/>
                <a:cs typeface="Inter Tight Light"/>
                <a:sym typeface="Inter Tight Light"/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600">
                <a:solidFill>
                  <a:srgbClr val="FFFFFF"/>
                </a:solidFill>
                <a:latin typeface="Inter Tight Light"/>
                <a:ea typeface="Inter Tight Light"/>
                <a:cs typeface="Inter Tight Light"/>
                <a:sym typeface="Inter Tight Light"/>
              </a:endParaRPr>
            </a:p>
          </p:txBody>
        </p:sp>
        <p:sp>
          <p:nvSpPr>
            <p:cNvPr id="35" name="Google Shape;779;p62">
              <a:extLst>
                <a:ext uri="{FF2B5EF4-FFF2-40B4-BE49-F238E27FC236}">
                  <a16:creationId xmlns:a16="http://schemas.microsoft.com/office/drawing/2014/main" id="{EB9CBB5A-8EB5-73CA-93C1-40AF215D33A3}"/>
                </a:ext>
              </a:extLst>
            </p:cNvPr>
            <p:cNvSpPr txBox="1"/>
            <p:nvPr/>
          </p:nvSpPr>
          <p:spPr>
            <a:xfrm>
              <a:off x="5761875" y="3347000"/>
              <a:ext cx="1188600" cy="554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600" b="1">
                  <a:solidFill>
                    <a:schemeClr val="lt1"/>
                  </a:solidFill>
                  <a:latin typeface="Inter Tight"/>
                  <a:ea typeface="Inter Tight"/>
                  <a:cs typeface="Inter Tight"/>
                  <a:sym typeface="Inter Tight"/>
                </a:rPr>
                <a:t>MMA Lt Topaz</a:t>
              </a:r>
              <a:br>
                <a:rPr lang="en" sz="600">
                  <a:solidFill>
                    <a:schemeClr val="lt1"/>
                  </a:solidFill>
                  <a:latin typeface="Inter Tight Light"/>
                  <a:ea typeface="Inter Tight Light"/>
                  <a:cs typeface="Inter Tight Light"/>
                  <a:sym typeface="Inter Tight Light"/>
                </a:rPr>
              </a:br>
              <a:r>
                <a:rPr lang="en" sz="600">
                  <a:solidFill>
                    <a:srgbClr val="FFFFFF"/>
                  </a:solidFill>
                  <a:latin typeface="Inter Tight Light"/>
                  <a:ea typeface="Inter Tight Light"/>
                  <a:cs typeface="Inter Tight Light"/>
                  <a:sym typeface="Inter Tight Light"/>
                </a:rPr>
                <a:t>#E98B4D</a:t>
              </a:r>
              <a:br>
                <a:rPr lang="en" sz="600">
                  <a:solidFill>
                    <a:srgbClr val="FFFFFF"/>
                  </a:solidFill>
                  <a:latin typeface="Inter Tight Light"/>
                  <a:ea typeface="Inter Tight Light"/>
                  <a:cs typeface="Inter Tight Light"/>
                  <a:sym typeface="Inter Tight Light"/>
                </a:rPr>
              </a:br>
              <a:r>
                <a:rPr lang="en" sz="600">
                  <a:solidFill>
                    <a:srgbClr val="FFFFFF"/>
                  </a:solidFill>
                  <a:latin typeface="Inter Tight Light"/>
                  <a:ea typeface="Inter Tight Light"/>
                  <a:cs typeface="Inter Tight Light"/>
                  <a:sym typeface="Inter Tight Light"/>
                </a:rPr>
                <a:t>RGB: 233 / 139 / 77</a:t>
              </a:r>
              <a:endParaRPr sz="600">
                <a:solidFill>
                  <a:srgbClr val="FFFFFF"/>
                </a:solidFill>
                <a:latin typeface="Inter Tight Light"/>
                <a:ea typeface="Inter Tight Light"/>
                <a:cs typeface="Inter Tight Light"/>
                <a:sym typeface="Inter Tight Light"/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600">
                  <a:solidFill>
                    <a:srgbClr val="FFFFFF"/>
                  </a:solidFill>
                  <a:latin typeface="Inter Tight Light"/>
                  <a:ea typeface="Inter Tight Light"/>
                  <a:cs typeface="Inter Tight Light"/>
                  <a:sym typeface="Inter Tight Light"/>
                </a:rPr>
                <a:t>CMYK: 0 / 56 / 76 / 0</a:t>
              </a:r>
              <a:endParaRPr sz="600">
                <a:solidFill>
                  <a:srgbClr val="FFFFFF"/>
                </a:solidFill>
                <a:latin typeface="Inter Tight Light"/>
                <a:ea typeface="Inter Tight Light"/>
                <a:cs typeface="Inter Tight Light"/>
                <a:sym typeface="Inter Tight Light"/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600">
                  <a:solidFill>
                    <a:srgbClr val="FFFFFF"/>
                  </a:solidFill>
                  <a:latin typeface="Inter Tight Light"/>
                  <a:ea typeface="Inter Tight Light"/>
                  <a:cs typeface="Inter Tight Light"/>
                  <a:sym typeface="Inter Tight Light"/>
                </a:rPr>
                <a:t>75% Tint Pantone 6020</a:t>
              </a:r>
              <a:endParaRPr sz="600">
                <a:solidFill>
                  <a:srgbClr val="FFFFFF"/>
                </a:solidFill>
                <a:latin typeface="Inter Tight Light"/>
                <a:ea typeface="Inter Tight Light"/>
                <a:cs typeface="Inter Tight Light"/>
                <a:sym typeface="Inter Tight Light"/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600">
                <a:solidFill>
                  <a:srgbClr val="FFFFFF"/>
                </a:solidFill>
                <a:latin typeface="Inter Tight Light"/>
                <a:ea typeface="Inter Tight Light"/>
                <a:cs typeface="Inter Tight Light"/>
                <a:sym typeface="Inter Tight Light"/>
              </a:endParaRPr>
            </a:p>
          </p:txBody>
        </p:sp>
        <p:sp>
          <p:nvSpPr>
            <p:cNvPr id="36" name="Google Shape;780;p62">
              <a:extLst>
                <a:ext uri="{FF2B5EF4-FFF2-40B4-BE49-F238E27FC236}">
                  <a16:creationId xmlns:a16="http://schemas.microsoft.com/office/drawing/2014/main" id="{70192FFD-C04F-5801-E1F3-D186E7FD78A2}"/>
                </a:ext>
              </a:extLst>
            </p:cNvPr>
            <p:cNvSpPr txBox="1"/>
            <p:nvPr/>
          </p:nvSpPr>
          <p:spPr>
            <a:xfrm>
              <a:off x="7039175" y="3347000"/>
              <a:ext cx="1188600" cy="554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600" b="1">
                  <a:solidFill>
                    <a:schemeClr val="lt1"/>
                  </a:solidFill>
                  <a:latin typeface="Inter Tight"/>
                  <a:ea typeface="Inter Tight"/>
                  <a:cs typeface="Inter Tight"/>
                  <a:sym typeface="Inter Tight"/>
                </a:rPr>
                <a:t>MMA Lt Peridot</a:t>
              </a:r>
              <a:endParaRPr sz="600" b="1">
                <a:solidFill>
                  <a:schemeClr val="lt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600">
                  <a:solidFill>
                    <a:srgbClr val="FFFFFF"/>
                  </a:solidFill>
                  <a:latin typeface="Inter Tight Light"/>
                  <a:ea typeface="Inter Tight Light"/>
                  <a:cs typeface="Inter Tight Light"/>
                  <a:sym typeface="Inter Tight Light"/>
                </a:rPr>
                <a:t>#D6E466</a:t>
              </a:r>
              <a:br>
                <a:rPr lang="en" sz="600">
                  <a:solidFill>
                    <a:srgbClr val="FFFFFF"/>
                  </a:solidFill>
                  <a:latin typeface="Inter Tight Light"/>
                  <a:ea typeface="Inter Tight Light"/>
                  <a:cs typeface="Inter Tight Light"/>
                  <a:sym typeface="Inter Tight Light"/>
                </a:rPr>
              </a:br>
              <a:r>
                <a:rPr lang="en" sz="600">
                  <a:solidFill>
                    <a:srgbClr val="FFFFFF"/>
                  </a:solidFill>
                  <a:latin typeface="Inter Tight Light"/>
                  <a:ea typeface="Inter Tight Light"/>
                  <a:cs typeface="Inter Tight Light"/>
                  <a:sym typeface="Inter Tight Light"/>
                </a:rPr>
                <a:t>RGB: 214/ 228 / 102</a:t>
              </a:r>
              <a:endParaRPr sz="600">
                <a:solidFill>
                  <a:srgbClr val="FFFFFF"/>
                </a:solidFill>
                <a:latin typeface="Inter Tight Light"/>
                <a:ea typeface="Inter Tight Light"/>
                <a:cs typeface="Inter Tight Light"/>
                <a:sym typeface="Inter Tight Light"/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600">
                  <a:solidFill>
                    <a:srgbClr val="FFFFFF"/>
                  </a:solidFill>
                  <a:latin typeface="Inter Tight Light"/>
                  <a:ea typeface="Inter Tight Light"/>
                  <a:cs typeface="Inter Tight Light"/>
                  <a:sym typeface="Inter Tight Light"/>
                </a:rPr>
                <a:t>CMYK: 22 / 0 / 79 / 0</a:t>
              </a:r>
              <a:endParaRPr sz="600">
                <a:solidFill>
                  <a:srgbClr val="FFFFFF"/>
                </a:solidFill>
                <a:latin typeface="Inter Tight Light"/>
                <a:ea typeface="Inter Tight Light"/>
                <a:cs typeface="Inter Tight Light"/>
                <a:sym typeface="Inter Tight Light"/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600">
                  <a:solidFill>
                    <a:srgbClr val="FFFFFF"/>
                  </a:solidFill>
                  <a:latin typeface="Inter Tight Light"/>
                  <a:ea typeface="Inter Tight Light"/>
                  <a:cs typeface="Inter Tight Light"/>
                  <a:sym typeface="Inter Tight Light"/>
                </a:rPr>
                <a:t>75% Tint Pantone 6194</a:t>
              </a:r>
              <a:endParaRPr sz="600">
                <a:solidFill>
                  <a:srgbClr val="FFFFFF"/>
                </a:solidFill>
                <a:latin typeface="Inter Tight Light"/>
                <a:ea typeface="Inter Tight Light"/>
                <a:cs typeface="Inter Tight Light"/>
                <a:sym typeface="Inter Tight Light"/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600">
                <a:solidFill>
                  <a:srgbClr val="FFFFFF"/>
                </a:solidFill>
                <a:latin typeface="Inter Tight Light"/>
                <a:ea typeface="Inter Tight Light"/>
                <a:cs typeface="Inter Tight Light"/>
                <a:sym typeface="Inter Tight Light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971468260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agonal Slash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75F444A0-146F-8182-4A43-7552542DE813}"/>
              </a:ext>
            </a:extLst>
          </p:cNvPr>
          <p:cNvGrpSpPr/>
          <p:nvPr userDrawn="1"/>
        </p:nvGrpSpPr>
        <p:grpSpPr>
          <a:xfrm>
            <a:off x="0" y="0"/>
            <a:ext cx="10789920" cy="6858000"/>
            <a:chOff x="7550" y="6724"/>
            <a:chExt cx="8933886" cy="5143500"/>
          </a:xfrm>
        </p:grpSpPr>
        <p:sp>
          <p:nvSpPr>
            <p:cNvPr id="7" name="Google Shape;766;p62">
              <a:extLst>
                <a:ext uri="{FF2B5EF4-FFF2-40B4-BE49-F238E27FC236}">
                  <a16:creationId xmlns:a16="http://schemas.microsoft.com/office/drawing/2014/main" id="{DE1FBD23-47CD-977D-D1D4-32E2A4D3036D}"/>
                </a:ext>
              </a:extLst>
            </p:cNvPr>
            <p:cNvSpPr/>
            <p:nvPr/>
          </p:nvSpPr>
          <p:spPr>
            <a:xfrm>
              <a:off x="7550" y="6724"/>
              <a:ext cx="2251500" cy="5143500"/>
            </a:xfrm>
            <a:prstGeom prst="rect">
              <a:avLst/>
            </a:prstGeom>
            <a:solidFill>
              <a:srgbClr val="F3F3F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" name="Google Shape;767;p62">
              <a:extLst>
                <a:ext uri="{FF2B5EF4-FFF2-40B4-BE49-F238E27FC236}">
                  <a16:creationId xmlns:a16="http://schemas.microsoft.com/office/drawing/2014/main" id="{C305EA6A-6DBF-266E-B46A-2F5F5FD2B19B}"/>
                </a:ext>
              </a:extLst>
            </p:cNvPr>
            <p:cNvSpPr txBox="1"/>
            <p:nvPr/>
          </p:nvSpPr>
          <p:spPr>
            <a:xfrm>
              <a:off x="3137200" y="292450"/>
              <a:ext cx="1260000" cy="92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600">
                  <a:solidFill>
                    <a:schemeClr val="dk1"/>
                  </a:solidFill>
                  <a:latin typeface="Inter Tight Light"/>
                  <a:ea typeface="Inter Tight Light"/>
                  <a:cs typeface="Inter Tight Light"/>
                  <a:sym typeface="Inter Tight Light"/>
                </a:rPr>
                <a:t>Brand Guidelines</a:t>
              </a:r>
              <a:endParaRPr sz="600">
                <a:solidFill>
                  <a:schemeClr val="dk1"/>
                </a:solidFill>
                <a:latin typeface="Inter Tight Light"/>
                <a:ea typeface="Inter Tight Light"/>
                <a:cs typeface="Inter Tight Light"/>
                <a:sym typeface="Inter Tight Light"/>
              </a:endParaRPr>
            </a:p>
          </p:txBody>
        </p:sp>
        <p:sp>
          <p:nvSpPr>
            <p:cNvPr id="9" name="Google Shape;768;p62">
              <a:extLst>
                <a:ext uri="{FF2B5EF4-FFF2-40B4-BE49-F238E27FC236}">
                  <a16:creationId xmlns:a16="http://schemas.microsoft.com/office/drawing/2014/main" id="{C6C3E513-5DB0-E9C6-9CE4-FF50CCE06716}"/>
                </a:ext>
              </a:extLst>
            </p:cNvPr>
            <p:cNvSpPr txBox="1"/>
            <p:nvPr/>
          </p:nvSpPr>
          <p:spPr>
            <a:xfrm>
              <a:off x="6153500" y="292450"/>
              <a:ext cx="1101300" cy="92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600">
                  <a:solidFill>
                    <a:schemeClr val="dk1"/>
                  </a:solidFill>
                  <a:latin typeface="Inter Tight Light"/>
                  <a:ea typeface="Inter Tight Light"/>
                  <a:cs typeface="Inter Tight Light"/>
                  <a:sym typeface="Inter Tight Light"/>
                </a:rPr>
                <a:t>Colors</a:t>
              </a:r>
              <a:endParaRPr sz="600">
                <a:solidFill>
                  <a:schemeClr val="dk1"/>
                </a:solidFill>
                <a:latin typeface="Inter Tight Light"/>
                <a:ea typeface="Inter Tight Light"/>
                <a:cs typeface="Inter Tight Light"/>
                <a:sym typeface="Inter Tight Light"/>
              </a:endParaRPr>
            </a:p>
          </p:txBody>
        </p:sp>
        <p:sp>
          <p:nvSpPr>
            <p:cNvPr id="10" name="Google Shape;769;p62">
              <a:extLst>
                <a:ext uri="{FF2B5EF4-FFF2-40B4-BE49-F238E27FC236}">
                  <a16:creationId xmlns:a16="http://schemas.microsoft.com/office/drawing/2014/main" id="{98BCF088-68AA-7F35-6A6B-BF938A38C380}"/>
                </a:ext>
              </a:extLst>
            </p:cNvPr>
            <p:cNvSpPr txBox="1"/>
            <p:nvPr/>
          </p:nvSpPr>
          <p:spPr>
            <a:xfrm>
              <a:off x="8506736" y="4705700"/>
              <a:ext cx="434700" cy="290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rm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fld id="{00000000-1234-1234-1234-123412341234}" type="slidenum">
                <a:rPr lang="en" sz="600">
                  <a:solidFill>
                    <a:schemeClr val="dk1"/>
                  </a:solidFill>
                  <a:latin typeface="Inter Tight Light"/>
                  <a:ea typeface="Inter Tight Light"/>
                  <a:cs typeface="Inter Tight Light"/>
                  <a:sym typeface="Inter Tight Light"/>
                </a:rPr>
                <a:t>‹#›</a:t>
              </a:fld>
              <a:endParaRPr sz="600">
                <a:solidFill>
                  <a:schemeClr val="dk1"/>
                </a:solidFill>
                <a:latin typeface="Inter Tight Light"/>
                <a:ea typeface="Inter Tight Light"/>
                <a:cs typeface="Inter Tight Light"/>
                <a:sym typeface="Inter Tight Light"/>
              </a:endParaRPr>
            </a:p>
          </p:txBody>
        </p:sp>
        <p:sp>
          <p:nvSpPr>
            <p:cNvPr id="11" name="Google Shape;770;p62">
              <a:extLst>
                <a:ext uri="{FF2B5EF4-FFF2-40B4-BE49-F238E27FC236}">
                  <a16:creationId xmlns:a16="http://schemas.microsoft.com/office/drawing/2014/main" id="{7BCBC174-D254-EE5B-87E6-2803F8ACAEE2}"/>
                </a:ext>
              </a:extLst>
            </p:cNvPr>
            <p:cNvSpPr txBox="1"/>
            <p:nvPr/>
          </p:nvSpPr>
          <p:spPr>
            <a:xfrm>
              <a:off x="294150" y="257930"/>
              <a:ext cx="2112000" cy="215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00" b="1">
                  <a:solidFill>
                    <a:schemeClr val="dk1"/>
                  </a:solidFill>
                  <a:latin typeface="Inter Tight"/>
                  <a:ea typeface="Inter Tight"/>
                  <a:cs typeface="Inter Tight"/>
                  <a:sym typeface="Inter Tight"/>
                </a:rPr>
                <a:t>Color Palette</a:t>
              </a:r>
              <a:endParaRPr sz="1000" b="1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</p:txBody>
        </p:sp>
        <p:sp>
          <p:nvSpPr>
            <p:cNvPr id="12" name="Google Shape;771;p62">
              <a:extLst>
                <a:ext uri="{FF2B5EF4-FFF2-40B4-BE49-F238E27FC236}">
                  <a16:creationId xmlns:a16="http://schemas.microsoft.com/office/drawing/2014/main" id="{872CADF2-8750-02D5-D26F-88B0B6FC200E}"/>
                </a:ext>
              </a:extLst>
            </p:cNvPr>
            <p:cNvSpPr txBox="1"/>
            <p:nvPr/>
          </p:nvSpPr>
          <p:spPr>
            <a:xfrm>
              <a:off x="294150" y="877200"/>
              <a:ext cx="1653900" cy="265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n-GB" sz="700" b="1">
                  <a:solidFill>
                    <a:schemeClr val="dk1"/>
                  </a:solidFill>
                  <a:latin typeface="Inter Tight"/>
                  <a:ea typeface="Inter Tight"/>
                  <a:cs typeface="Inter Tight"/>
                  <a:sym typeface="Inter Tight"/>
                </a:rPr>
                <a:t>Relaxed Diagonal</a:t>
              </a:r>
              <a:endParaRPr sz="700" b="1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  <a:p>
              <a:pPr marL="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endParaRPr sz="700">
                <a:solidFill>
                  <a:schemeClr val="dk1"/>
                </a:solidFill>
                <a:latin typeface="Inter Tight Light"/>
                <a:ea typeface="Inter Tight Light"/>
                <a:cs typeface="Inter Tight Light"/>
                <a:sym typeface="Inter Tight Light"/>
              </a:endParaRPr>
            </a:p>
            <a:p>
              <a:pPr marL="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endParaRPr sz="700">
                <a:latin typeface="Inter Tight Light"/>
                <a:ea typeface="Inter Tight Light"/>
                <a:cs typeface="Inter Tight Light"/>
                <a:sym typeface="Inter Tight Light"/>
              </a:endParaRPr>
            </a:p>
            <a:p>
              <a:pPr marL="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endParaRPr sz="700">
                <a:solidFill>
                  <a:schemeClr val="dk1"/>
                </a:solidFill>
                <a:latin typeface="Inter Tight Light"/>
                <a:ea typeface="Inter Tight Light"/>
                <a:cs typeface="Inter Tight Light"/>
                <a:sym typeface="Inter Tight Light"/>
              </a:endParaRPr>
            </a:p>
            <a:p>
              <a:pPr marL="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endParaRPr sz="700">
                <a:latin typeface="Inter Tight Light"/>
                <a:ea typeface="Inter Tight Light"/>
                <a:cs typeface="Inter Tight Light"/>
                <a:sym typeface="Inter Tight Light"/>
              </a:endParaRPr>
            </a:p>
            <a:p>
              <a:pPr marL="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700">
                <a:latin typeface="Inter Tight Light"/>
                <a:ea typeface="Inter Tight Light"/>
                <a:cs typeface="Inter Tight Light"/>
                <a:sym typeface="Inter Tight Light"/>
              </a:endParaRPr>
            </a:p>
          </p:txBody>
        </p:sp>
        <p:sp>
          <p:nvSpPr>
            <p:cNvPr id="13" name="Google Shape;772;p62">
              <a:extLst>
                <a:ext uri="{FF2B5EF4-FFF2-40B4-BE49-F238E27FC236}">
                  <a16:creationId xmlns:a16="http://schemas.microsoft.com/office/drawing/2014/main" id="{66A9EC75-8E59-BFC6-4D9C-5A68BECEDBA0}"/>
                </a:ext>
              </a:extLst>
            </p:cNvPr>
            <p:cNvSpPr txBox="1"/>
            <p:nvPr/>
          </p:nvSpPr>
          <p:spPr>
            <a:xfrm>
              <a:off x="8136475" y="292450"/>
              <a:ext cx="708300" cy="924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600">
                  <a:solidFill>
                    <a:schemeClr val="dk1"/>
                  </a:solidFill>
                  <a:latin typeface="Inter Tight Light"/>
                  <a:ea typeface="Inter Tight Light"/>
                  <a:cs typeface="Inter Tight Light"/>
                  <a:sym typeface="Inter Tight Light"/>
                </a:rPr>
                <a:t>2025</a:t>
              </a:r>
              <a:endParaRPr sz="600">
                <a:solidFill>
                  <a:schemeClr val="dk1"/>
                </a:solidFill>
                <a:latin typeface="Inter Tight Light"/>
                <a:ea typeface="Inter Tight Light"/>
                <a:cs typeface="Inter Tight Light"/>
                <a:sym typeface="Inter Tight Light"/>
              </a:endParaRPr>
            </a:p>
          </p:txBody>
        </p:sp>
        <p:pic>
          <p:nvPicPr>
            <p:cNvPr id="14" name="Graphic 13">
              <a:extLst>
                <a:ext uri="{FF2B5EF4-FFF2-40B4-BE49-F238E27FC236}">
                  <a16:creationId xmlns:a16="http://schemas.microsoft.com/office/drawing/2014/main" id="{854D0862-547C-BB6D-1B36-4DCDF1A31BC7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2973710" y="354523"/>
              <a:ext cx="1350526" cy="2236118"/>
            </a:xfrm>
            <a:prstGeom prst="rect">
              <a:avLst/>
            </a:prstGeom>
          </p:spPr>
        </p:pic>
        <p:pic>
          <p:nvPicPr>
            <p:cNvPr id="15" name="Graphic 14">
              <a:extLst>
                <a:ext uri="{FF2B5EF4-FFF2-40B4-BE49-F238E27FC236}">
                  <a16:creationId xmlns:a16="http://schemas.microsoft.com/office/drawing/2014/main" id="{80F70DFE-BCF1-7FEF-6980-888F3C09346B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4455158" y="423032"/>
              <a:ext cx="1350526" cy="2236118"/>
            </a:xfrm>
            <a:prstGeom prst="rect">
              <a:avLst/>
            </a:prstGeom>
          </p:spPr>
        </p:pic>
        <p:pic>
          <p:nvPicPr>
            <p:cNvPr id="16" name="Graphic 15">
              <a:extLst>
                <a:ext uri="{FF2B5EF4-FFF2-40B4-BE49-F238E27FC236}">
                  <a16:creationId xmlns:a16="http://schemas.microsoft.com/office/drawing/2014/main" id="{93AEE33A-12D0-F118-7CFA-3B2713876802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5805684" y="423032"/>
              <a:ext cx="1350526" cy="2236118"/>
            </a:xfrm>
            <a:prstGeom prst="rect">
              <a:avLst/>
            </a:prstGeom>
          </p:spPr>
        </p:pic>
        <p:pic>
          <p:nvPicPr>
            <p:cNvPr id="17" name="Graphic 16">
              <a:extLst>
                <a:ext uri="{FF2B5EF4-FFF2-40B4-BE49-F238E27FC236}">
                  <a16:creationId xmlns:a16="http://schemas.microsoft.com/office/drawing/2014/main" id="{B6C487AE-2A47-782C-63B2-4CEBE48AC20F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7156210" y="423032"/>
              <a:ext cx="1350526" cy="2236118"/>
            </a:xfrm>
            <a:prstGeom prst="rect">
              <a:avLst/>
            </a:prstGeom>
          </p:spPr>
        </p:pic>
        <p:sp>
          <p:nvSpPr>
            <p:cNvPr id="18" name="Google Shape;771;p62">
              <a:extLst>
                <a:ext uri="{FF2B5EF4-FFF2-40B4-BE49-F238E27FC236}">
                  <a16:creationId xmlns:a16="http://schemas.microsoft.com/office/drawing/2014/main" id="{8A6C63DA-7E39-415D-60E0-21CC6DC5AED2}"/>
                </a:ext>
              </a:extLst>
            </p:cNvPr>
            <p:cNvSpPr txBox="1"/>
            <p:nvPr/>
          </p:nvSpPr>
          <p:spPr>
            <a:xfrm>
              <a:off x="306350" y="2922944"/>
              <a:ext cx="1653900" cy="2658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n-GB" sz="700" b="1">
                  <a:solidFill>
                    <a:schemeClr val="dk1"/>
                  </a:solidFill>
                  <a:latin typeface="Inter Tight"/>
                  <a:ea typeface="Inter Tight"/>
                  <a:cs typeface="Inter Tight"/>
                  <a:sym typeface="Inter Tight"/>
                </a:rPr>
                <a:t>Sharp Diagonal</a:t>
              </a:r>
              <a:endParaRPr sz="700" b="1">
                <a:solidFill>
                  <a:schemeClr val="dk1"/>
                </a:solidFill>
                <a:latin typeface="Inter Tight"/>
                <a:ea typeface="Inter Tight"/>
                <a:cs typeface="Inter Tight"/>
                <a:sym typeface="Inter Tight"/>
              </a:endParaRPr>
            </a:p>
            <a:p>
              <a:pPr marL="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endParaRPr sz="700">
                <a:solidFill>
                  <a:schemeClr val="dk1"/>
                </a:solidFill>
                <a:latin typeface="Inter Tight Light"/>
                <a:ea typeface="Inter Tight Light"/>
                <a:cs typeface="Inter Tight Light"/>
                <a:sym typeface="Inter Tight Light"/>
              </a:endParaRPr>
            </a:p>
            <a:p>
              <a:pPr marL="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endParaRPr sz="700">
                <a:latin typeface="Inter Tight Light"/>
                <a:ea typeface="Inter Tight Light"/>
                <a:cs typeface="Inter Tight Light"/>
                <a:sym typeface="Inter Tight Light"/>
              </a:endParaRPr>
            </a:p>
            <a:p>
              <a:pPr marL="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endParaRPr sz="700">
                <a:solidFill>
                  <a:schemeClr val="dk1"/>
                </a:solidFill>
                <a:latin typeface="Inter Tight Light"/>
                <a:ea typeface="Inter Tight Light"/>
                <a:cs typeface="Inter Tight Light"/>
                <a:sym typeface="Inter Tight Light"/>
              </a:endParaRPr>
            </a:p>
            <a:p>
              <a:pPr marL="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endParaRPr sz="700">
                <a:latin typeface="Inter Tight Light"/>
                <a:ea typeface="Inter Tight Light"/>
                <a:cs typeface="Inter Tight Light"/>
                <a:sym typeface="Inter Tight Light"/>
              </a:endParaRPr>
            </a:p>
            <a:p>
              <a:pPr marL="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700">
                <a:latin typeface="Inter Tight Light"/>
                <a:ea typeface="Inter Tight Light"/>
                <a:cs typeface="Inter Tight Light"/>
                <a:sym typeface="Inter Tight Light"/>
              </a:endParaRPr>
            </a:p>
          </p:txBody>
        </p:sp>
        <p:pic>
          <p:nvPicPr>
            <p:cNvPr id="37" name="Graphic 36">
              <a:extLst>
                <a:ext uri="{FF2B5EF4-FFF2-40B4-BE49-F238E27FC236}">
                  <a16:creationId xmlns:a16="http://schemas.microsoft.com/office/drawing/2014/main" id="{EB833CBE-ADFC-41BF-FD16-EE0C29EE60D2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2713714" y="2784758"/>
              <a:ext cx="1535563" cy="2235600"/>
            </a:xfrm>
            <a:prstGeom prst="rect">
              <a:avLst/>
            </a:prstGeom>
          </p:spPr>
        </p:pic>
        <p:pic>
          <p:nvPicPr>
            <p:cNvPr id="38" name="Graphic 37">
              <a:extLst>
                <a:ext uri="{FF2B5EF4-FFF2-40B4-BE49-F238E27FC236}">
                  <a16:creationId xmlns:a16="http://schemas.microsoft.com/office/drawing/2014/main" id="{E97F9CC8-DBF0-2593-81F5-8C340EBB4389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4249277" y="2784757"/>
              <a:ext cx="1535563" cy="2235600"/>
            </a:xfrm>
            <a:prstGeom prst="rect">
              <a:avLst/>
            </a:prstGeom>
          </p:spPr>
        </p:pic>
        <p:pic>
          <p:nvPicPr>
            <p:cNvPr id="39" name="Graphic 38">
              <a:extLst>
                <a:ext uri="{FF2B5EF4-FFF2-40B4-BE49-F238E27FC236}">
                  <a16:creationId xmlns:a16="http://schemas.microsoft.com/office/drawing/2014/main" id="{8295FDDD-1C0F-3077-BAAC-3B9E7C080E74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>
              <a:off x="5788445" y="2784757"/>
              <a:ext cx="1535563" cy="2235600"/>
            </a:xfrm>
            <a:prstGeom prst="rect">
              <a:avLst/>
            </a:prstGeom>
          </p:spPr>
        </p:pic>
        <p:pic>
          <p:nvPicPr>
            <p:cNvPr id="40" name="Graphic 39">
              <a:extLst>
                <a:ext uri="{FF2B5EF4-FFF2-40B4-BE49-F238E27FC236}">
                  <a16:creationId xmlns:a16="http://schemas.microsoft.com/office/drawing/2014/main" id="{616CCADC-FD74-E655-D8A4-D42AE7AA450C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7320403" y="2784757"/>
              <a:ext cx="1535563" cy="223560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45143498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svg"/><Relationship Id="rId3" Type="http://schemas.openxmlformats.org/officeDocument/2006/relationships/slideLayout" Target="../slideLayouts/slideLayout16.xml"/><Relationship Id="rId7" Type="http://schemas.openxmlformats.org/officeDocument/2006/relationships/theme" Target="../theme/theme2.xml"/><Relationship Id="rId2" Type="http://schemas.openxmlformats.org/officeDocument/2006/relationships/slideLayout" Target="../slideLayouts/slideLayout15.xml"/><Relationship Id="rId1" Type="http://schemas.openxmlformats.org/officeDocument/2006/relationships/slideLayout" Target="../slideLayouts/slideLayout14.xml"/><Relationship Id="rId6" Type="http://schemas.openxmlformats.org/officeDocument/2006/relationships/slideLayout" Target="../slideLayouts/slideLayout19.xml"/><Relationship Id="rId5" Type="http://schemas.openxmlformats.org/officeDocument/2006/relationships/slideLayout" Target="../slideLayouts/slideLayout18.xml"/><Relationship Id="rId4" Type="http://schemas.openxmlformats.org/officeDocument/2006/relationships/slideLayout" Target="../slideLayouts/slideLayout17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svg"/><Relationship Id="rId3" Type="http://schemas.openxmlformats.org/officeDocument/2006/relationships/slideLayout" Target="../slideLayouts/slideLayout22.xml"/><Relationship Id="rId7" Type="http://schemas.openxmlformats.org/officeDocument/2006/relationships/theme" Target="../theme/theme3.xml"/><Relationship Id="rId2" Type="http://schemas.openxmlformats.org/officeDocument/2006/relationships/slideLayout" Target="../slideLayouts/slideLayout21.xml"/><Relationship Id="rId1" Type="http://schemas.openxmlformats.org/officeDocument/2006/relationships/slideLayout" Target="../slideLayouts/slideLayout20.xml"/><Relationship Id="rId6" Type="http://schemas.openxmlformats.org/officeDocument/2006/relationships/slideLayout" Target="../slideLayouts/slideLayout25.xml"/><Relationship Id="rId5" Type="http://schemas.openxmlformats.org/officeDocument/2006/relationships/slideLayout" Target="../slideLayouts/slideLayout24.xml"/><Relationship Id="rId4" Type="http://schemas.openxmlformats.org/officeDocument/2006/relationships/slideLayout" Target="../slideLayouts/slideLayout23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svg"/><Relationship Id="rId3" Type="http://schemas.openxmlformats.org/officeDocument/2006/relationships/slideLayout" Target="../slideLayouts/slideLayout28.xml"/><Relationship Id="rId7" Type="http://schemas.openxmlformats.org/officeDocument/2006/relationships/theme" Target="../theme/theme4.xml"/><Relationship Id="rId2" Type="http://schemas.openxmlformats.org/officeDocument/2006/relationships/slideLayout" Target="../slideLayouts/slideLayout27.xml"/><Relationship Id="rId1" Type="http://schemas.openxmlformats.org/officeDocument/2006/relationships/slideLayout" Target="../slideLayouts/slideLayout26.xml"/><Relationship Id="rId6" Type="http://schemas.openxmlformats.org/officeDocument/2006/relationships/slideLayout" Target="../slideLayouts/slideLayout31.xml"/><Relationship Id="rId5" Type="http://schemas.openxmlformats.org/officeDocument/2006/relationships/slideLayout" Target="../slideLayouts/slideLayout30.xml"/><Relationship Id="rId4" Type="http://schemas.openxmlformats.org/officeDocument/2006/relationships/slideLayout" Target="../slideLayouts/slideLayout29.xml"/></Relationships>
</file>

<file path=ppt/slideMasters/_rels/slideMaster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svg"/><Relationship Id="rId3" Type="http://schemas.openxmlformats.org/officeDocument/2006/relationships/slideLayout" Target="../slideLayouts/slideLayout34.xml"/><Relationship Id="rId7" Type="http://schemas.openxmlformats.org/officeDocument/2006/relationships/theme" Target="../theme/theme5.xml"/><Relationship Id="rId2" Type="http://schemas.openxmlformats.org/officeDocument/2006/relationships/slideLayout" Target="../slideLayouts/slideLayout33.xml"/><Relationship Id="rId1" Type="http://schemas.openxmlformats.org/officeDocument/2006/relationships/slideLayout" Target="../slideLayouts/slideLayout32.xml"/><Relationship Id="rId6" Type="http://schemas.openxmlformats.org/officeDocument/2006/relationships/slideLayout" Target="../slideLayouts/slideLayout37.xml"/><Relationship Id="rId5" Type="http://schemas.openxmlformats.org/officeDocument/2006/relationships/slideLayout" Target="../slideLayouts/slideLayout36.xml"/><Relationship Id="rId4" Type="http://schemas.openxmlformats.org/officeDocument/2006/relationships/slideLayout" Target="../slideLayouts/slideLayout35.xml"/></Relationships>
</file>

<file path=ppt/slideMasters/_rels/slideMaster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svg"/><Relationship Id="rId3" Type="http://schemas.openxmlformats.org/officeDocument/2006/relationships/slideLayout" Target="../slideLayouts/slideLayout40.xml"/><Relationship Id="rId7" Type="http://schemas.openxmlformats.org/officeDocument/2006/relationships/theme" Target="../theme/theme6.xml"/><Relationship Id="rId2" Type="http://schemas.openxmlformats.org/officeDocument/2006/relationships/slideLayout" Target="../slideLayouts/slideLayout39.xml"/><Relationship Id="rId1" Type="http://schemas.openxmlformats.org/officeDocument/2006/relationships/slideLayout" Target="../slideLayouts/slideLayout38.xml"/><Relationship Id="rId6" Type="http://schemas.openxmlformats.org/officeDocument/2006/relationships/slideLayout" Target="../slideLayouts/slideLayout43.xml"/><Relationship Id="rId5" Type="http://schemas.openxmlformats.org/officeDocument/2006/relationships/slideLayout" Target="../slideLayouts/slideLayout42.xml"/><Relationship Id="rId4" Type="http://schemas.openxmlformats.org/officeDocument/2006/relationships/slideLayout" Target="../slideLayouts/slideLayout4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F077B08-C0FC-DA3A-404D-94D1327CCB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1784E5C-B18B-F665-A654-4566D6E1BA8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1"/>
            <a:r>
              <a:rPr lang="en-US" dirty="0"/>
              <a:t>First level</a:t>
            </a:r>
          </a:p>
          <a:p>
            <a:pPr lvl="2"/>
            <a:r>
              <a:rPr lang="en-US" dirty="0"/>
              <a:t>Second level</a:t>
            </a:r>
          </a:p>
          <a:p>
            <a:pPr lvl="3"/>
            <a:r>
              <a:rPr lang="en-US" dirty="0"/>
              <a:t>Third level</a:t>
            </a:r>
          </a:p>
          <a:p>
            <a:pPr lvl="4"/>
            <a:r>
              <a:rPr lang="en-US" dirty="0"/>
              <a:t>Fourth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20B0BF7-4986-E45D-3284-E310B969222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/>
                </a:solidFill>
                <a:latin typeface="Söhne" panose="020B0503030202060203" pitchFamily="34" charset="77"/>
                <a:cs typeface="Söhne" panose="020B0503030202060203" pitchFamily="34" charset="77"/>
              </a:defRPr>
            </a:lvl1pPr>
          </a:lstStyle>
          <a:p>
            <a:fld id="{EE8967A9-0E5C-0640-8569-A35BF10C8D5B}" type="datetime1">
              <a:rPr lang="en-US" smtClean="0"/>
              <a:t>4/21/26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37573E-258E-C938-757A-B7F606A0418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/>
                </a:solidFill>
                <a:latin typeface="Söhne" panose="020B0503030202060203" pitchFamily="34" charset="77"/>
                <a:cs typeface="Söhne" panose="020B0503030202060203" pitchFamily="34" charset="77"/>
              </a:defRPr>
            </a:lvl1pPr>
          </a:lstStyle>
          <a:p>
            <a:endParaRPr lang="en-US"/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6FBD1EBB-EA1E-F865-FD8A-C484C16C851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12763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/>
                </a:solidFill>
                <a:latin typeface="Söhne" panose="020B0503030202060203" pitchFamily="34" charset="77"/>
                <a:cs typeface="Söhne" panose="020B0503030202060203" pitchFamily="34" charset="77"/>
              </a:defRPr>
            </a:lvl1pPr>
          </a:lstStyle>
          <a:p>
            <a:fld id="{AC81BE38-58FE-D944-B2A6-DA8E8EA5A19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3759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5" r:id="rId1"/>
    <p:sldLayoutId id="2147483651" r:id="rId2"/>
    <p:sldLayoutId id="2147483707" r:id="rId3"/>
    <p:sldLayoutId id="2147483706" r:id="rId4"/>
    <p:sldLayoutId id="2147483722" r:id="rId5"/>
    <p:sldLayoutId id="2147483649" r:id="rId6"/>
    <p:sldLayoutId id="2147483650" r:id="rId7"/>
    <p:sldLayoutId id="2147483708" r:id="rId8"/>
    <p:sldLayoutId id="2147483652" r:id="rId9"/>
    <p:sldLayoutId id="2147483710" r:id="rId10"/>
    <p:sldLayoutId id="2147483723" r:id="rId11"/>
    <p:sldLayoutId id="2147483656" r:id="rId12"/>
    <p:sldLayoutId id="2147483731" r:id="rId13"/>
  </p:sldLayoutIdLst>
  <p:hf hd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spcAft>
          <a:spcPts val="600"/>
        </a:spcAft>
        <a:buNone/>
        <a:defRPr sz="3600" b="0" i="0" kern="1200">
          <a:solidFill>
            <a:schemeClr val="tx1"/>
          </a:solidFill>
          <a:latin typeface="Söhne Halbfett" panose="020B0503030202060203" pitchFamily="34" charset="77"/>
          <a:ea typeface="+mj-ea"/>
          <a:cs typeface="Söhne Halbfett" panose="020B0503030202060203" pitchFamily="34" charset="77"/>
        </a:defRPr>
      </a:lvl1pPr>
    </p:titleStyle>
    <p:bodyStyle>
      <a:lvl1pPr marL="0" indent="0" algn="l" defTabSz="914400" rtl="0" eaLnBrk="1" latinLnBrk="0" hangingPunct="1">
        <a:lnSpc>
          <a:spcPct val="100000"/>
        </a:lnSpc>
        <a:spcBef>
          <a:spcPts val="1000"/>
        </a:spcBef>
        <a:spcAft>
          <a:spcPts val="600"/>
        </a:spcAft>
        <a:buFont typeface="Arial" panose="020B0604020202020204" pitchFamily="34" charset="0"/>
        <a:buNone/>
        <a:defRPr sz="3200" b="0" i="0" kern="1200">
          <a:solidFill>
            <a:schemeClr val="tx1"/>
          </a:solidFill>
          <a:latin typeface="Söhne Halbfett" panose="020B0303030202060203" pitchFamily="34" charset="77"/>
          <a:ea typeface="+mn-ea"/>
          <a:cs typeface="Söhne Halbfett" panose="020B0303030202060203" pitchFamily="34" charset="77"/>
        </a:defRPr>
      </a:lvl1pPr>
      <a:lvl2pPr marL="685800" indent="-228600" algn="l" defTabSz="914400" rtl="0" eaLnBrk="1" latinLnBrk="0" hangingPunct="1">
        <a:lnSpc>
          <a:spcPct val="100000"/>
        </a:lnSpc>
        <a:spcBef>
          <a:spcPts val="500"/>
        </a:spcBef>
        <a:spcAft>
          <a:spcPts val="600"/>
        </a:spcAft>
        <a:buSzPct val="100000"/>
        <a:buFont typeface="Arial" panose="020B0604020202020204" pitchFamily="34" charset="0"/>
        <a:buChar char="•"/>
        <a:tabLst/>
        <a:defRPr sz="3200" b="0" i="0" kern="1200">
          <a:solidFill>
            <a:schemeClr val="tx1"/>
          </a:solidFill>
          <a:latin typeface="Söhne Halbfett" panose="020B0303030202060203" pitchFamily="34" charset="77"/>
          <a:ea typeface="+mn-ea"/>
          <a:cs typeface="Söhne Halbfett" panose="020B0303030202060203" pitchFamily="34" charset="77"/>
        </a:defRPr>
      </a:lvl2pPr>
      <a:lvl3pPr marL="919163" indent="-230188" algn="l" defTabSz="914400" rtl="0" eaLnBrk="1" latinLnBrk="0" hangingPunct="1">
        <a:lnSpc>
          <a:spcPct val="100000"/>
        </a:lnSpc>
        <a:spcBef>
          <a:spcPts val="500"/>
        </a:spcBef>
        <a:spcAft>
          <a:spcPts val="600"/>
        </a:spcAft>
        <a:buSzPct val="100000"/>
        <a:buFont typeface="Arial" panose="020B0604020202020204" pitchFamily="34" charset="0"/>
        <a:buChar char="•"/>
        <a:tabLst/>
        <a:defRPr sz="3200" b="0" i="0" kern="1200">
          <a:solidFill>
            <a:schemeClr val="tx1"/>
          </a:solidFill>
          <a:latin typeface="Söhne Halbfett" panose="020B0303030202060203" pitchFamily="34" charset="77"/>
          <a:ea typeface="+mn-ea"/>
          <a:cs typeface="Söhne Halbfett" panose="020B0303030202060203" pitchFamily="34" charset="77"/>
        </a:defRPr>
      </a:lvl3pPr>
      <a:lvl4pPr marL="1147763" indent="-228600" algn="l" defTabSz="914400" rtl="0" eaLnBrk="1" latinLnBrk="0" hangingPunct="1">
        <a:lnSpc>
          <a:spcPct val="100000"/>
        </a:lnSpc>
        <a:spcBef>
          <a:spcPts val="500"/>
        </a:spcBef>
        <a:spcAft>
          <a:spcPts val="600"/>
        </a:spcAft>
        <a:buSzPct val="100000"/>
        <a:buFont typeface="Arial" panose="020B0604020202020204" pitchFamily="34" charset="0"/>
        <a:buChar char="•"/>
        <a:tabLst/>
        <a:defRPr sz="3200" b="0" i="0" kern="1200">
          <a:solidFill>
            <a:schemeClr val="tx1"/>
          </a:solidFill>
          <a:latin typeface="Söhne Halbfett" panose="020B0303030202060203" pitchFamily="34" charset="77"/>
          <a:ea typeface="+mn-ea"/>
          <a:cs typeface="Söhne Halbfett" panose="020B0303030202060203" pitchFamily="34" charset="77"/>
        </a:defRPr>
      </a:lvl4pPr>
      <a:lvl5pPr marL="1377950" indent="-254000" algn="l" defTabSz="914400" rtl="0" eaLnBrk="1" latinLnBrk="0" hangingPunct="1">
        <a:lnSpc>
          <a:spcPct val="100000"/>
        </a:lnSpc>
        <a:spcBef>
          <a:spcPts val="500"/>
        </a:spcBef>
        <a:spcAft>
          <a:spcPts val="600"/>
        </a:spcAft>
        <a:buSzPct val="100000"/>
        <a:buFont typeface="Arial" panose="020B0604020202020204" pitchFamily="34" charset="0"/>
        <a:buChar char="•"/>
        <a:tabLst/>
        <a:defRPr sz="3200" b="0" i="0" kern="1200">
          <a:solidFill>
            <a:schemeClr val="tx1"/>
          </a:solidFill>
          <a:latin typeface="Söhne Halbfett" panose="020B0303030202060203" pitchFamily="34" charset="77"/>
          <a:ea typeface="+mn-ea"/>
          <a:cs typeface="Söhne Halbfett" panose="020B0303030202060203" pitchFamily="34" charset="77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F077B08-C0FC-DA3A-404D-94D1327CCB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20B0BF7-4986-E45D-3284-E310B969222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/>
                </a:solidFill>
                <a:latin typeface="Söhne" panose="020B0503030202060203" pitchFamily="34" charset="77"/>
                <a:cs typeface="Söhne" panose="020B0503030202060203" pitchFamily="34" charset="77"/>
              </a:defRPr>
            </a:lvl1pPr>
          </a:lstStyle>
          <a:p>
            <a:fld id="{5E3EC69F-ABB7-8A47-A195-4BC2D63CFE78}" type="datetime1">
              <a:rPr lang="en-US" smtClean="0"/>
              <a:t>4/21/26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37573E-258E-C938-757A-B7F606A0418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/>
                </a:solidFill>
                <a:latin typeface="Söhne" panose="020B0503030202060203" pitchFamily="34" charset="77"/>
                <a:cs typeface="Söhne" panose="020B0503030202060203" pitchFamily="34" charset="77"/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B9DD0D6-60D0-AA5D-EBCA-DD21526FC93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12763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/>
                </a:solidFill>
                <a:latin typeface="Söhne" panose="020B0503030202060203" pitchFamily="34" charset="77"/>
                <a:cs typeface="Söhne" panose="020B0503030202060203" pitchFamily="34" charset="77"/>
              </a:defRPr>
            </a:lvl1pPr>
          </a:lstStyle>
          <a:p>
            <a:fld id="{7C8598A7-94B2-594C-8A98-02B4613DD734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8FFB5E8E-86E8-4460-9A53-34E1CE4539F4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0093023" y="5922334"/>
            <a:ext cx="1747558" cy="646357"/>
          </a:xfrm>
          <a:prstGeom prst="rect">
            <a:avLst/>
          </a:prstGeom>
        </p:spPr>
      </p:pic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D9B71282-B877-F7E4-2E0F-CDB05A10F37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9188092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8" r:id="rId1"/>
    <p:sldLayoutId id="2147483659" r:id="rId2"/>
    <p:sldLayoutId id="2147483669" r:id="rId3"/>
    <p:sldLayoutId id="2147483660" r:id="rId4"/>
    <p:sldLayoutId id="2147483664" r:id="rId5"/>
    <p:sldLayoutId id="2147483727" r:id="rId6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b="1" i="0" kern="1200">
          <a:solidFill>
            <a:schemeClr val="tx1"/>
          </a:solidFill>
          <a:latin typeface="Söhne Halbfett" panose="020B0503030202060203" pitchFamily="34" charset="77"/>
          <a:ea typeface="+mj-ea"/>
          <a:cs typeface="Söhne Halbfett" panose="020B0503030202060203" pitchFamily="34" charset="77"/>
        </a:defRPr>
      </a:lvl1pPr>
    </p:titleStyle>
    <p:bodyStyle>
      <a:lvl1pPr marL="0" indent="0" algn="l" defTabSz="914400" rtl="0" eaLnBrk="1" latinLnBrk="0" hangingPunct="1">
        <a:lnSpc>
          <a:spcPct val="100000"/>
        </a:lnSpc>
        <a:spcBef>
          <a:spcPts val="1000"/>
        </a:spcBef>
        <a:spcAft>
          <a:spcPts val="600"/>
        </a:spcAft>
        <a:buSzPct val="100000"/>
        <a:buFont typeface="Arial" panose="020B0604020202020204" pitchFamily="34" charset="0"/>
        <a:buNone/>
        <a:defRPr sz="3200" b="0" i="0" kern="1200">
          <a:solidFill>
            <a:schemeClr val="tx1"/>
          </a:solidFill>
          <a:latin typeface="Söhne Halbfett" panose="020B0303030202060203" pitchFamily="34" charset="77"/>
          <a:ea typeface="+mn-ea"/>
          <a:cs typeface="Söhne Halbfett" panose="020B0303030202060203" pitchFamily="34" charset="77"/>
        </a:defRPr>
      </a:lvl1pPr>
      <a:lvl2pPr marL="685800" indent="-228600" algn="l" defTabSz="914400" rtl="0" eaLnBrk="1" latinLnBrk="0" hangingPunct="1">
        <a:lnSpc>
          <a:spcPct val="100000"/>
        </a:lnSpc>
        <a:spcBef>
          <a:spcPts val="500"/>
        </a:spcBef>
        <a:spcAft>
          <a:spcPts val="600"/>
        </a:spcAft>
        <a:buSzPct val="100000"/>
        <a:buFont typeface="Arial" panose="020B0604020202020204" pitchFamily="34" charset="0"/>
        <a:buChar char="•"/>
        <a:defRPr sz="3200" b="0" i="0" kern="1200">
          <a:solidFill>
            <a:schemeClr val="tx1"/>
          </a:solidFill>
          <a:latin typeface="Söhne Halbfett" panose="020B0303030202060203" pitchFamily="34" charset="77"/>
          <a:ea typeface="+mn-ea"/>
          <a:cs typeface="Söhne Halbfett" panose="020B0303030202060203" pitchFamily="34" charset="77"/>
        </a:defRPr>
      </a:lvl2pPr>
      <a:lvl3pPr marL="919163" indent="-230188" algn="l" defTabSz="914400" rtl="0" eaLnBrk="1" latinLnBrk="0" hangingPunct="1">
        <a:lnSpc>
          <a:spcPct val="100000"/>
        </a:lnSpc>
        <a:spcBef>
          <a:spcPts val="500"/>
        </a:spcBef>
        <a:spcAft>
          <a:spcPts val="600"/>
        </a:spcAft>
        <a:buSzPct val="100000"/>
        <a:buFont typeface="Arial" panose="020B0604020202020204" pitchFamily="34" charset="0"/>
        <a:buChar char="•"/>
        <a:tabLst/>
        <a:defRPr sz="3200" b="0" i="0" kern="1200">
          <a:solidFill>
            <a:schemeClr val="tx1"/>
          </a:solidFill>
          <a:latin typeface="Söhne Halbfett" panose="020B0303030202060203" pitchFamily="34" charset="77"/>
          <a:ea typeface="+mn-ea"/>
          <a:cs typeface="Söhne Halbfett" panose="020B0303030202060203" pitchFamily="34" charset="77"/>
        </a:defRPr>
      </a:lvl3pPr>
      <a:lvl4pPr marL="1147763" indent="-228600" algn="l" defTabSz="914400" rtl="0" eaLnBrk="1" latinLnBrk="0" hangingPunct="1">
        <a:lnSpc>
          <a:spcPct val="100000"/>
        </a:lnSpc>
        <a:spcBef>
          <a:spcPts val="500"/>
        </a:spcBef>
        <a:spcAft>
          <a:spcPts val="600"/>
        </a:spcAft>
        <a:buSzPct val="100000"/>
        <a:buFont typeface="Arial" panose="020B0604020202020204" pitchFamily="34" charset="0"/>
        <a:buChar char="•"/>
        <a:tabLst/>
        <a:defRPr sz="3200" b="0" i="0" kern="1200">
          <a:solidFill>
            <a:schemeClr val="tx1"/>
          </a:solidFill>
          <a:latin typeface="Söhne Halbfett" panose="020B0303030202060203" pitchFamily="34" charset="77"/>
          <a:ea typeface="+mn-ea"/>
          <a:cs typeface="Söhne Halbfett" panose="020B0303030202060203" pitchFamily="34" charset="77"/>
        </a:defRPr>
      </a:lvl4pPr>
      <a:lvl5pPr marL="1377950" indent="-241300" algn="l" defTabSz="914400" rtl="0" eaLnBrk="1" latinLnBrk="0" hangingPunct="1">
        <a:lnSpc>
          <a:spcPct val="100000"/>
        </a:lnSpc>
        <a:spcBef>
          <a:spcPts val="500"/>
        </a:spcBef>
        <a:spcAft>
          <a:spcPts val="600"/>
        </a:spcAft>
        <a:buSzPct val="100000"/>
        <a:buFont typeface="Arial" panose="020B0604020202020204" pitchFamily="34" charset="0"/>
        <a:buChar char="•"/>
        <a:tabLst/>
        <a:defRPr sz="3200" b="0" i="0" kern="1200">
          <a:solidFill>
            <a:schemeClr val="tx1"/>
          </a:solidFill>
          <a:latin typeface="Söhne Halbfett" panose="020B0303030202060203" pitchFamily="34" charset="77"/>
          <a:ea typeface="+mn-ea"/>
          <a:cs typeface="Söhne Halbfett" panose="020B0303030202060203" pitchFamily="34" charset="77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F077B08-C0FC-DA3A-404D-94D1327CCB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20B0BF7-4986-E45D-3284-E310B969222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/>
                </a:solidFill>
                <a:latin typeface="Söhne" panose="020B0503030202060203" pitchFamily="34" charset="77"/>
                <a:cs typeface="Söhne" panose="020B0503030202060203" pitchFamily="34" charset="77"/>
              </a:defRPr>
            </a:lvl1pPr>
          </a:lstStyle>
          <a:p>
            <a:fld id="{3E1CE236-F264-774C-85E4-5EA2256490A7}" type="datetime1">
              <a:rPr lang="en-US" smtClean="0"/>
              <a:t>4/21/26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37573E-258E-C938-757A-B7F606A0418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/>
                </a:solidFill>
                <a:latin typeface="Söhne" panose="020B0503030202060203" pitchFamily="34" charset="77"/>
                <a:cs typeface="Söhne" panose="020B0503030202060203" pitchFamily="34" charset="77"/>
              </a:defRPr>
            </a:lvl1pPr>
          </a:lstStyle>
          <a:p>
            <a:endParaRPr lang="en-US"/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2372FBD1-BF95-02F7-C0A6-5AFF84B006E4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0093023" y="5922334"/>
            <a:ext cx="1747558" cy="646357"/>
          </a:xfrm>
          <a:prstGeom prst="rect">
            <a:avLst/>
          </a:prstGeom>
        </p:spPr>
      </p:pic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D9B6A59B-063E-ACD3-6201-55A05C0664D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12763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/>
                </a:solidFill>
                <a:latin typeface="Söhne" panose="020B0503030202060203" pitchFamily="34" charset="77"/>
                <a:cs typeface="Söhne" panose="020B0503030202060203" pitchFamily="34" charset="77"/>
              </a:defRPr>
            </a:lvl1pPr>
          </a:lstStyle>
          <a:p>
            <a:fld id="{7C8598A7-94B2-594C-8A98-02B4613DD73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0B29D588-4D48-CD2A-2D4C-532B59BDB01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41320752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1" r:id="rId1"/>
    <p:sldLayoutId id="2147483672" r:id="rId2"/>
    <p:sldLayoutId id="2147483673" r:id="rId3"/>
    <p:sldLayoutId id="2147483674" r:id="rId4"/>
    <p:sldLayoutId id="2147483728" r:id="rId5"/>
    <p:sldLayoutId id="2147483678" r:id="rId6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b="1" i="0" kern="1200">
          <a:solidFill>
            <a:schemeClr val="tx1"/>
          </a:solidFill>
          <a:latin typeface="Söhne Halbfett" panose="020B0503030202060203" pitchFamily="34" charset="77"/>
          <a:ea typeface="+mj-ea"/>
          <a:cs typeface="Söhne Halbfett" panose="020B0503030202060203" pitchFamily="34" charset="77"/>
        </a:defRPr>
      </a:lvl1pPr>
    </p:titleStyle>
    <p:bodyStyle>
      <a:lvl1pPr marL="0" indent="0" algn="l" defTabSz="914400" rtl="0" eaLnBrk="1" latinLnBrk="0" hangingPunct="1">
        <a:lnSpc>
          <a:spcPct val="100000"/>
        </a:lnSpc>
        <a:spcBef>
          <a:spcPts val="1000"/>
        </a:spcBef>
        <a:spcAft>
          <a:spcPts val="600"/>
        </a:spcAft>
        <a:buFont typeface="Arial" panose="020B0604020202020204" pitchFamily="34" charset="0"/>
        <a:buNone/>
        <a:defRPr sz="3200" b="0" i="0" kern="1200">
          <a:solidFill>
            <a:schemeClr val="tx1"/>
          </a:solidFill>
          <a:latin typeface="Söhne Halbfett" panose="020B0303030202060203" pitchFamily="34" charset="77"/>
          <a:ea typeface="+mn-ea"/>
          <a:cs typeface="Söhne Halbfett" panose="020B0303030202060203" pitchFamily="34" charset="77"/>
        </a:defRPr>
      </a:lvl1pPr>
      <a:lvl2pPr marL="685800" indent="-228600" algn="l" defTabSz="914400" rtl="0" eaLnBrk="1" latinLnBrk="0" hangingPunct="1">
        <a:lnSpc>
          <a:spcPct val="100000"/>
        </a:lnSpc>
        <a:spcBef>
          <a:spcPts val="500"/>
        </a:spcBef>
        <a:spcAft>
          <a:spcPts val="600"/>
        </a:spcAft>
        <a:buSzPct val="100000"/>
        <a:buFont typeface="Arial" panose="020B0604020202020204" pitchFamily="34" charset="0"/>
        <a:buChar char="•"/>
        <a:defRPr sz="3200" b="0" i="0" kern="1200">
          <a:solidFill>
            <a:schemeClr val="tx1"/>
          </a:solidFill>
          <a:latin typeface="Söhne Halbfett" panose="020B0303030202060203" pitchFamily="34" charset="77"/>
          <a:ea typeface="+mn-ea"/>
          <a:cs typeface="Söhne Halbfett" panose="020B0303030202060203" pitchFamily="34" charset="77"/>
        </a:defRPr>
      </a:lvl2pPr>
      <a:lvl3pPr marL="919163" indent="-230188" algn="l" defTabSz="914400" rtl="0" eaLnBrk="1" latinLnBrk="0" hangingPunct="1">
        <a:lnSpc>
          <a:spcPct val="100000"/>
        </a:lnSpc>
        <a:spcBef>
          <a:spcPts val="500"/>
        </a:spcBef>
        <a:spcAft>
          <a:spcPts val="600"/>
        </a:spcAft>
        <a:buSzPct val="100000"/>
        <a:buFont typeface="Arial" panose="020B0604020202020204" pitchFamily="34" charset="0"/>
        <a:buChar char="•"/>
        <a:tabLst/>
        <a:defRPr sz="3200" b="0" i="0" kern="1200">
          <a:solidFill>
            <a:schemeClr val="tx1"/>
          </a:solidFill>
          <a:latin typeface="Söhne Halbfett" panose="020B0303030202060203" pitchFamily="34" charset="77"/>
          <a:ea typeface="+mn-ea"/>
          <a:cs typeface="Söhne Halbfett" panose="020B0303030202060203" pitchFamily="34" charset="77"/>
        </a:defRPr>
      </a:lvl3pPr>
      <a:lvl4pPr marL="1147763" indent="-228600" algn="l" defTabSz="914400" rtl="0" eaLnBrk="1" latinLnBrk="0" hangingPunct="1">
        <a:lnSpc>
          <a:spcPct val="100000"/>
        </a:lnSpc>
        <a:spcBef>
          <a:spcPts val="500"/>
        </a:spcBef>
        <a:spcAft>
          <a:spcPts val="600"/>
        </a:spcAft>
        <a:buSzPct val="100000"/>
        <a:buFont typeface="Arial" panose="020B0604020202020204" pitchFamily="34" charset="0"/>
        <a:buChar char="•"/>
        <a:tabLst/>
        <a:defRPr sz="3200" b="0" i="0" kern="1200">
          <a:solidFill>
            <a:schemeClr val="tx1"/>
          </a:solidFill>
          <a:latin typeface="Söhne Halbfett" panose="020B0303030202060203" pitchFamily="34" charset="77"/>
          <a:ea typeface="+mn-ea"/>
          <a:cs typeface="Söhne Halbfett" panose="020B0303030202060203" pitchFamily="34" charset="77"/>
        </a:defRPr>
      </a:lvl4pPr>
      <a:lvl5pPr marL="1377950" indent="-254000" algn="l" defTabSz="914400" rtl="0" eaLnBrk="1" latinLnBrk="0" hangingPunct="1">
        <a:lnSpc>
          <a:spcPct val="100000"/>
        </a:lnSpc>
        <a:spcBef>
          <a:spcPts val="500"/>
        </a:spcBef>
        <a:spcAft>
          <a:spcPts val="600"/>
        </a:spcAft>
        <a:buSzPct val="100000"/>
        <a:buFont typeface="Arial" panose="020B0604020202020204" pitchFamily="34" charset="0"/>
        <a:buChar char="•"/>
        <a:tabLst/>
        <a:defRPr sz="3200" b="0" i="0" kern="1200">
          <a:solidFill>
            <a:schemeClr val="tx1"/>
          </a:solidFill>
          <a:latin typeface="Söhne Halbfett" panose="020B0303030202060203" pitchFamily="34" charset="77"/>
          <a:ea typeface="+mn-ea"/>
          <a:cs typeface="Söhne Halbfett" panose="020B0303030202060203" pitchFamily="34" charset="77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F077B08-C0FC-DA3A-404D-94D1327CCB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20B0BF7-4986-E45D-3284-E310B969222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/>
                </a:solidFill>
                <a:latin typeface="Söhne" panose="020B0503030202060203" pitchFamily="34" charset="77"/>
                <a:cs typeface="Söhne" panose="020B0503030202060203" pitchFamily="34" charset="77"/>
              </a:defRPr>
            </a:lvl1pPr>
          </a:lstStyle>
          <a:p>
            <a:fld id="{DFB13719-C0DF-E643-8880-FCCE8D45E931}" type="datetime1">
              <a:rPr lang="en-US" smtClean="0"/>
              <a:t>4/21/26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37573E-258E-C938-757A-B7F606A0418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/>
                </a:solidFill>
                <a:latin typeface="Söhne" panose="020B0503030202060203" pitchFamily="34" charset="77"/>
                <a:cs typeface="Söhne" panose="020B0503030202060203" pitchFamily="34" charset="77"/>
              </a:defRPr>
            </a:lvl1pPr>
          </a:lstStyle>
          <a:p>
            <a:endParaRPr lang="en-US"/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8F196DC7-0BF9-9AE3-A9D6-FCB219E88CFD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0093023" y="5922334"/>
            <a:ext cx="1747558" cy="646357"/>
          </a:xfrm>
          <a:prstGeom prst="rect">
            <a:avLst/>
          </a:prstGeom>
        </p:spPr>
      </p:pic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E4FD225A-B24C-923A-74A1-A21DF65F7812}"/>
              </a:ext>
            </a:extLst>
          </p:cNvPr>
          <p:cNvSpPr txBox="1">
            <a:spLocks/>
          </p:cNvSpPr>
          <p:nvPr userDrawn="1"/>
        </p:nvSpPr>
        <p:spPr>
          <a:xfrm>
            <a:off x="8610600" y="6356350"/>
            <a:ext cx="12763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/>
                </a:solidFill>
                <a:latin typeface="Söhne" panose="020B0503030202060203" pitchFamily="34" charset="77"/>
                <a:ea typeface="+mn-ea"/>
                <a:cs typeface="Söhne" panose="020B0503030202060203" pitchFamily="34" charset="77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7C8598A7-94B2-594C-8A98-02B4613DD73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DC05D595-83F5-846C-37C7-393A9DFBC1A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98494887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3" r:id="rId1"/>
    <p:sldLayoutId id="2147483684" r:id="rId2"/>
    <p:sldLayoutId id="2147483685" r:id="rId3"/>
    <p:sldLayoutId id="2147483686" r:id="rId4"/>
    <p:sldLayoutId id="2147483729" r:id="rId5"/>
    <p:sldLayoutId id="2147483690" r:id="rId6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b="1" i="0" kern="1200">
          <a:solidFill>
            <a:schemeClr val="tx1"/>
          </a:solidFill>
          <a:latin typeface="Söhne Halbfett" panose="020B0503030202060203" pitchFamily="34" charset="77"/>
          <a:ea typeface="+mj-ea"/>
          <a:cs typeface="Söhne Halbfett" panose="020B0503030202060203" pitchFamily="34" charset="77"/>
        </a:defRPr>
      </a:lvl1pPr>
    </p:titleStyle>
    <p:bodyStyle>
      <a:lvl1pPr marL="0" indent="0" algn="l" defTabSz="914400" rtl="0" eaLnBrk="1" latinLnBrk="0" hangingPunct="1">
        <a:lnSpc>
          <a:spcPct val="100000"/>
        </a:lnSpc>
        <a:spcBef>
          <a:spcPts val="1000"/>
        </a:spcBef>
        <a:spcAft>
          <a:spcPts val="600"/>
        </a:spcAft>
        <a:buFont typeface="Arial" panose="020B0604020202020204" pitchFamily="34" charset="0"/>
        <a:buNone/>
        <a:defRPr sz="3200" b="0" i="0" kern="1200">
          <a:solidFill>
            <a:schemeClr val="tx1"/>
          </a:solidFill>
          <a:latin typeface="Söhne Halbfett" panose="020B0303030202060203" pitchFamily="34" charset="77"/>
          <a:ea typeface="+mn-ea"/>
          <a:cs typeface="Söhne Halbfett" panose="020B0303030202060203" pitchFamily="34" charset="77"/>
        </a:defRPr>
      </a:lvl1pPr>
      <a:lvl2pPr marL="685800" indent="-228600" algn="l" defTabSz="914400" rtl="0" eaLnBrk="1" latinLnBrk="0" hangingPunct="1">
        <a:lnSpc>
          <a:spcPct val="100000"/>
        </a:lnSpc>
        <a:spcBef>
          <a:spcPts val="500"/>
        </a:spcBef>
        <a:spcAft>
          <a:spcPts val="600"/>
        </a:spcAft>
        <a:buSzPct val="100000"/>
        <a:buFont typeface="Arial" panose="020B0604020202020204" pitchFamily="34" charset="0"/>
        <a:buChar char="•"/>
        <a:defRPr sz="3200" b="0" i="0" kern="1200">
          <a:solidFill>
            <a:schemeClr val="tx1"/>
          </a:solidFill>
          <a:latin typeface="Söhne Halbfett" panose="020B0303030202060203" pitchFamily="34" charset="77"/>
          <a:ea typeface="+mn-ea"/>
          <a:cs typeface="Söhne Halbfett" panose="020B0303030202060203" pitchFamily="34" charset="77"/>
        </a:defRPr>
      </a:lvl2pPr>
      <a:lvl3pPr marL="919163" indent="-230188" algn="l" defTabSz="914400" rtl="0" eaLnBrk="1" latinLnBrk="0" hangingPunct="1">
        <a:lnSpc>
          <a:spcPct val="100000"/>
        </a:lnSpc>
        <a:spcBef>
          <a:spcPts val="500"/>
        </a:spcBef>
        <a:spcAft>
          <a:spcPts val="600"/>
        </a:spcAft>
        <a:buSzPct val="100000"/>
        <a:buFont typeface="Arial" panose="020B0604020202020204" pitchFamily="34" charset="0"/>
        <a:buChar char="•"/>
        <a:tabLst/>
        <a:defRPr sz="3200" b="0" i="0" kern="1200">
          <a:solidFill>
            <a:schemeClr val="tx1"/>
          </a:solidFill>
          <a:latin typeface="Söhne Halbfett" panose="020B0303030202060203" pitchFamily="34" charset="77"/>
          <a:ea typeface="+mn-ea"/>
          <a:cs typeface="Söhne Halbfett" panose="020B0303030202060203" pitchFamily="34" charset="77"/>
        </a:defRPr>
      </a:lvl3pPr>
      <a:lvl4pPr marL="1147763" indent="-228600" algn="l" defTabSz="914400" rtl="0" eaLnBrk="1" latinLnBrk="0" hangingPunct="1">
        <a:lnSpc>
          <a:spcPct val="100000"/>
        </a:lnSpc>
        <a:spcBef>
          <a:spcPts val="500"/>
        </a:spcBef>
        <a:spcAft>
          <a:spcPts val="600"/>
        </a:spcAft>
        <a:buSzPct val="100000"/>
        <a:buFont typeface="Arial" panose="020B0604020202020204" pitchFamily="34" charset="0"/>
        <a:buChar char="•"/>
        <a:tabLst/>
        <a:defRPr sz="3200" b="0" i="0" kern="1200">
          <a:solidFill>
            <a:schemeClr val="tx1"/>
          </a:solidFill>
          <a:latin typeface="Söhne Halbfett" panose="020B0303030202060203" pitchFamily="34" charset="77"/>
          <a:ea typeface="+mn-ea"/>
          <a:cs typeface="Söhne Halbfett" panose="020B0303030202060203" pitchFamily="34" charset="77"/>
        </a:defRPr>
      </a:lvl4pPr>
      <a:lvl5pPr marL="1377950" indent="-230188" algn="l" defTabSz="914400" rtl="0" eaLnBrk="1" latinLnBrk="0" hangingPunct="1">
        <a:lnSpc>
          <a:spcPct val="100000"/>
        </a:lnSpc>
        <a:spcBef>
          <a:spcPts val="500"/>
        </a:spcBef>
        <a:spcAft>
          <a:spcPts val="600"/>
        </a:spcAft>
        <a:buSzPct val="100000"/>
        <a:buFont typeface="Arial" panose="020B0604020202020204" pitchFamily="34" charset="0"/>
        <a:buChar char="•"/>
        <a:tabLst/>
        <a:defRPr sz="3200" b="0" i="0" kern="1200">
          <a:solidFill>
            <a:schemeClr val="tx1"/>
          </a:solidFill>
          <a:latin typeface="Söhne Halbfett" panose="020B0303030202060203" pitchFamily="34" charset="77"/>
          <a:ea typeface="+mn-ea"/>
          <a:cs typeface="Söhne Halbfett" panose="020B0303030202060203" pitchFamily="34" charset="77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F077B08-C0FC-DA3A-404D-94D1327CCB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20B0BF7-4986-E45D-3284-E310B969222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/>
                </a:solidFill>
                <a:latin typeface="Söhne" panose="020B0503030202060203" pitchFamily="34" charset="77"/>
                <a:cs typeface="Söhne" panose="020B0503030202060203" pitchFamily="34" charset="77"/>
              </a:defRPr>
            </a:lvl1pPr>
          </a:lstStyle>
          <a:p>
            <a:fld id="{DB10062E-3E64-8E4C-9215-86593E45D79E}" type="datetime1">
              <a:rPr lang="en-US" smtClean="0"/>
              <a:t>4/21/26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37573E-258E-C938-757A-B7F606A0418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/>
                </a:solidFill>
                <a:latin typeface="Söhne" panose="020B0503030202060203" pitchFamily="34" charset="77"/>
                <a:cs typeface="Söhne" panose="020B0503030202060203" pitchFamily="34" charset="77"/>
              </a:defRPr>
            </a:lvl1pPr>
          </a:lstStyle>
          <a:p>
            <a:endParaRPr lang="en-US"/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8DA9E80D-9E6A-665D-8D23-9CF78BDE2D06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0093023" y="5922334"/>
            <a:ext cx="1747558" cy="646357"/>
          </a:xfrm>
          <a:prstGeom prst="rect">
            <a:avLst/>
          </a:prstGeom>
        </p:spPr>
      </p:pic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BFA8228A-FAD2-8993-9454-1877B17D992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12763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/>
                </a:solidFill>
                <a:latin typeface="Söhne" panose="020B0503030202060203" pitchFamily="34" charset="77"/>
                <a:cs typeface="Söhne" panose="020B0503030202060203" pitchFamily="34" charset="77"/>
              </a:defRPr>
            </a:lvl1pPr>
          </a:lstStyle>
          <a:p>
            <a:fld id="{7C8598A7-94B2-594C-8A98-02B4613DD73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B6ECF042-A533-9041-9A30-4667C1FB599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1735905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5" r:id="rId1"/>
    <p:sldLayoutId id="2147483696" r:id="rId2"/>
    <p:sldLayoutId id="2147483697" r:id="rId3"/>
    <p:sldLayoutId id="2147483730" r:id="rId4"/>
    <p:sldLayoutId id="2147483712" r:id="rId5"/>
    <p:sldLayoutId id="2147483702" r:id="rId6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b="1" i="0" kern="1200">
          <a:solidFill>
            <a:schemeClr val="tx1"/>
          </a:solidFill>
          <a:latin typeface="Söhne Halbfett" panose="020B0503030202060203" pitchFamily="34" charset="77"/>
          <a:ea typeface="+mj-ea"/>
          <a:cs typeface="Söhne Halbfett" panose="020B0503030202060203" pitchFamily="34" charset="77"/>
        </a:defRPr>
      </a:lvl1pPr>
    </p:titleStyle>
    <p:bodyStyle>
      <a:lvl1pPr marL="0" indent="0" algn="l" defTabSz="914400" rtl="0" eaLnBrk="1" latinLnBrk="0" hangingPunct="1">
        <a:lnSpc>
          <a:spcPct val="100000"/>
        </a:lnSpc>
        <a:spcBef>
          <a:spcPts val="1000"/>
        </a:spcBef>
        <a:spcAft>
          <a:spcPts val="600"/>
        </a:spcAft>
        <a:buFont typeface="Arial" panose="020B0604020202020204" pitchFamily="34" charset="0"/>
        <a:buNone/>
        <a:defRPr sz="3200" b="0" i="0" kern="1200">
          <a:solidFill>
            <a:schemeClr val="tx1"/>
          </a:solidFill>
          <a:latin typeface="Söhne Halbfett" panose="020B0303030202060203" pitchFamily="34" charset="77"/>
          <a:ea typeface="+mn-ea"/>
          <a:cs typeface="Söhne Halbfett" panose="020B0303030202060203" pitchFamily="34" charset="77"/>
        </a:defRPr>
      </a:lvl1pPr>
      <a:lvl2pPr marL="685800" indent="-228600" algn="l" defTabSz="914400" rtl="0" eaLnBrk="1" latinLnBrk="0" hangingPunct="1">
        <a:lnSpc>
          <a:spcPct val="100000"/>
        </a:lnSpc>
        <a:spcBef>
          <a:spcPts val="500"/>
        </a:spcBef>
        <a:spcAft>
          <a:spcPts val="600"/>
        </a:spcAft>
        <a:buSzPct val="100000"/>
        <a:buFont typeface="Arial" panose="020B0604020202020204" pitchFamily="34" charset="0"/>
        <a:buChar char="•"/>
        <a:defRPr sz="3200" b="0" i="0" kern="1200">
          <a:solidFill>
            <a:schemeClr val="tx1"/>
          </a:solidFill>
          <a:latin typeface="Söhne Halbfett" panose="020B0303030202060203" pitchFamily="34" charset="77"/>
          <a:ea typeface="+mn-ea"/>
          <a:cs typeface="Söhne Halbfett" panose="020B0303030202060203" pitchFamily="34" charset="77"/>
        </a:defRPr>
      </a:lvl2pPr>
      <a:lvl3pPr marL="919163" indent="-230188" algn="l" defTabSz="914400" rtl="0" eaLnBrk="1" latinLnBrk="0" hangingPunct="1">
        <a:lnSpc>
          <a:spcPct val="100000"/>
        </a:lnSpc>
        <a:spcBef>
          <a:spcPts val="500"/>
        </a:spcBef>
        <a:spcAft>
          <a:spcPts val="600"/>
        </a:spcAft>
        <a:buSzPct val="100000"/>
        <a:buFont typeface="Arial" panose="020B0604020202020204" pitchFamily="34" charset="0"/>
        <a:buChar char="•"/>
        <a:tabLst/>
        <a:defRPr sz="3200" b="0" i="0" kern="1200">
          <a:solidFill>
            <a:schemeClr val="tx1"/>
          </a:solidFill>
          <a:latin typeface="Söhne Halbfett" panose="020B0303030202060203" pitchFamily="34" charset="77"/>
          <a:ea typeface="+mn-ea"/>
          <a:cs typeface="Söhne Halbfett" panose="020B0303030202060203" pitchFamily="34" charset="77"/>
        </a:defRPr>
      </a:lvl3pPr>
      <a:lvl4pPr marL="1147763" indent="-228600" algn="l" defTabSz="914400" rtl="0" eaLnBrk="1" latinLnBrk="0" hangingPunct="1">
        <a:lnSpc>
          <a:spcPct val="100000"/>
        </a:lnSpc>
        <a:spcBef>
          <a:spcPts val="500"/>
        </a:spcBef>
        <a:spcAft>
          <a:spcPts val="600"/>
        </a:spcAft>
        <a:buSzPct val="100000"/>
        <a:buFont typeface="Arial" panose="020B0604020202020204" pitchFamily="34" charset="0"/>
        <a:buChar char="•"/>
        <a:tabLst/>
        <a:defRPr sz="3200" b="0" i="0" kern="1200">
          <a:solidFill>
            <a:schemeClr val="tx1"/>
          </a:solidFill>
          <a:latin typeface="Söhne Halbfett" panose="020B0303030202060203" pitchFamily="34" charset="77"/>
          <a:ea typeface="+mn-ea"/>
          <a:cs typeface="Söhne Halbfett" panose="020B0303030202060203" pitchFamily="34" charset="77"/>
        </a:defRPr>
      </a:lvl4pPr>
      <a:lvl5pPr marL="1377950" indent="-241300" algn="l" defTabSz="914400" rtl="0" eaLnBrk="1" latinLnBrk="0" hangingPunct="1">
        <a:lnSpc>
          <a:spcPct val="100000"/>
        </a:lnSpc>
        <a:spcBef>
          <a:spcPts val="500"/>
        </a:spcBef>
        <a:spcAft>
          <a:spcPts val="600"/>
        </a:spcAft>
        <a:buSzPct val="100000"/>
        <a:buFont typeface="Arial" panose="020B0604020202020204" pitchFamily="34" charset="0"/>
        <a:buChar char="•"/>
        <a:tabLst/>
        <a:defRPr sz="3200" b="0" i="0" kern="1200">
          <a:solidFill>
            <a:schemeClr val="tx1"/>
          </a:solidFill>
          <a:latin typeface="Söhne Halbfett" panose="020B0303030202060203" pitchFamily="34" charset="77"/>
          <a:ea typeface="+mn-ea"/>
          <a:cs typeface="Söhne Halbfett" panose="020B0303030202060203" pitchFamily="34" charset="77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F077B08-C0FC-DA3A-404D-94D1327CCB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20B0BF7-4986-E45D-3284-E310B969222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/>
                </a:solidFill>
                <a:latin typeface="Söhne" panose="020B0503030202060203" pitchFamily="34" charset="77"/>
                <a:cs typeface="Söhne" panose="020B0503030202060203" pitchFamily="34" charset="77"/>
              </a:defRPr>
            </a:lvl1pPr>
          </a:lstStyle>
          <a:p>
            <a:fld id="{82027847-B3FA-154A-858F-D436C24D929C}" type="datetime1">
              <a:rPr lang="en-US" smtClean="0"/>
              <a:t>4/21/26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37573E-258E-C938-757A-B7F606A0418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/>
                </a:solidFill>
                <a:latin typeface="Söhne" panose="020B0503030202060203" pitchFamily="34" charset="77"/>
                <a:cs typeface="Söhne" panose="020B0503030202060203" pitchFamily="34" charset="77"/>
              </a:defRPr>
            </a:lvl1pPr>
          </a:lstStyle>
          <a:p>
            <a:endParaRPr lang="en-US"/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8DA9E80D-9E6A-665D-8D23-9CF78BDE2D06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0093023" y="5922334"/>
            <a:ext cx="1747558" cy="646357"/>
          </a:xfrm>
          <a:prstGeom prst="rect">
            <a:avLst/>
          </a:prstGeom>
        </p:spPr>
      </p:pic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BFA8228A-FAD2-8993-9454-1877B17D992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12763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/>
                </a:solidFill>
                <a:latin typeface="Söhne" panose="020B0503030202060203" pitchFamily="34" charset="77"/>
                <a:cs typeface="Söhne" panose="020B0503030202060203" pitchFamily="34" charset="77"/>
              </a:defRPr>
            </a:lvl1pPr>
          </a:lstStyle>
          <a:p>
            <a:fld id="{7C8598A7-94B2-594C-8A98-02B4613DD73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51513063-C508-8935-4AA2-32123664DE4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9360182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7" r:id="rId1"/>
    <p:sldLayoutId id="2147483719" r:id="rId2"/>
    <p:sldLayoutId id="2147483720" r:id="rId3"/>
    <p:sldLayoutId id="2147483721" r:id="rId4"/>
    <p:sldLayoutId id="2147483725" r:id="rId5"/>
    <p:sldLayoutId id="2147483726" r:id="rId6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b="1" i="0" kern="1200">
          <a:solidFill>
            <a:schemeClr val="tx1"/>
          </a:solidFill>
          <a:latin typeface="Söhne Halbfett" panose="020B0503030202060203" pitchFamily="34" charset="77"/>
          <a:ea typeface="+mj-ea"/>
          <a:cs typeface="Söhne Halbfett" panose="020B0503030202060203" pitchFamily="34" charset="77"/>
        </a:defRPr>
      </a:lvl1pPr>
    </p:titleStyle>
    <p:bodyStyle>
      <a:lvl1pPr marL="0" indent="0" algn="l" defTabSz="914400" rtl="0" eaLnBrk="1" latinLnBrk="0" hangingPunct="1">
        <a:lnSpc>
          <a:spcPct val="100000"/>
        </a:lnSpc>
        <a:spcBef>
          <a:spcPts val="1000"/>
        </a:spcBef>
        <a:spcAft>
          <a:spcPts val="600"/>
        </a:spcAft>
        <a:buFont typeface="Arial" panose="020B0604020202020204" pitchFamily="34" charset="0"/>
        <a:buNone/>
        <a:defRPr sz="3200" b="0" i="0" kern="1200">
          <a:solidFill>
            <a:schemeClr val="tx1"/>
          </a:solidFill>
          <a:latin typeface="Söhne Halbfett" panose="020B0303030202060203" pitchFamily="34" charset="77"/>
          <a:ea typeface="+mn-ea"/>
          <a:cs typeface="Söhne Halbfett" panose="020B0303030202060203" pitchFamily="34" charset="77"/>
        </a:defRPr>
      </a:lvl1pPr>
      <a:lvl2pPr marL="685800" indent="-228600" algn="l" defTabSz="914400" rtl="0" eaLnBrk="1" latinLnBrk="0" hangingPunct="1">
        <a:lnSpc>
          <a:spcPct val="100000"/>
        </a:lnSpc>
        <a:spcBef>
          <a:spcPts val="500"/>
        </a:spcBef>
        <a:spcAft>
          <a:spcPts val="600"/>
        </a:spcAft>
        <a:buSzPct val="100000"/>
        <a:buFont typeface="Arial" panose="020B0604020202020204" pitchFamily="34" charset="0"/>
        <a:buChar char="•"/>
        <a:defRPr sz="3200" b="0" i="0" kern="1200">
          <a:solidFill>
            <a:schemeClr val="tx1"/>
          </a:solidFill>
          <a:latin typeface="Söhne Halbfett" panose="020B0303030202060203" pitchFamily="34" charset="77"/>
          <a:ea typeface="+mn-ea"/>
          <a:cs typeface="Söhne Halbfett" panose="020B0303030202060203" pitchFamily="34" charset="77"/>
        </a:defRPr>
      </a:lvl2pPr>
      <a:lvl3pPr marL="919163" indent="-230188" algn="l" defTabSz="914400" rtl="0" eaLnBrk="1" latinLnBrk="0" hangingPunct="1">
        <a:lnSpc>
          <a:spcPct val="100000"/>
        </a:lnSpc>
        <a:spcBef>
          <a:spcPts val="500"/>
        </a:spcBef>
        <a:spcAft>
          <a:spcPts val="600"/>
        </a:spcAft>
        <a:buSzPct val="100000"/>
        <a:buFont typeface="Arial" panose="020B0604020202020204" pitchFamily="34" charset="0"/>
        <a:buChar char="•"/>
        <a:tabLst/>
        <a:defRPr sz="3200" b="0" i="0" kern="1200">
          <a:solidFill>
            <a:schemeClr val="tx1"/>
          </a:solidFill>
          <a:latin typeface="Söhne Halbfett" panose="020B0303030202060203" pitchFamily="34" charset="77"/>
          <a:ea typeface="+mn-ea"/>
          <a:cs typeface="Söhne Halbfett" panose="020B0303030202060203" pitchFamily="34" charset="77"/>
        </a:defRPr>
      </a:lvl3pPr>
      <a:lvl4pPr marL="1147763" indent="-228600" algn="l" defTabSz="914400" rtl="0" eaLnBrk="1" latinLnBrk="0" hangingPunct="1">
        <a:lnSpc>
          <a:spcPct val="100000"/>
        </a:lnSpc>
        <a:spcBef>
          <a:spcPts val="500"/>
        </a:spcBef>
        <a:spcAft>
          <a:spcPts val="600"/>
        </a:spcAft>
        <a:buSzPct val="100000"/>
        <a:buFont typeface="Arial" panose="020B0604020202020204" pitchFamily="34" charset="0"/>
        <a:buChar char="•"/>
        <a:tabLst/>
        <a:defRPr sz="3200" b="0" i="0" kern="1200">
          <a:solidFill>
            <a:schemeClr val="tx1"/>
          </a:solidFill>
          <a:latin typeface="Söhne Halbfett" panose="020B0303030202060203" pitchFamily="34" charset="77"/>
          <a:ea typeface="+mn-ea"/>
          <a:cs typeface="Söhne Halbfett" panose="020B0303030202060203" pitchFamily="34" charset="77"/>
        </a:defRPr>
      </a:lvl4pPr>
      <a:lvl5pPr marL="1377950" indent="-241300" algn="l" defTabSz="914400" rtl="0" eaLnBrk="1" latinLnBrk="0" hangingPunct="1">
        <a:lnSpc>
          <a:spcPct val="100000"/>
        </a:lnSpc>
        <a:spcBef>
          <a:spcPts val="500"/>
        </a:spcBef>
        <a:spcAft>
          <a:spcPts val="600"/>
        </a:spcAft>
        <a:buSzPct val="100000"/>
        <a:buFont typeface="Arial" panose="020B0604020202020204" pitchFamily="34" charset="0"/>
        <a:buChar char="•"/>
        <a:tabLst/>
        <a:defRPr sz="3200" b="0" i="0" kern="1200">
          <a:solidFill>
            <a:schemeClr val="tx1"/>
          </a:solidFill>
          <a:latin typeface="Söhne Halbfett" panose="020B0303030202060203" pitchFamily="34" charset="77"/>
          <a:ea typeface="+mn-ea"/>
          <a:cs typeface="Söhne Halbfett" panose="020B0303030202060203" pitchFamily="34" charset="77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6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08ED9FE8-577A-CA1D-002E-736C385CE7A7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dirty="0" err="1"/>
              <a:t>Suspendisse</a:t>
            </a:r>
            <a:r>
              <a:rPr lang="en-US" dirty="0"/>
              <a:t> </a:t>
            </a:r>
            <a:r>
              <a:rPr lang="en-US" dirty="0" err="1"/>
              <a:t>velit</a:t>
            </a:r>
            <a:r>
              <a:rPr lang="en-US" dirty="0"/>
              <a:t> </a:t>
            </a:r>
            <a:r>
              <a:rPr lang="en-US" dirty="0" err="1"/>
              <a:t>tortor</a:t>
            </a:r>
            <a:r>
              <a:rPr lang="en-US" dirty="0"/>
              <a:t>, </a:t>
            </a:r>
            <a:r>
              <a:rPr lang="en-US" dirty="0" err="1"/>
              <a:t>euismod</a:t>
            </a:r>
            <a:r>
              <a:rPr lang="en-US" dirty="0"/>
              <a:t> </a:t>
            </a:r>
            <a:r>
              <a:rPr lang="en-US" dirty="0" err="1"/>
              <a:t>quis</a:t>
            </a:r>
            <a:r>
              <a:rPr lang="en-US" dirty="0"/>
              <a:t> </a:t>
            </a:r>
            <a:r>
              <a:rPr lang="en-US" dirty="0" err="1"/>
              <a:t>molestie</a:t>
            </a:r>
            <a:r>
              <a:rPr lang="en-US" dirty="0"/>
              <a:t> at, tempus nec libero. 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0C1C44A-2604-930E-2EFF-2671E4473BBE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B4FFCEB-63A4-2526-C04D-EF3B72074ECB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</a:t>
            </a:r>
            <a:r>
              <a:rPr lang="en-US" dirty="0" err="1"/>
              <a:t>Aliquam</a:t>
            </a:r>
            <a:r>
              <a:rPr lang="en-US" dirty="0"/>
              <a:t> </a:t>
            </a:r>
            <a:r>
              <a:rPr lang="en-US" dirty="0" err="1"/>
              <a:t>commodo</a:t>
            </a:r>
            <a:r>
              <a:rPr lang="en-US" dirty="0"/>
              <a:t> </a:t>
            </a:r>
            <a:r>
              <a:rPr lang="en-US" dirty="0" err="1"/>
              <a:t>lobortis</a:t>
            </a:r>
            <a:r>
              <a:rPr lang="en-US" dirty="0"/>
              <a:t> </a:t>
            </a:r>
            <a:r>
              <a:rPr lang="en-US" dirty="0" err="1"/>
              <a:t>porttitor</a:t>
            </a: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77096091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A77249-B682-2324-8E58-973166A8FB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FC241FA0-E325-FF71-51D9-5D57A657E5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.</a:t>
            </a:r>
          </a:p>
        </p:txBody>
      </p: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FFDF2A8B-146B-5A8C-95B8-E42E1B13460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Suspendisse</a:t>
            </a:r>
            <a:r>
              <a:rPr lang="en-US" dirty="0"/>
              <a:t> </a:t>
            </a:r>
            <a:r>
              <a:rPr lang="en-US" dirty="0" err="1"/>
              <a:t>velit</a:t>
            </a:r>
            <a:r>
              <a:rPr lang="en-US" dirty="0"/>
              <a:t> </a:t>
            </a:r>
            <a:r>
              <a:rPr lang="en-US" dirty="0" err="1"/>
              <a:t>tortor</a:t>
            </a:r>
            <a:r>
              <a:rPr lang="en-US" dirty="0"/>
              <a:t>, </a:t>
            </a:r>
            <a:r>
              <a:rPr lang="en-US" dirty="0" err="1"/>
              <a:t>euismod</a:t>
            </a:r>
            <a:r>
              <a:rPr lang="en-US" dirty="0"/>
              <a:t> </a:t>
            </a:r>
            <a:r>
              <a:rPr lang="en-US" dirty="0" err="1"/>
              <a:t>quis</a:t>
            </a:r>
            <a:r>
              <a:rPr lang="en-US" dirty="0"/>
              <a:t> </a:t>
            </a:r>
            <a:r>
              <a:rPr lang="en-US" dirty="0" err="1"/>
              <a:t>molestie</a:t>
            </a:r>
            <a:r>
              <a:rPr lang="en-US" dirty="0"/>
              <a:t> at, tempus nec libero. </a:t>
            </a:r>
          </a:p>
        </p:txBody>
      </p:sp>
    </p:spTree>
    <p:extLst>
      <p:ext uri="{BB962C8B-B14F-4D97-AF65-F5344CB8AC3E}">
        <p14:creationId xmlns:p14="http://schemas.microsoft.com/office/powerpoint/2010/main" val="132627504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A91CF9-724B-0D4E-4F27-F68DC69BF6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0AE87BE7-0760-C40D-9991-60F260DFF7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66723921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BAE5CA-96B7-51B7-47F4-3F2F51A8E8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550628A7-BD9C-AB6B-44D4-D094B18CD8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42482539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3328A7-1214-5AF6-D4DA-32D8EBA15D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1">
            <a:extLst>
              <a:ext uri="{FF2B5EF4-FFF2-40B4-BE49-F238E27FC236}">
                <a16:creationId xmlns:a16="http://schemas.microsoft.com/office/drawing/2014/main" id="{EF1E557F-1E58-C171-5992-3EFC5DE321B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 err="1"/>
              <a:t>Suspendisse</a:t>
            </a:r>
            <a:r>
              <a:rPr lang="en-US" dirty="0"/>
              <a:t> </a:t>
            </a:r>
            <a:r>
              <a:rPr lang="en-US" dirty="0" err="1"/>
              <a:t>velit</a:t>
            </a:r>
            <a:r>
              <a:rPr lang="en-US" dirty="0"/>
              <a:t> </a:t>
            </a:r>
            <a:r>
              <a:rPr lang="en-US" dirty="0" err="1"/>
              <a:t>tortor</a:t>
            </a:r>
            <a:r>
              <a:rPr lang="en-US" dirty="0"/>
              <a:t>, </a:t>
            </a:r>
            <a:r>
              <a:rPr lang="en-US" dirty="0" err="1"/>
              <a:t>euismod</a:t>
            </a:r>
            <a:r>
              <a:rPr lang="en-US" dirty="0"/>
              <a:t> </a:t>
            </a:r>
            <a:r>
              <a:rPr lang="en-US" dirty="0" err="1"/>
              <a:t>quis</a:t>
            </a:r>
            <a:r>
              <a:rPr lang="en-US" dirty="0"/>
              <a:t> </a:t>
            </a:r>
            <a:r>
              <a:rPr lang="en-US" dirty="0" err="1"/>
              <a:t>molestie</a:t>
            </a:r>
            <a:r>
              <a:rPr lang="en-US" dirty="0"/>
              <a:t> at, tempus nec libero. 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FE0641E3-DACE-41EF-8E6C-749212C84C0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96038797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0D1D8E-D447-6B35-94FF-80286C4471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94301768-F54C-DAD4-3623-D19532B9943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.</a:t>
            </a:r>
          </a:p>
        </p:txBody>
      </p:sp>
      <p:sp>
        <p:nvSpPr>
          <p:cNvPr id="2" name="Subtitle 1">
            <a:extLst>
              <a:ext uri="{FF2B5EF4-FFF2-40B4-BE49-F238E27FC236}">
                <a16:creationId xmlns:a16="http://schemas.microsoft.com/office/drawing/2014/main" id="{7A924B30-CFF6-1F3F-F717-96E40B034AA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 err="1"/>
              <a:t>Suspendisse</a:t>
            </a:r>
            <a:r>
              <a:rPr lang="en-US" dirty="0"/>
              <a:t> </a:t>
            </a:r>
            <a:r>
              <a:rPr lang="en-US" dirty="0" err="1"/>
              <a:t>velit</a:t>
            </a:r>
            <a:r>
              <a:rPr lang="en-US" dirty="0"/>
              <a:t> </a:t>
            </a:r>
            <a:r>
              <a:rPr lang="en-US" dirty="0" err="1"/>
              <a:t>tortor</a:t>
            </a:r>
            <a:r>
              <a:rPr lang="en-US" dirty="0"/>
              <a:t>, </a:t>
            </a:r>
            <a:r>
              <a:rPr lang="en-US" dirty="0" err="1"/>
              <a:t>euismod</a:t>
            </a:r>
            <a:r>
              <a:rPr lang="en-US" dirty="0"/>
              <a:t> </a:t>
            </a:r>
            <a:r>
              <a:rPr lang="en-US" dirty="0" err="1"/>
              <a:t>quis</a:t>
            </a:r>
            <a:r>
              <a:rPr lang="en-US" dirty="0"/>
              <a:t> </a:t>
            </a:r>
            <a:r>
              <a:rPr lang="en-US" dirty="0" err="1"/>
              <a:t>molestie</a:t>
            </a:r>
            <a:r>
              <a:rPr lang="en-US" dirty="0"/>
              <a:t> at, tempus nec libero. </a:t>
            </a:r>
          </a:p>
        </p:txBody>
      </p:sp>
    </p:spTree>
    <p:extLst>
      <p:ext uri="{BB962C8B-B14F-4D97-AF65-F5344CB8AC3E}">
        <p14:creationId xmlns:p14="http://schemas.microsoft.com/office/powerpoint/2010/main" val="109705484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38BB1B-236E-8576-3AE7-E534CC1C17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FED8BF2F-4541-E5B1-893E-55EE489D59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.</a:t>
            </a:r>
          </a:p>
        </p:txBody>
      </p:sp>
      <p:sp>
        <p:nvSpPr>
          <p:cNvPr id="2" name="Subtitle 1">
            <a:extLst>
              <a:ext uri="{FF2B5EF4-FFF2-40B4-BE49-F238E27FC236}">
                <a16:creationId xmlns:a16="http://schemas.microsoft.com/office/drawing/2014/main" id="{102F90B3-F873-9C91-CA4B-79EE42C0EB8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1"/>
            <a:r>
              <a:rPr lang="en-US" dirty="0" err="1"/>
              <a:t>Suspendisse</a:t>
            </a:r>
            <a:r>
              <a:rPr lang="en-US" dirty="0"/>
              <a:t> </a:t>
            </a:r>
            <a:r>
              <a:rPr lang="en-US" dirty="0" err="1"/>
              <a:t>velit</a:t>
            </a:r>
            <a:r>
              <a:rPr lang="en-US" dirty="0"/>
              <a:t> </a:t>
            </a:r>
            <a:r>
              <a:rPr lang="en-US" dirty="0" err="1"/>
              <a:t>tortor</a:t>
            </a:r>
            <a:r>
              <a:rPr lang="en-US" dirty="0"/>
              <a:t>.</a:t>
            </a:r>
          </a:p>
          <a:p>
            <a:pPr lvl="2"/>
            <a:r>
              <a:rPr lang="en-US" dirty="0"/>
              <a:t>Equis </a:t>
            </a:r>
            <a:r>
              <a:rPr lang="en-US" dirty="0" err="1"/>
              <a:t>molestie</a:t>
            </a:r>
            <a:r>
              <a:rPr lang="en-US" dirty="0"/>
              <a:t> at, tempus nec libero.</a:t>
            </a:r>
          </a:p>
          <a:p>
            <a:pPr lvl="3"/>
            <a:r>
              <a:rPr lang="en-US" dirty="0"/>
              <a:t>Nec libero.</a:t>
            </a:r>
          </a:p>
          <a:p>
            <a:pPr lvl="4"/>
            <a:r>
              <a:rPr lang="en-US" dirty="0"/>
              <a:t>Nec libero.</a:t>
            </a:r>
          </a:p>
        </p:txBody>
      </p:sp>
    </p:spTree>
    <p:extLst>
      <p:ext uri="{BB962C8B-B14F-4D97-AF65-F5344CB8AC3E}">
        <p14:creationId xmlns:p14="http://schemas.microsoft.com/office/powerpoint/2010/main" val="361170808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C8473A-B877-0516-0137-4BF399003E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B4064498-0DD9-A87D-187C-A6CC88565D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.</a:t>
            </a:r>
          </a:p>
        </p:txBody>
      </p:sp>
      <p:sp>
        <p:nvSpPr>
          <p:cNvPr id="2" name="Subtitle 1">
            <a:extLst>
              <a:ext uri="{FF2B5EF4-FFF2-40B4-BE49-F238E27FC236}">
                <a16:creationId xmlns:a16="http://schemas.microsoft.com/office/drawing/2014/main" id="{968F246C-8DD1-2010-EA3D-41F9B932FCC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915988" lvl="1" indent="-454025">
              <a:buFont typeface="+mj-lt"/>
              <a:buAutoNum type="arabicPeriod"/>
            </a:pPr>
            <a:r>
              <a:rPr lang="en-US" dirty="0" err="1"/>
              <a:t>Suspendisse</a:t>
            </a:r>
            <a:r>
              <a:rPr lang="en-US" dirty="0"/>
              <a:t> </a:t>
            </a:r>
            <a:r>
              <a:rPr lang="en-US" dirty="0" err="1"/>
              <a:t>velit</a:t>
            </a:r>
            <a:r>
              <a:rPr lang="en-US" dirty="0"/>
              <a:t> </a:t>
            </a:r>
            <a:r>
              <a:rPr lang="en-US" dirty="0" err="1"/>
              <a:t>tortor</a:t>
            </a:r>
            <a:r>
              <a:rPr lang="en-US" dirty="0"/>
              <a:t>.</a:t>
            </a:r>
          </a:p>
          <a:p>
            <a:pPr marL="1371600" lvl="2" indent="-455613">
              <a:buFont typeface="+mj-lt"/>
              <a:buAutoNum type="arabicPeriod"/>
            </a:pPr>
            <a:r>
              <a:rPr lang="en-US" dirty="0"/>
              <a:t>Equis </a:t>
            </a:r>
            <a:r>
              <a:rPr lang="en-US" dirty="0" err="1"/>
              <a:t>molestie</a:t>
            </a:r>
            <a:r>
              <a:rPr lang="en-US" dirty="0"/>
              <a:t> at, tempus nec libero.</a:t>
            </a:r>
          </a:p>
          <a:p>
            <a:pPr marL="1833563" lvl="3" indent="-461963">
              <a:buFont typeface="+mj-lt"/>
              <a:buAutoNum type="arabicPeriod"/>
            </a:pPr>
            <a:r>
              <a:rPr lang="en-US" dirty="0"/>
              <a:t>Nec libero.</a:t>
            </a:r>
          </a:p>
          <a:p>
            <a:pPr marL="2287588" lvl="4" indent="-454025">
              <a:buFont typeface="+mj-lt"/>
              <a:buAutoNum type="arabicPeriod"/>
            </a:pPr>
            <a:r>
              <a:rPr lang="en-US" dirty="0"/>
              <a:t>Nec libero.</a:t>
            </a:r>
          </a:p>
        </p:txBody>
      </p:sp>
    </p:spTree>
    <p:extLst>
      <p:ext uri="{BB962C8B-B14F-4D97-AF65-F5344CB8AC3E}">
        <p14:creationId xmlns:p14="http://schemas.microsoft.com/office/powerpoint/2010/main" val="4711255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2EF9F8-B691-3015-6ACB-72D48714F4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E465736B-DBC7-D3B8-B264-0548FD82B0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.</a:t>
            </a:r>
          </a:p>
        </p:txBody>
      </p:sp>
      <p:sp>
        <p:nvSpPr>
          <p:cNvPr id="2" name="Subtitle 1">
            <a:extLst>
              <a:ext uri="{FF2B5EF4-FFF2-40B4-BE49-F238E27FC236}">
                <a16:creationId xmlns:a16="http://schemas.microsoft.com/office/drawing/2014/main" id="{88F5AE4C-D436-E537-ADD6-18935D71A8D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1"/>
            <a:r>
              <a:rPr lang="en-US" dirty="0" err="1"/>
              <a:t>Suspendisse</a:t>
            </a:r>
            <a:r>
              <a:rPr lang="en-US" dirty="0"/>
              <a:t> </a:t>
            </a:r>
            <a:r>
              <a:rPr lang="en-US" dirty="0" err="1"/>
              <a:t>velit</a:t>
            </a:r>
            <a:r>
              <a:rPr lang="en-US" dirty="0"/>
              <a:t> </a:t>
            </a:r>
            <a:r>
              <a:rPr lang="en-US" dirty="0" err="1"/>
              <a:t>tortor</a:t>
            </a:r>
            <a:r>
              <a:rPr lang="en-US" dirty="0"/>
              <a:t>.</a:t>
            </a:r>
          </a:p>
          <a:p>
            <a:pPr lvl="2"/>
            <a:r>
              <a:rPr lang="en-US" dirty="0"/>
              <a:t>Equis </a:t>
            </a:r>
            <a:r>
              <a:rPr lang="en-US" dirty="0" err="1"/>
              <a:t>molestie</a:t>
            </a:r>
            <a:r>
              <a:rPr lang="en-US" dirty="0"/>
              <a:t> at, tempus nec libero.</a:t>
            </a:r>
          </a:p>
          <a:p>
            <a:pPr lvl="3"/>
            <a:r>
              <a:rPr lang="en-US" dirty="0"/>
              <a:t>Nec libero.</a:t>
            </a:r>
          </a:p>
          <a:p>
            <a:pPr lvl="4"/>
            <a:r>
              <a:rPr lang="en-US" dirty="0"/>
              <a:t>Nec libero.</a:t>
            </a:r>
          </a:p>
        </p:txBody>
      </p:sp>
    </p:spTree>
    <p:extLst>
      <p:ext uri="{BB962C8B-B14F-4D97-AF65-F5344CB8AC3E}">
        <p14:creationId xmlns:p14="http://schemas.microsoft.com/office/powerpoint/2010/main" val="345365929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DE8FCA-B52E-38BF-AE37-71876209E6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D4FA94FD-477B-9A90-7E9B-120F47F46E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.</a:t>
            </a:r>
          </a:p>
        </p:txBody>
      </p:sp>
      <p:sp>
        <p:nvSpPr>
          <p:cNvPr id="2" name="Subtitle 1">
            <a:extLst>
              <a:ext uri="{FF2B5EF4-FFF2-40B4-BE49-F238E27FC236}">
                <a16:creationId xmlns:a16="http://schemas.microsoft.com/office/drawing/2014/main" id="{B0CF82DE-0A3F-B95E-7E7A-33A00D562A4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915988" lvl="1" indent="-454025">
              <a:buFont typeface="+mj-lt"/>
              <a:buAutoNum type="arabicPeriod"/>
            </a:pPr>
            <a:r>
              <a:rPr lang="en-US" dirty="0" err="1"/>
              <a:t>Suspendisse</a:t>
            </a:r>
            <a:r>
              <a:rPr lang="en-US" dirty="0"/>
              <a:t> </a:t>
            </a:r>
            <a:r>
              <a:rPr lang="en-US" dirty="0" err="1"/>
              <a:t>velit</a:t>
            </a:r>
            <a:r>
              <a:rPr lang="en-US" dirty="0"/>
              <a:t> </a:t>
            </a:r>
            <a:r>
              <a:rPr lang="en-US" dirty="0" err="1"/>
              <a:t>tortor</a:t>
            </a:r>
            <a:r>
              <a:rPr lang="en-US" dirty="0"/>
              <a:t>.</a:t>
            </a:r>
          </a:p>
          <a:p>
            <a:pPr marL="1371600" lvl="2" indent="-455613">
              <a:buFont typeface="+mj-lt"/>
              <a:buAutoNum type="arabicPeriod"/>
            </a:pPr>
            <a:r>
              <a:rPr lang="en-US" dirty="0"/>
              <a:t>Equis </a:t>
            </a:r>
            <a:r>
              <a:rPr lang="en-US" dirty="0" err="1"/>
              <a:t>molestie</a:t>
            </a:r>
            <a:r>
              <a:rPr lang="en-US" dirty="0"/>
              <a:t> at, tempus nec libero.</a:t>
            </a:r>
          </a:p>
          <a:p>
            <a:pPr marL="1833563" lvl="3" indent="-461963">
              <a:buFont typeface="+mj-lt"/>
              <a:buAutoNum type="arabicPeriod"/>
            </a:pPr>
            <a:r>
              <a:rPr lang="en-US" dirty="0"/>
              <a:t>Nec libero.</a:t>
            </a:r>
          </a:p>
          <a:p>
            <a:pPr marL="2287588" lvl="4" indent="-454025">
              <a:buFont typeface="+mj-lt"/>
              <a:buAutoNum type="arabicPeriod"/>
            </a:pPr>
            <a:r>
              <a:rPr lang="en-US" dirty="0"/>
              <a:t>Nec libero.</a:t>
            </a:r>
          </a:p>
        </p:txBody>
      </p:sp>
    </p:spTree>
    <p:extLst>
      <p:ext uri="{BB962C8B-B14F-4D97-AF65-F5344CB8AC3E}">
        <p14:creationId xmlns:p14="http://schemas.microsoft.com/office/powerpoint/2010/main" val="313747845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372FB4-E004-14D8-44B6-0D35EDD17A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4143CC21-FAC6-F681-B96A-489729C9C6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.</a:t>
            </a:r>
          </a:p>
        </p:txBody>
      </p:sp>
      <p:sp>
        <p:nvSpPr>
          <p:cNvPr id="2" name="Subtitle 1">
            <a:extLst>
              <a:ext uri="{FF2B5EF4-FFF2-40B4-BE49-F238E27FC236}">
                <a16:creationId xmlns:a16="http://schemas.microsoft.com/office/drawing/2014/main" id="{DEA3C4B1-1FC2-EB98-787C-0821E45A0A4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1"/>
            <a:r>
              <a:rPr lang="en-US" dirty="0" err="1"/>
              <a:t>Suspendisse</a:t>
            </a:r>
            <a:r>
              <a:rPr lang="en-US" dirty="0"/>
              <a:t> </a:t>
            </a:r>
            <a:r>
              <a:rPr lang="en-US" dirty="0" err="1"/>
              <a:t>velit</a:t>
            </a:r>
            <a:r>
              <a:rPr lang="en-US" dirty="0"/>
              <a:t> </a:t>
            </a:r>
            <a:r>
              <a:rPr lang="en-US" dirty="0" err="1"/>
              <a:t>tortor</a:t>
            </a:r>
            <a:r>
              <a:rPr lang="en-US" dirty="0"/>
              <a:t>.</a:t>
            </a:r>
          </a:p>
          <a:p>
            <a:pPr lvl="2"/>
            <a:r>
              <a:rPr lang="en-US" dirty="0"/>
              <a:t>Equis </a:t>
            </a:r>
            <a:r>
              <a:rPr lang="en-US" dirty="0" err="1"/>
              <a:t>molestie</a:t>
            </a:r>
            <a:r>
              <a:rPr lang="en-US" dirty="0"/>
              <a:t> at, tempus nec libero.</a:t>
            </a:r>
          </a:p>
          <a:p>
            <a:pPr lvl="3"/>
            <a:r>
              <a:rPr lang="en-US" dirty="0"/>
              <a:t>Nec libero.</a:t>
            </a:r>
          </a:p>
          <a:p>
            <a:pPr lvl="4"/>
            <a:r>
              <a:rPr lang="en-US" dirty="0"/>
              <a:t>Nec libero.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CB0743-ABD8-F8B0-5F9C-BAE3EC68444C}"/>
              </a:ext>
            </a:extLst>
          </p:cNvPr>
          <p:cNvSpPr>
            <a:spLocks noGrp="1"/>
          </p:cNvSpPr>
          <p:nvPr>
            <p:ph idx="13"/>
          </p:nvPr>
        </p:nvSpPr>
        <p:spPr/>
        <p:txBody>
          <a:bodyPr/>
          <a:lstStyle/>
          <a:p>
            <a:pPr lvl="1"/>
            <a:r>
              <a:rPr lang="en-US" dirty="0" err="1"/>
              <a:t>Suspendisse</a:t>
            </a:r>
            <a:r>
              <a:rPr lang="en-US" dirty="0"/>
              <a:t> </a:t>
            </a:r>
            <a:r>
              <a:rPr lang="en-US" dirty="0" err="1"/>
              <a:t>velit</a:t>
            </a:r>
            <a:r>
              <a:rPr lang="en-US" dirty="0"/>
              <a:t> </a:t>
            </a:r>
            <a:r>
              <a:rPr lang="en-US" dirty="0" err="1"/>
              <a:t>tortor</a:t>
            </a:r>
            <a:r>
              <a:rPr lang="en-US" dirty="0"/>
              <a:t>.</a:t>
            </a:r>
          </a:p>
          <a:p>
            <a:pPr lvl="2"/>
            <a:r>
              <a:rPr lang="en-US" dirty="0"/>
              <a:t>Equis </a:t>
            </a:r>
            <a:r>
              <a:rPr lang="en-US" dirty="0" err="1"/>
              <a:t>molestie</a:t>
            </a:r>
            <a:r>
              <a:rPr lang="en-US" dirty="0"/>
              <a:t> at, tempus nec libero.</a:t>
            </a:r>
          </a:p>
          <a:p>
            <a:pPr lvl="3"/>
            <a:r>
              <a:rPr lang="en-US" dirty="0"/>
              <a:t>Nec libero.</a:t>
            </a:r>
          </a:p>
          <a:p>
            <a:pPr lvl="4"/>
            <a:r>
              <a:rPr lang="en-US" dirty="0"/>
              <a:t>Nec libero.</a:t>
            </a:r>
          </a:p>
        </p:txBody>
      </p:sp>
    </p:spTree>
    <p:extLst>
      <p:ext uri="{BB962C8B-B14F-4D97-AF65-F5344CB8AC3E}">
        <p14:creationId xmlns:p14="http://schemas.microsoft.com/office/powerpoint/2010/main" val="201997816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994DD9-401A-AFC5-1761-E34C7A3C64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5913708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5E63CC-AF35-36AE-3919-98F611736C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0364087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44680E-7C8E-B502-47D6-14C364BA4D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A93AB3F5-9BEC-A38B-757E-2775D0EF7B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.</a:t>
            </a:r>
          </a:p>
        </p:txBody>
      </p:sp>
      <p:sp>
        <p:nvSpPr>
          <p:cNvPr id="2" name="Subtitle 1">
            <a:extLst>
              <a:ext uri="{FF2B5EF4-FFF2-40B4-BE49-F238E27FC236}">
                <a16:creationId xmlns:a16="http://schemas.microsoft.com/office/drawing/2014/main" id="{5A2DEC34-0E8B-F63B-9E83-85AB2E220E3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, </a:t>
            </a:r>
            <a:r>
              <a:rPr lang="en-US" dirty="0" err="1"/>
              <a:t>consectetur</a:t>
            </a:r>
            <a:r>
              <a:rPr lang="en-US" dirty="0"/>
              <a:t> </a:t>
            </a:r>
            <a:r>
              <a:rPr lang="en-US" dirty="0" err="1"/>
              <a:t>adipiscing</a:t>
            </a:r>
            <a:r>
              <a:rPr lang="en-US" dirty="0"/>
              <a:t> </a:t>
            </a:r>
            <a:r>
              <a:rPr lang="en-US" dirty="0" err="1"/>
              <a:t>elit</a:t>
            </a:r>
            <a:r>
              <a:rPr lang="en-US" dirty="0"/>
              <a:t>. </a:t>
            </a:r>
            <a:r>
              <a:rPr lang="en-US" dirty="0" err="1"/>
              <a:t>Aliquam</a:t>
            </a:r>
            <a:r>
              <a:rPr lang="en-US" dirty="0"/>
              <a:t> </a:t>
            </a:r>
            <a:r>
              <a:rPr lang="en-US" dirty="0" err="1"/>
              <a:t>commodo</a:t>
            </a:r>
            <a:r>
              <a:rPr lang="en-US" dirty="0"/>
              <a:t> </a:t>
            </a:r>
            <a:r>
              <a:rPr lang="en-US" dirty="0" err="1"/>
              <a:t>lobortis</a:t>
            </a:r>
            <a:r>
              <a:rPr lang="en-US" dirty="0"/>
              <a:t> </a:t>
            </a:r>
            <a:r>
              <a:rPr lang="en-US" dirty="0" err="1"/>
              <a:t>porttitor</a:t>
            </a:r>
            <a:r>
              <a:rPr lang="en-US" dirty="0"/>
              <a:t>. Mauris </a:t>
            </a:r>
            <a:r>
              <a:rPr lang="en-US" dirty="0" err="1"/>
              <a:t>tortor</a:t>
            </a:r>
            <a:r>
              <a:rPr lang="en-US" dirty="0"/>
              <a:t> </a:t>
            </a:r>
            <a:r>
              <a:rPr lang="en-US" dirty="0" err="1"/>
              <a:t>tortor</a:t>
            </a:r>
            <a:r>
              <a:rPr lang="en-US" dirty="0"/>
              <a:t>, </a:t>
            </a:r>
            <a:r>
              <a:rPr lang="en-US" dirty="0" err="1"/>
              <a:t>sodales</a:t>
            </a:r>
            <a:r>
              <a:rPr lang="en-US" dirty="0"/>
              <a:t> id porta at, </a:t>
            </a:r>
            <a:r>
              <a:rPr lang="en-US" dirty="0" err="1"/>
              <a:t>molestie</a:t>
            </a:r>
            <a:r>
              <a:rPr lang="en-US" dirty="0"/>
              <a:t> </a:t>
            </a:r>
            <a:r>
              <a:rPr lang="en-US" dirty="0" err="1"/>
              <a:t>commodo</a:t>
            </a:r>
            <a:r>
              <a:rPr lang="en-US" dirty="0"/>
              <a:t> </a:t>
            </a:r>
            <a:r>
              <a:rPr lang="en-US" dirty="0" err="1"/>
              <a:t>purus</a:t>
            </a:r>
            <a:r>
              <a:rPr lang="en-US" dirty="0"/>
              <a:t>. Maecenas in dui </a:t>
            </a:r>
            <a:r>
              <a:rPr lang="en-US" dirty="0" err="1"/>
              <a:t>quam</a:t>
            </a:r>
            <a:r>
              <a:rPr lang="en-US" dirty="0"/>
              <a:t>. Cras </a:t>
            </a:r>
            <a:r>
              <a:rPr lang="en-US" dirty="0" err="1"/>
              <a:t>quis</a:t>
            </a:r>
            <a:r>
              <a:rPr lang="en-US" dirty="0"/>
              <a:t> </a:t>
            </a:r>
            <a:r>
              <a:rPr lang="en-US" dirty="0" err="1"/>
              <a:t>aliquet</a:t>
            </a:r>
            <a:r>
              <a:rPr lang="en-US" dirty="0"/>
              <a:t> ligula. </a:t>
            </a:r>
            <a:r>
              <a:rPr lang="en-US" dirty="0" err="1"/>
              <a:t>Vivamus</a:t>
            </a:r>
            <a:r>
              <a:rPr lang="en-US" dirty="0"/>
              <a:t> </a:t>
            </a:r>
            <a:r>
              <a:rPr lang="en-US" dirty="0" err="1"/>
              <a:t>quam</a:t>
            </a:r>
            <a:r>
              <a:rPr lang="en-US" dirty="0"/>
              <a:t> </a:t>
            </a:r>
            <a:r>
              <a:rPr lang="en-US" dirty="0" err="1"/>
              <a:t>lectus</a:t>
            </a:r>
            <a:r>
              <a:rPr lang="en-US" dirty="0"/>
              <a:t>, </a:t>
            </a:r>
            <a:r>
              <a:rPr lang="en-US" dirty="0" err="1"/>
              <a:t>accumsan</a:t>
            </a:r>
            <a:r>
              <a:rPr lang="en-US" dirty="0"/>
              <a:t> at </a:t>
            </a:r>
            <a:r>
              <a:rPr lang="en-US" dirty="0" err="1"/>
              <a:t>eleifend</a:t>
            </a:r>
            <a:r>
              <a:rPr lang="en-US" dirty="0"/>
              <a:t> </a:t>
            </a:r>
            <a:r>
              <a:rPr lang="en-US" dirty="0" err="1"/>
              <a:t>ut</a:t>
            </a:r>
            <a:r>
              <a:rPr lang="en-US" dirty="0"/>
              <a:t>, </a:t>
            </a:r>
            <a:r>
              <a:rPr lang="en-US" dirty="0" err="1"/>
              <a:t>luctus</a:t>
            </a:r>
            <a:r>
              <a:rPr lang="en-US" dirty="0"/>
              <a:t> at </a:t>
            </a:r>
            <a:r>
              <a:rPr lang="en-US" dirty="0" err="1"/>
              <a:t>mauris</a:t>
            </a:r>
            <a:r>
              <a:rPr lang="en-US" dirty="0"/>
              <a:t>. Proin non diam </a:t>
            </a:r>
            <a:r>
              <a:rPr lang="en-US" dirty="0" err="1"/>
              <a:t>fringilla</a:t>
            </a:r>
            <a:r>
              <a:rPr lang="en-US" dirty="0"/>
              <a:t>, </a:t>
            </a:r>
            <a:r>
              <a:rPr lang="en-US" dirty="0" err="1"/>
              <a:t>egestas</a:t>
            </a:r>
            <a:r>
              <a:rPr lang="en-US" dirty="0"/>
              <a:t> </a:t>
            </a:r>
            <a:r>
              <a:rPr lang="en-US" dirty="0" err="1"/>
              <a:t>arcu</a:t>
            </a:r>
            <a:r>
              <a:rPr lang="en-US" dirty="0"/>
              <a:t> id, </a:t>
            </a:r>
            <a:r>
              <a:rPr lang="en-US" dirty="0" err="1"/>
              <a:t>posuere</a:t>
            </a:r>
            <a:r>
              <a:rPr lang="en-US" dirty="0"/>
              <a:t> </a:t>
            </a:r>
            <a:r>
              <a:rPr lang="en-US" dirty="0" err="1"/>
              <a:t>sapien</a:t>
            </a:r>
            <a:r>
              <a:rPr lang="en-US" dirty="0"/>
              <a:t>. Ut </a:t>
            </a:r>
            <a:r>
              <a:rPr lang="en-US" dirty="0" err="1"/>
              <a:t>placerat</a:t>
            </a:r>
            <a:r>
              <a:rPr lang="en-US" dirty="0"/>
              <a:t>, </a:t>
            </a:r>
            <a:r>
              <a:rPr lang="en-US" dirty="0" err="1"/>
              <a:t>mauris</a:t>
            </a:r>
            <a:r>
              <a:rPr lang="en-US" dirty="0"/>
              <a:t> ac cursus </a:t>
            </a:r>
            <a:r>
              <a:rPr lang="en-US" dirty="0" err="1"/>
              <a:t>feugiat</a:t>
            </a:r>
            <a:r>
              <a:rPr lang="en-US" dirty="0"/>
              <a:t>, </a:t>
            </a:r>
            <a:r>
              <a:rPr lang="en-US" dirty="0" err="1"/>
              <a:t>neque</a:t>
            </a:r>
            <a:r>
              <a:rPr lang="en-US" dirty="0"/>
              <a:t> </a:t>
            </a:r>
            <a:r>
              <a:rPr lang="en-US" dirty="0" err="1"/>
              <a:t>metus</a:t>
            </a:r>
            <a:r>
              <a:rPr lang="en-US" dirty="0"/>
              <a:t> </a:t>
            </a:r>
            <a:r>
              <a:rPr lang="en-US" dirty="0" err="1"/>
              <a:t>dignissim</a:t>
            </a:r>
            <a:r>
              <a:rPr lang="en-US" dirty="0"/>
              <a:t> </a:t>
            </a:r>
            <a:r>
              <a:rPr lang="en-US" dirty="0" err="1"/>
              <a:t>sem</a:t>
            </a:r>
            <a:r>
              <a:rPr lang="en-US" dirty="0"/>
              <a:t>, sit </a:t>
            </a:r>
            <a:r>
              <a:rPr lang="en-US" dirty="0" err="1"/>
              <a:t>amet</a:t>
            </a:r>
            <a:r>
              <a:rPr lang="en-US" dirty="0"/>
              <a:t> </a:t>
            </a:r>
            <a:r>
              <a:rPr lang="en-US" dirty="0" err="1"/>
              <a:t>sollicitudin</a:t>
            </a:r>
            <a:r>
              <a:rPr lang="en-US" dirty="0"/>
              <a:t> </a:t>
            </a:r>
            <a:r>
              <a:rPr lang="en-US" dirty="0" err="1"/>
              <a:t>metus</a:t>
            </a:r>
            <a:r>
              <a:rPr lang="en-US" dirty="0"/>
              <a:t> lorem </a:t>
            </a:r>
            <a:r>
              <a:rPr lang="en-US" dirty="0" err="1"/>
              <a:t>ut</a:t>
            </a:r>
            <a:r>
              <a:rPr lang="en-US" dirty="0"/>
              <a:t> </a:t>
            </a:r>
            <a:r>
              <a:rPr lang="en-US" dirty="0" err="1"/>
              <a:t>felis</a:t>
            </a:r>
            <a:r>
              <a:rPr lang="en-US" dirty="0"/>
              <a:t>. </a:t>
            </a:r>
            <a:r>
              <a:rPr lang="en-US" dirty="0" err="1"/>
              <a:t>Praesent</a:t>
            </a:r>
            <a:r>
              <a:rPr lang="en-US" dirty="0"/>
              <a:t> et dui at </a:t>
            </a:r>
            <a:r>
              <a:rPr lang="en-US" dirty="0" err="1"/>
              <a:t>mauris</a:t>
            </a:r>
            <a:r>
              <a:rPr lang="en-US" dirty="0"/>
              <a:t> </a:t>
            </a:r>
            <a:r>
              <a:rPr lang="en-US" dirty="0" err="1"/>
              <a:t>condimentum</a:t>
            </a:r>
            <a:r>
              <a:rPr lang="en-US" dirty="0"/>
              <a:t> </a:t>
            </a:r>
            <a:r>
              <a:rPr lang="en-US" dirty="0" err="1"/>
              <a:t>posuere</a:t>
            </a:r>
            <a:r>
              <a:rPr lang="en-US" dirty="0"/>
              <a:t>. Mauris </a:t>
            </a:r>
            <a:r>
              <a:rPr lang="en-US" dirty="0" err="1"/>
              <a:t>consequat</a:t>
            </a:r>
            <a:r>
              <a:rPr lang="en-US" dirty="0"/>
              <a:t>, </a:t>
            </a:r>
            <a:r>
              <a:rPr lang="en-US" dirty="0" err="1"/>
              <a:t>nibh</a:t>
            </a:r>
            <a:r>
              <a:rPr lang="en-US" dirty="0"/>
              <a:t> </a:t>
            </a:r>
            <a:r>
              <a:rPr lang="en-US" dirty="0" err="1"/>
              <a:t>hendrerit</a:t>
            </a:r>
            <a:r>
              <a:rPr lang="en-US" dirty="0"/>
              <a:t> tempus </a:t>
            </a:r>
            <a:r>
              <a:rPr lang="en-US" dirty="0" err="1"/>
              <a:t>bibendum</a:t>
            </a:r>
            <a:r>
              <a:rPr lang="en-US" dirty="0"/>
              <a:t>, libero </a:t>
            </a:r>
            <a:r>
              <a:rPr lang="en-US" dirty="0" err="1"/>
              <a:t>nisl</a:t>
            </a:r>
            <a:r>
              <a:rPr lang="en-US" dirty="0"/>
              <a:t> </a:t>
            </a:r>
            <a:r>
              <a:rPr lang="en-US" dirty="0" err="1"/>
              <a:t>mollis</a:t>
            </a:r>
            <a:r>
              <a:rPr lang="en-US" dirty="0"/>
              <a:t> est, sed </a:t>
            </a:r>
            <a:r>
              <a:rPr lang="en-US" dirty="0" err="1"/>
              <a:t>aliquet</a:t>
            </a:r>
            <a:r>
              <a:rPr lang="en-US" dirty="0"/>
              <a:t> </a:t>
            </a:r>
            <a:r>
              <a:rPr lang="en-US" dirty="0" err="1"/>
              <a:t>tellus</a:t>
            </a:r>
            <a:r>
              <a:rPr lang="en-US" dirty="0"/>
              <a:t> </a:t>
            </a:r>
            <a:r>
              <a:rPr lang="en-US" dirty="0" err="1"/>
              <a:t>neque</a:t>
            </a:r>
            <a:r>
              <a:rPr lang="en-US" dirty="0"/>
              <a:t> vitae </a:t>
            </a:r>
            <a:r>
              <a:rPr lang="en-US" dirty="0" err="1"/>
              <a:t>orci</a:t>
            </a:r>
            <a:r>
              <a:rPr lang="en-US" dirty="0"/>
              <a:t>. </a:t>
            </a:r>
            <a:r>
              <a:rPr lang="en-US" dirty="0" err="1"/>
              <a:t>Nullam</a:t>
            </a:r>
            <a:r>
              <a:rPr lang="en-US" dirty="0"/>
              <a:t> sed dictum </a:t>
            </a:r>
            <a:r>
              <a:rPr lang="en-US" dirty="0" err="1"/>
              <a:t>lacus</a:t>
            </a:r>
            <a:r>
              <a:rPr lang="en-US" dirty="0"/>
              <a:t>. </a:t>
            </a:r>
            <a:r>
              <a:rPr lang="en-US" dirty="0" err="1"/>
              <a:t>Aliquam</a:t>
            </a:r>
            <a:r>
              <a:rPr lang="en-US" dirty="0"/>
              <a:t> </a:t>
            </a:r>
            <a:r>
              <a:rPr lang="en-US" dirty="0" err="1"/>
              <a:t>erat</a:t>
            </a:r>
            <a:r>
              <a:rPr lang="en-US" dirty="0"/>
              <a:t> </a:t>
            </a:r>
            <a:r>
              <a:rPr lang="en-US" dirty="0" err="1"/>
              <a:t>volutpat</a:t>
            </a:r>
            <a:r>
              <a:rPr lang="en-US" dirty="0"/>
              <a:t>.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945C792-D04E-939E-DA92-33E05EE9FB28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r>
              <a:rPr lang="en-US" dirty="0" err="1"/>
              <a:t>Suspendisse</a:t>
            </a:r>
            <a:r>
              <a:rPr lang="en-US" dirty="0"/>
              <a:t> </a:t>
            </a:r>
            <a:r>
              <a:rPr lang="en-US" dirty="0" err="1"/>
              <a:t>velit</a:t>
            </a:r>
            <a:r>
              <a:rPr lang="en-US" dirty="0"/>
              <a:t> </a:t>
            </a:r>
            <a:r>
              <a:rPr lang="en-US" dirty="0" err="1"/>
              <a:t>tortor</a:t>
            </a:r>
            <a:r>
              <a:rPr lang="en-US" dirty="0"/>
              <a:t>, </a:t>
            </a:r>
            <a:r>
              <a:rPr lang="en-US" dirty="0" err="1"/>
              <a:t>euismod</a:t>
            </a:r>
            <a:r>
              <a:rPr lang="en-US" dirty="0"/>
              <a:t> </a:t>
            </a:r>
            <a:r>
              <a:rPr lang="en-US" dirty="0" err="1"/>
              <a:t>quis</a:t>
            </a:r>
            <a:r>
              <a:rPr lang="en-US" dirty="0"/>
              <a:t> </a:t>
            </a:r>
            <a:r>
              <a:rPr lang="en-US" dirty="0" err="1"/>
              <a:t>molestie</a:t>
            </a:r>
            <a:r>
              <a:rPr lang="en-US" dirty="0"/>
              <a:t> at, tempus nec libero. 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5905325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105D59-F30D-571B-4179-472102FFBC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572F2CA8-24D6-8003-7674-43979DBB1CB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49760326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59D5F1-08B6-F314-D584-C976BC09B8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92BF52F1-3FEF-8787-73E6-62B1AD308DA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.</a:t>
            </a:r>
          </a:p>
        </p:txBody>
      </p:sp>
      <p:sp>
        <p:nvSpPr>
          <p:cNvPr id="2" name="Subtitle 1">
            <a:extLst>
              <a:ext uri="{FF2B5EF4-FFF2-40B4-BE49-F238E27FC236}">
                <a16:creationId xmlns:a16="http://schemas.microsoft.com/office/drawing/2014/main" id="{24A6604E-4731-1E2C-2CCE-E148C0AFF38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 err="1"/>
              <a:t>Suspendisse</a:t>
            </a:r>
            <a:r>
              <a:rPr lang="en-US" dirty="0"/>
              <a:t> </a:t>
            </a:r>
            <a:r>
              <a:rPr lang="en-US" dirty="0" err="1"/>
              <a:t>velit</a:t>
            </a:r>
            <a:r>
              <a:rPr lang="en-US" dirty="0"/>
              <a:t> </a:t>
            </a:r>
            <a:r>
              <a:rPr lang="en-US" dirty="0" err="1"/>
              <a:t>tortor</a:t>
            </a:r>
            <a:r>
              <a:rPr lang="en-US" dirty="0"/>
              <a:t>, </a:t>
            </a:r>
            <a:r>
              <a:rPr lang="en-US" dirty="0" err="1"/>
              <a:t>euismod</a:t>
            </a:r>
            <a:r>
              <a:rPr lang="en-US" dirty="0"/>
              <a:t> </a:t>
            </a:r>
            <a:r>
              <a:rPr lang="en-US" dirty="0" err="1"/>
              <a:t>quis</a:t>
            </a:r>
            <a:r>
              <a:rPr lang="en-US" dirty="0"/>
              <a:t> </a:t>
            </a:r>
            <a:r>
              <a:rPr lang="en-US" dirty="0" err="1"/>
              <a:t>molestie</a:t>
            </a:r>
            <a:r>
              <a:rPr lang="en-US" dirty="0"/>
              <a:t> at, tempus nec libero. </a:t>
            </a:r>
          </a:p>
        </p:txBody>
      </p:sp>
    </p:spTree>
    <p:extLst>
      <p:ext uri="{BB962C8B-B14F-4D97-AF65-F5344CB8AC3E}">
        <p14:creationId xmlns:p14="http://schemas.microsoft.com/office/powerpoint/2010/main" val="193121224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39406E-E823-6F73-7972-C09A30984B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6BDB6DDC-628C-6ABA-CE9A-42BD3BCEDBD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.</a:t>
            </a:r>
          </a:p>
        </p:txBody>
      </p:sp>
      <p:sp>
        <p:nvSpPr>
          <p:cNvPr id="2" name="Subtitle 1">
            <a:extLst>
              <a:ext uri="{FF2B5EF4-FFF2-40B4-BE49-F238E27FC236}">
                <a16:creationId xmlns:a16="http://schemas.microsoft.com/office/drawing/2014/main" id="{E9F3DCCD-0841-05CE-62D1-259715D6A18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 err="1"/>
              <a:t>Suspendisse</a:t>
            </a:r>
            <a:r>
              <a:rPr lang="en-US" dirty="0"/>
              <a:t> </a:t>
            </a:r>
            <a:r>
              <a:rPr lang="en-US" dirty="0" err="1"/>
              <a:t>velit</a:t>
            </a:r>
            <a:r>
              <a:rPr lang="en-US" dirty="0"/>
              <a:t> </a:t>
            </a:r>
            <a:r>
              <a:rPr lang="en-US" dirty="0" err="1"/>
              <a:t>tortor</a:t>
            </a:r>
            <a:r>
              <a:rPr lang="en-US" dirty="0"/>
              <a:t>, </a:t>
            </a:r>
            <a:r>
              <a:rPr lang="en-US" dirty="0" err="1"/>
              <a:t>euismod</a:t>
            </a:r>
            <a:r>
              <a:rPr lang="en-US" dirty="0"/>
              <a:t> </a:t>
            </a:r>
            <a:r>
              <a:rPr lang="en-US" dirty="0" err="1"/>
              <a:t>quis</a:t>
            </a:r>
            <a:r>
              <a:rPr lang="en-US" dirty="0"/>
              <a:t> </a:t>
            </a:r>
            <a:r>
              <a:rPr lang="en-US" dirty="0" err="1"/>
              <a:t>molestie</a:t>
            </a:r>
            <a:r>
              <a:rPr lang="en-US" dirty="0"/>
              <a:t> at, tempus nec libero. </a:t>
            </a:r>
          </a:p>
        </p:txBody>
      </p:sp>
    </p:spTree>
    <p:extLst>
      <p:ext uri="{BB962C8B-B14F-4D97-AF65-F5344CB8AC3E}">
        <p14:creationId xmlns:p14="http://schemas.microsoft.com/office/powerpoint/2010/main" val="296266368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05A096-4189-888A-3B29-2F8FE8CEB4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331A240D-1DC0-454A-2E85-4F835D6D32D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.</a:t>
            </a:r>
          </a:p>
        </p:txBody>
      </p:sp>
      <p:sp>
        <p:nvSpPr>
          <p:cNvPr id="2" name="Subtitle 1">
            <a:extLst>
              <a:ext uri="{FF2B5EF4-FFF2-40B4-BE49-F238E27FC236}">
                <a16:creationId xmlns:a16="http://schemas.microsoft.com/office/drawing/2014/main" id="{1B31053D-58DD-083D-D4BE-6DCEDA07FE6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 err="1"/>
              <a:t>Suspendisse</a:t>
            </a:r>
            <a:r>
              <a:rPr lang="en-US" dirty="0"/>
              <a:t> </a:t>
            </a:r>
            <a:r>
              <a:rPr lang="en-US" dirty="0" err="1"/>
              <a:t>velit</a:t>
            </a:r>
            <a:r>
              <a:rPr lang="en-US" dirty="0"/>
              <a:t> </a:t>
            </a:r>
            <a:r>
              <a:rPr lang="en-US" dirty="0" err="1"/>
              <a:t>tortor</a:t>
            </a:r>
            <a:r>
              <a:rPr lang="en-US" dirty="0"/>
              <a:t>, </a:t>
            </a:r>
            <a:r>
              <a:rPr lang="en-US" dirty="0" err="1"/>
              <a:t>euismod</a:t>
            </a:r>
            <a:r>
              <a:rPr lang="en-US" dirty="0"/>
              <a:t> </a:t>
            </a:r>
            <a:r>
              <a:rPr lang="en-US" dirty="0" err="1"/>
              <a:t>quis</a:t>
            </a:r>
            <a:r>
              <a:rPr lang="en-US" dirty="0"/>
              <a:t> </a:t>
            </a:r>
            <a:r>
              <a:rPr lang="en-US" dirty="0" err="1"/>
              <a:t>molestie</a:t>
            </a:r>
            <a:r>
              <a:rPr lang="en-US" dirty="0"/>
              <a:t> at, tempus nec libero. </a:t>
            </a:r>
          </a:p>
        </p:txBody>
      </p:sp>
    </p:spTree>
    <p:extLst>
      <p:ext uri="{BB962C8B-B14F-4D97-AF65-F5344CB8AC3E}">
        <p14:creationId xmlns:p14="http://schemas.microsoft.com/office/powerpoint/2010/main" val="322899210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3568B3-5900-D37A-D50F-48710496B3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0C9F0CBB-AC14-954A-B3C3-361EF54F93C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Lorem ipsum dolor sit </a:t>
            </a:r>
            <a:r>
              <a:rPr lang="en-US" dirty="0" err="1"/>
              <a:t>amet</a:t>
            </a:r>
            <a:r>
              <a:rPr lang="en-US" dirty="0"/>
              <a:t>.</a:t>
            </a:r>
          </a:p>
        </p:txBody>
      </p:sp>
      <p:sp>
        <p:nvSpPr>
          <p:cNvPr id="2" name="Subtitle 1">
            <a:extLst>
              <a:ext uri="{FF2B5EF4-FFF2-40B4-BE49-F238E27FC236}">
                <a16:creationId xmlns:a16="http://schemas.microsoft.com/office/drawing/2014/main" id="{17813B16-0739-CA2C-E4F5-751A8AC449B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 err="1"/>
              <a:t>Suspendisse</a:t>
            </a:r>
            <a:r>
              <a:rPr lang="en-US" dirty="0"/>
              <a:t> </a:t>
            </a:r>
            <a:r>
              <a:rPr lang="en-US" dirty="0" err="1"/>
              <a:t>velit</a:t>
            </a:r>
            <a:r>
              <a:rPr lang="en-US" dirty="0"/>
              <a:t> </a:t>
            </a:r>
            <a:r>
              <a:rPr lang="en-US" dirty="0" err="1"/>
              <a:t>tortor</a:t>
            </a:r>
            <a:r>
              <a:rPr lang="en-US" dirty="0"/>
              <a:t>, </a:t>
            </a:r>
            <a:r>
              <a:rPr lang="en-US" dirty="0" err="1"/>
              <a:t>euismod</a:t>
            </a:r>
            <a:r>
              <a:rPr lang="en-US" dirty="0"/>
              <a:t> </a:t>
            </a:r>
            <a:r>
              <a:rPr lang="en-US" dirty="0" err="1"/>
              <a:t>quis</a:t>
            </a:r>
            <a:r>
              <a:rPr lang="en-US" dirty="0"/>
              <a:t> </a:t>
            </a:r>
            <a:r>
              <a:rPr lang="en-US" dirty="0" err="1"/>
              <a:t>molestie</a:t>
            </a:r>
            <a:r>
              <a:rPr lang="en-US" dirty="0"/>
              <a:t> at, tempus nec libero. </a:t>
            </a:r>
          </a:p>
        </p:txBody>
      </p:sp>
    </p:spTree>
    <p:extLst>
      <p:ext uri="{BB962C8B-B14F-4D97-AF65-F5344CB8AC3E}">
        <p14:creationId xmlns:p14="http://schemas.microsoft.com/office/powerpoint/2010/main" val="1976565049"/>
      </p:ext>
    </p:extLst>
  </p:cSld>
  <p:clrMapOvr>
    <a:masterClrMapping/>
  </p:clrMapOvr>
</p:sld>
</file>

<file path=ppt/theme/theme1.xml><?xml version="1.0" encoding="utf-8"?>
<a:theme xmlns:a="http://schemas.openxmlformats.org/drawingml/2006/main" name="MMA Core Gold">
  <a:themeElements>
    <a:clrScheme name="MMA Core">
      <a:dk1>
        <a:srgbClr val="000000"/>
      </a:dk1>
      <a:lt1>
        <a:srgbClr val="000000"/>
      </a:lt1>
      <a:dk2>
        <a:srgbClr val="FEFFFF"/>
      </a:dk2>
      <a:lt2>
        <a:srgbClr val="FFA300"/>
      </a:lt2>
      <a:accent1>
        <a:srgbClr val="FFBB4D"/>
      </a:accent1>
      <a:accent2>
        <a:srgbClr val="0047BB"/>
      </a:accent2>
      <a:accent3>
        <a:srgbClr val="E25700"/>
      </a:accent3>
      <a:accent4>
        <a:srgbClr val="B5C900"/>
      </a:accent4>
      <a:accent5>
        <a:srgbClr val="00AB83"/>
      </a:accent5>
      <a:accent6>
        <a:srgbClr val="BBBCBC"/>
      </a:accent6>
      <a:hlink>
        <a:srgbClr val="0047BB"/>
      </a:hlink>
      <a:folHlink>
        <a:srgbClr val="0047BB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/>
      <a:bodyPr rtlCol="0" anchor="ctr"/>
      <a:lstStyle>
        <a:defPPr algn="ctr">
          <a:defRPr sz="2400" dirty="0" smtClean="0">
            <a:solidFill>
              <a:srgbClr val="FFFFFF"/>
            </a:solidFill>
          </a:defRPr>
        </a:defPPr>
      </a:lstStyle>
      <a:style>
        <a:lnRef idx="2">
          <a:schemeClr val="accent3">
            <a:shade val="15000"/>
          </a:schemeClr>
        </a:lnRef>
        <a:fillRef idx="1">
          <a:schemeClr val="accent3"/>
        </a:fillRef>
        <a:effectRef idx="0">
          <a:schemeClr val="accent3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rtlCol="0">
        <a:spAutoFit/>
      </a:bodyPr>
      <a:lstStyle>
        <a:defPPr algn="l">
          <a:spcAft>
            <a:spcPts val="600"/>
          </a:spcAft>
          <a:defRPr sz="3200" b="0" i="0" dirty="0">
            <a:latin typeface="Söhne Halbfett" panose="020B0303030202060203" pitchFamily="34" charset="77"/>
            <a:cs typeface="Söhne Halbfett" panose="020B0303030202060203" pitchFamily="34" charset="77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MMA Master PPT Template v2.1 GS" id="{70AB460A-6B0F-5E42-A6B6-5C32233FC573}" vid="{53DDFF00-72A2-7B4F-A198-59AA3D0260E7}"/>
    </a:ext>
  </a:extLst>
</a:theme>
</file>

<file path=ppt/theme/theme2.xml><?xml version="1.0" encoding="utf-8"?>
<a:theme xmlns:a="http://schemas.openxmlformats.org/drawingml/2006/main" name="MMA MATT">
  <a:themeElements>
    <a:clrScheme name="MMA Core">
      <a:dk1>
        <a:srgbClr val="000000"/>
      </a:dk1>
      <a:lt1>
        <a:srgbClr val="000000"/>
      </a:lt1>
      <a:dk2>
        <a:srgbClr val="FEFFFF"/>
      </a:dk2>
      <a:lt2>
        <a:srgbClr val="FFA300"/>
      </a:lt2>
      <a:accent1>
        <a:srgbClr val="FFBB4D"/>
      </a:accent1>
      <a:accent2>
        <a:srgbClr val="0047BB"/>
      </a:accent2>
      <a:accent3>
        <a:srgbClr val="E25700"/>
      </a:accent3>
      <a:accent4>
        <a:srgbClr val="B5C900"/>
      </a:accent4>
      <a:accent5>
        <a:srgbClr val="00AB83"/>
      </a:accent5>
      <a:accent6>
        <a:srgbClr val="BBBCBC"/>
      </a:accent6>
      <a:hlink>
        <a:srgbClr val="0047BB"/>
      </a:hlink>
      <a:folHlink>
        <a:srgbClr val="0047BB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MMA Master PPT Template v2.1 GS" id="{70AB460A-6B0F-5E42-A6B6-5C32233FC573}" vid="{A6CE37E6-ED70-9D42-80CB-CF49BD30000D}"/>
    </a:ext>
  </a:extLst>
</a:theme>
</file>

<file path=ppt/theme/theme3.xml><?xml version="1.0" encoding="utf-8"?>
<a:theme xmlns:a="http://schemas.openxmlformats.org/drawingml/2006/main" name="MMA MOSTT">
  <a:themeElements>
    <a:clrScheme name="MMA Core">
      <a:dk1>
        <a:srgbClr val="000000"/>
      </a:dk1>
      <a:lt1>
        <a:srgbClr val="000000"/>
      </a:lt1>
      <a:dk2>
        <a:srgbClr val="FEFFFF"/>
      </a:dk2>
      <a:lt2>
        <a:srgbClr val="FFA300"/>
      </a:lt2>
      <a:accent1>
        <a:srgbClr val="FFBB4D"/>
      </a:accent1>
      <a:accent2>
        <a:srgbClr val="0047BB"/>
      </a:accent2>
      <a:accent3>
        <a:srgbClr val="E25700"/>
      </a:accent3>
      <a:accent4>
        <a:srgbClr val="B5C900"/>
      </a:accent4>
      <a:accent5>
        <a:srgbClr val="00AB83"/>
      </a:accent5>
      <a:accent6>
        <a:srgbClr val="BBBCBC"/>
      </a:accent6>
      <a:hlink>
        <a:srgbClr val="0047BB"/>
      </a:hlink>
      <a:folHlink>
        <a:srgbClr val="0047BB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MMA Master PPT Template v2.1 GS" id="{70AB460A-6B0F-5E42-A6B6-5C32233FC573}" vid="{C445C408-6C44-AF42-9078-994B531FBA67}"/>
    </a:ext>
  </a:extLst>
</a:theme>
</file>

<file path=ppt/theme/theme4.xml><?xml version="1.0" encoding="utf-8"?>
<a:theme xmlns:a="http://schemas.openxmlformats.org/drawingml/2006/main" name="MMA DATT">
  <a:themeElements>
    <a:clrScheme name="MMA Core">
      <a:dk1>
        <a:srgbClr val="000000"/>
      </a:dk1>
      <a:lt1>
        <a:srgbClr val="000000"/>
      </a:lt1>
      <a:dk2>
        <a:srgbClr val="FEFFFF"/>
      </a:dk2>
      <a:lt2>
        <a:srgbClr val="FFA300"/>
      </a:lt2>
      <a:accent1>
        <a:srgbClr val="FFBB4D"/>
      </a:accent1>
      <a:accent2>
        <a:srgbClr val="0047BB"/>
      </a:accent2>
      <a:accent3>
        <a:srgbClr val="E25700"/>
      </a:accent3>
      <a:accent4>
        <a:srgbClr val="B5C900"/>
      </a:accent4>
      <a:accent5>
        <a:srgbClr val="00AB83"/>
      </a:accent5>
      <a:accent6>
        <a:srgbClr val="BBBCBC"/>
      </a:accent6>
      <a:hlink>
        <a:srgbClr val="0047BB"/>
      </a:hlink>
      <a:folHlink>
        <a:srgbClr val="0047BB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MMA Master PPT Template v2.1 GS" id="{70AB460A-6B0F-5E42-A6B6-5C32233FC573}" vid="{27B7FADB-7C0D-6C4D-A9D4-5F4CFFB0B9C9}"/>
    </a:ext>
  </a:extLst>
</a:theme>
</file>

<file path=ppt/theme/theme5.xml><?xml version="1.0" encoding="utf-8"?>
<a:theme xmlns:a="http://schemas.openxmlformats.org/drawingml/2006/main" name="MMA ALTT">
  <a:themeElements>
    <a:clrScheme name="MMA Core">
      <a:dk1>
        <a:srgbClr val="000000"/>
      </a:dk1>
      <a:lt1>
        <a:srgbClr val="000000"/>
      </a:lt1>
      <a:dk2>
        <a:srgbClr val="FEFFFF"/>
      </a:dk2>
      <a:lt2>
        <a:srgbClr val="FFA300"/>
      </a:lt2>
      <a:accent1>
        <a:srgbClr val="FFBB4D"/>
      </a:accent1>
      <a:accent2>
        <a:srgbClr val="0047BB"/>
      </a:accent2>
      <a:accent3>
        <a:srgbClr val="E25700"/>
      </a:accent3>
      <a:accent4>
        <a:srgbClr val="B5C900"/>
      </a:accent4>
      <a:accent5>
        <a:srgbClr val="00AB83"/>
      </a:accent5>
      <a:accent6>
        <a:srgbClr val="BBBCBC"/>
      </a:accent6>
      <a:hlink>
        <a:srgbClr val="0047BB"/>
      </a:hlink>
      <a:folHlink>
        <a:srgbClr val="0047BB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MMA Master PPT Template v2.1 GS" id="{70AB460A-6B0F-5E42-A6B6-5C32233FC573}" vid="{3415F200-7833-C54A-9AA2-E7AADB6C2D5A}"/>
    </a:ext>
  </a:extLst>
</a:theme>
</file>

<file path=ppt/theme/theme6.xml><?xml version="1.0" encoding="utf-8"?>
<a:theme xmlns:a="http://schemas.openxmlformats.org/drawingml/2006/main" name="MMA Charts and Tables Clean">
  <a:themeElements>
    <a:clrScheme name="MMA Chart Clean">
      <a:dk1>
        <a:srgbClr val="000000"/>
      </a:dk1>
      <a:lt1>
        <a:srgbClr val="000000"/>
      </a:lt1>
      <a:dk2>
        <a:srgbClr val="FEFFFF"/>
      </a:dk2>
      <a:lt2>
        <a:srgbClr val="FEFFFF"/>
      </a:lt2>
      <a:accent1>
        <a:srgbClr val="F9B74E"/>
      </a:accent1>
      <a:accent2>
        <a:srgbClr val="F9DD85"/>
      </a:accent2>
      <a:accent3>
        <a:srgbClr val="F6E9BE"/>
      </a:accent3>
      <a:accent4>
        <a:srgbClr val="F5F2DB"/>
      </a:accent4>
      <a:accent5>
        <a:srgbClr val="F5F1E1"/>
      </a:accent5>
      <a:accent6>
        <a:srgbClr val="FEFFFF"/>
      </a:accent6>
      <a:hlink>
        <a:srgbClr val="000000"/>
      </a:hlink>
      <a:folHlink>
        <a:srgbClr val="000000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MMA Master PPT Template v2.1 GS" id="{70AB460A-6B0F-5E42-A6B6-5C32233FC573}" vid="{F4FE9818-28AF-AB48-8595-7FC096376546}"/>
    </a:ext>
  </a:extLst>
</a:theme>
</file>

<file path=ppt/theme/theme7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8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d47043b7-557d-4c20-b5a9-3b2df3b21fdf">
      <Terms xmlns="http://schemas.microsoft.com/office/infopath/2007/PartnerControls"/>
    </lcf76f155ced4ddcb4097134ff3c332f>
    <TaxCatchAll xmlns="7969c52d-b985-481d-be02-02b41da7fac0" xsi:nil="true"/>
    <test xmlns="d47043b7-557d-4c20-b5a9-3b2df3b21fdf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C1EFBDF0207A3646BA8CF2BD6606B542" ma:contentTypeVersion="16" ma:contentTypeDescription="Create a new document." ma:contentTypeScope="" ma:versionID="afff700ed3a0ff92c95e60e4ea5a1292">
  <xsd:schema xmlns:xsd="http://www.w3.org/2001/XMLSchema" xmlns:xs="http://www.w3.org/2001/XMLSchema" xmlns:p="http://schemas.microsoft.com/office/2006/metadata/properties" xmlns:ns2="d47043b7-557d-4c20-b5a9-3b2df3b21fdf" xmlns:ns3="7969c52d-b985-481d-be02-02b41da7fac0" targetNamespace="http://schemas.microsoft.com/office/2006/metadata/properties" ma:root="true" ma:fieldsID="c690f6b10bc9405eae8ba117c0d18b29" ns2:_="" ns3:_="">
    <xsd:import namespace="d47043b7-557d-4c20-b5a9-3b2df3b21fdf"/>
    <xsd:import namespace="7969c52d-b985-481d-be02-02b41da7fac0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bjectDetectorVersions" minOccurs="0"/>
                <xsd:element ref="ns2:lcf76f155ced4ddcb4097134ff3c332f" minOccurs="0"/>
                <xsd:element ref="ns3:TaxCatchAll" minOccurs="0"/>
                <xsd:element ref="ns2:MediaServiceGenerationTime" minOccurs="0"/>
                <xsd:element ref="ns2:MediaServiceEventHashCode" minOccurs="0"/>
                <xsd:element ref="ns3:SharedWithUsers" minOccurs="0"/>
                <xsd:element ref="ns3:SharedWithDetails" minOccurs="0"/>
                <xsd:element ref="ns2:MediaServiceDateTaken" minOccurs="0"/>
                <xsd:element ref="ns2:MediaLengthInSeconds" minOccurs="0"/>
                <xsd:element ref="ns2:MediaServiceOCR" minOccurs="0"/>
                <xsd:element ref="ns2:MediaServiceSearchProperties" minOccurs="0"/>
                <xsd:element ref="ns2:test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47043b7-557d-4c20-b5a9-3b2df3b21fdf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lcf76f155ced4ddcb4097134ff3c332f" ma:index="12" nillable="true" ma:taxonomy="true" ma:internalName="lcf76f155ced4ddcb4097134ff3c332f" ma:taxonomyFieldName="MediaServiceImageTags" ma:displayName="Image Tags" ma:readOnly="false" ma:fieldId="{5cf76f15-5ced-4ddc-b409-7134ff3c332f}" ma:taxonomyMulti="true" ma:sspId="9e01ed1a-d747-4d93-9769-39dd47b45941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8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LengthInSeconds" ma:index="19" nillable="true" ma:displayName="MediaLengthInSeconds" ma:hidden="true" ma:internalName="MediaLengthInSeconds" ma:readOnly="true">
      <xsd:simpleType>
        <xsd:restriction base="dms:Unknown"/>
      </xsd:simpleType>
    </xsd:element>
    <xsd:element name="MediaServiceOCR" ma:index="20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SearchProperties" ma:index="2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test" ma:index="22" nillable="true" ma:displayName="test" ma:internalName="test">
      <xsd:simpleType>
        <xsd:restriction base="dms:Text">
          <xsd:maxLength value="255"/>
        </xsd:restriction>
      </xsd:simpleType>
    </xsd:element>
    <xsd:element name="MediaServiceBillingMetadata" ma:index="23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969c52d-b985-481d-be02-02b41da7fac0" elementFormDefault="qualified">
    <xsd:import namespace="http://schemas.microsoft.com/office/2006/documentManagement/types"/>
    <xsd:import namespace="http://schemas.microsoft.com/office/infopath/2007/PartnerControls"/>
    <xsd:element name="TaxCatchAll" ma:index="13" nillable="true" ma:displayName="Taxonomy Catch All Column" ma:hidden="true" ma:list="{38f3c32c-14bf-431e-967c-0d3693b19be4}" ma:internalName="TaxCatchAll" ma:showField="CatchAllData" ma:web="7969c52d-b985-481d-be02-02b41da7fac0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SharedWithUsers" ma:index="16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7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B15FA760-578C-46F5-BFCC-26507CE281DA}">
  <ds:schemaRefs>
    <ds:schemaRef ds:uri="http://purl.org/dc/terms/"/>
    <ds:schemaRef ds:uri="http://www.w3.org/XML/1998/namespace"/>
    <ds:schemaRef ds:uri="d47043b7-557d-4c20-b5a9-3b2df3b21fdf"/>
    <ds:schemaRef ds:uri="http://purl.org/dc/dcmitype/"/>
    <ds:schemaRef ds:uri="http://purl.org/dc/elements/1.1/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7969c52d-b985-481d-be02-02b41da7fac0"/>
    <ds:schemaRef ds:uri="http://schemas.microsoft.com/office/2006/metadata/properties"/>
  </ds:schemaRefs>
</ds:datastoreItem>
</file>

<file path=customXml/itemProps2.xml><?xml version="1.0" encoding="utf-8"?>
<ds:datastoreItem xmlns:ds="http://schemas.openxmlformats.org/officeDocument/2006/customXml" ds:itemID="{6A0C44DA-6D36-492A-9E22-AC7C39EDF733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d47043b7-557d-4c20-b5a9-3b2df3b21fdf"/>
    <ds:schemaRef ds:uri="7969c52d-b985-481d-be02-02b41da7fac0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2052CC61-A280-413C-BBFD-D1B0766C83E2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MMA Core Gold</Template>
  <TotalTime>6</TotalTime>
  <Words>467</Words>
  <Application>Microsoft Macintosh PowerPoint</Application>
  <PresentationFormat>Widescreen</PresentationFormat>
  <Paragraphs>52</Paragraphs>
  <Slides>19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6</vt:i4>
      </vt:variant>
      <vt:variant>
        <vt:lpstr>Slide Titles</vt:lpstr>
      </vt:variant>
      <vt:variant>
        <vt:i4>19</vt:i4>
      </vt:variant>
    </vt:vector>
  </HeadingPairs>
  <TitlesOfParts>
    <vt:vector size="32" baseType="lpstr">
      <vt:lpstr>Aptos</vt:lpstr>
      <vt:lpstr>Arial</vt:lpstr>
      <vt:lpstr>Calibri</vt:lpstr>
      <vt:lpstr>Inter Tight</vt:lpstr>
      <vt:lpstr>Inter Tight Light</vt:lpstr>
      <vt:lpstr>Söhne</vt:lpstr>
      <vt:lpstr>Söhne Halbfett</vt:lpstr>
      <vt:lpstr>MMA Core Gold</vt:lpstr>
      <vt:lpstr>MMA MATT</vt:lpstr>
      <vt:lpstr>MMA MOSTT</vt:lpstr>
      <vt:lpstr>MMA DATT</vt:lpstr>
      <vt:lpstr>MMA ALTT</vt:lpstr>
      <vt:lpstr>MMA Charts and Tables Clean</vt:lpstr>
      <vt:lpstr>PowerPoint Presentation</vt:lpstr>
      <vt:lpstr>Lorem ipsum dolor sit amet.</vt:lpstr>
      <vt:lpstr>Lorem ipsum dolor sit amet.</vt:lpstr>
      <vt:lpstr>Lorem ipsum dolor sit amet.</vt:lpstr>
      <vt:lpstr>Lorem ipsum dolor sit amet.</vt:lpstr>
      <vt:lpstr>Lorem ipsum dolor sit amet.</vt:lpstr>
      <vt:lpstr>Lorem ipsum dolor sit amet.</vt:lpstr>
      <vt:lpstr>Lorem ipsum dolor sit amet.</vt:lpstr>
      <vt:lpstr>Lorem ipsum dolor sit amet.</vt:lpstr>
      <vt:lpstr>Lorem ipsum dolor sit amet.</vt:lpstr>
      <vt:lpstr>Lorem ipsum dolor sit amet.</vt:lpstr>
      <vt:lpstr>PowerPoint Presentation</vt:lpstr>
      <vt:lpstr>PowerPoint Presentation</vt:lpstr>
      <vt:lpstr>Lorem ipsum dolor sit amet.</vt:lpstr>
      <vt:lpstr>Lorem ipsum dolor sit amet.</vt:lpstr>
      <vt:lpstr>Lorem ipsum dolor sit amet.</vt:lpstr>
      <vt:lpstr>Lorem ipsum dolor sit amet.</vt:lpstr>
      <vt:lpstr>Lorem ipsum dolor sit amet.</vt:lpstr>
      <vt:lpstr>Lorem ipsum dolor sit amet.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Alec Foster</dc:creator>
  <cp:lastModifiedBy>Alec Foster</cp:lastModifiedBy>
  <cp:revision>1</cp:revision>
  <dcterms:created xsi:type="dcterms:W3CDTF">2026-04-21T19:42:39Z</dcterms:created>
  <dcterms:modified xsi:type="dcterms:W3CDTF">2026-04-21T19:49:08Z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0x010100C1EFBDF0207A3646BA8CF2BD6606B542</vt:lpwstr>
  </property>
  <property fmtid="{D5CDD505-2E9C-101B-9397-08002B2CF9AE}" pid="3" name="MediaServiceImageTags">
    <vt:lpwstr/>
  </property>
</Properties>
</file>